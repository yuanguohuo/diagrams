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9" r:id="rId3"/>
    <p:sldId id="260" r:id="rId4"/>
    <p:sldId id="261" r:id="rId5"/>
    <p:sldId id="276" r:id="rId6"/>
    <p:sldId id="279" r:id="rId7"/>
    <p:sldId id="282" r:id="rId8"/>
    <p:sldId id="281" r:id="rId9"/>
    <p:sldId id="262" r:id="rId10"/>
    <p:sldId id="283" r:id="rId11"/>
    <p:sldId id="274" r:id="rId12"/>
    <p:sldId id="264" r:id="rId13"/>
    <p:sldId id="258" r:id="rId14"/>
    <p:sldId id="265" r:id="rId15"/>
    <p:sldId id="266" r:id="rId16"/>
    <p:sldId id="267" r:id="rId17"/>
    <p:sldId id="268" r:id="rId18"/>
    <p:sldId id="284" r:id="rId19"/>
    <p:sldId id="273" r:id="rId20"/>
    <p:sldId id="269" r:id="rId21"/>
    <p:sldId id="272" r:id="rId22"/>
    <p:sldId id="285" r:id="rId23"/>
    <p:sldId id="286" r:id="rId24"/>
    <p:sldId id="275" r:id="rId25"/>
    <p:sldId id="287" r:id="rId26"/>
    <p:sldId id="288" r:id="rId27"/>
    <p:sldId id="289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1B93"/>
    <a:srgbClr val="D883FF"/>
    <a:srgbClr val="770001"/>
    <a:srgbClr val="FF2600"/>
    <a:srgbClr val="0432FF"/>
    <a:srgbClr val="FF40FF"/>
    <a:srgbClr val="0096FF"/>
    <a:srgbClr val="00FA00"/>
    <a:srgbClr val="FFA996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5000"/>
  </p:normalViewPr>
  <p:slideViewPr>
    <p:cSldViewPr snapToGrid="0">
      <p:cViewPr varScale="1">
        <p:scale>
          <a:sx n="113" d="100"/>
          <a:sy n="113" d="100"/>
        </p:scale>
        <p:origin x="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FBD4EA-9C65-4F4C-9B05-C2345A8C290E}" type="datetimeFigureOut">
              <a:rPr kumimoji="1" lang="zh-CN" altLang="en-US" smtClean="0"/>
              <a:t>2026/10/19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C8001-9BC9-A340-B4A3-D9FD5FD5BE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1075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3E12E-E32A-455B-F74E-AFC15A6CF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2250CE-5E8D-8A10-7144-6C3254EBA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6D35E3-649F-A18E-4ADC-BD3A6EA84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4D1E2A-B343-5B33-C01E-111C73673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C8001-9BC9-A340-B4A3-D9FD5FD5BE44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8257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1DC32-42A5-2B21-3AE3-E7E13C964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832A87-7110-67DA-D90C-2B77AC4F7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1E774F-A5C2-0AB1-3CA9-361CEEEE2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7F8F13-52A5-0C25-8CE6-21CCDB71A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C8001-9BC9-A340-B4A3-D9FD5FD5BE44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1483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0DBD0-903E-C08C-96B4-95D4D4B2C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DA97E5-6A09-6669-7E6B-C0B068305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BD7BB0-58FB-645B-BCBF-F355A9A4F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B29DEF-74B1-55C1-E81A-E6C484067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C8001-9BC9-A340-B4A3-D9FD5FD5BE44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4841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BE62B-F952-B88E-A134-275D6CD04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9041CA-0597-3005-4173-23BED8B83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E2A94D-E535-45D7-A0CF-E2292312E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FDB960-401C-60BB-BFFF-2BE3262E7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C8001-9BC9-A340-B4A3-D9FD5FD5BE44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9642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C8001-9BC9-A340-B4A3-D9FD5FD5BE44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0008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823D4-32A6-B583-9C07-752209345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A17AEC-74FF-574F-57A2-50A14C02E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75605B-9DA3-61F1-D650-D16D6A094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A47EFF-D77B-61D0-2E0E-3D7810934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C8001-9BC9-A340-B4A3-D9FD5FD5BE44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9578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0712C-779D-544A-458B-6A71D250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E5A980-191F-4857-2D9C-FD3997500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83A925-6BB5-FF4B-9BA2-6CD5CB4B0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0D5AF3-14D2-EF6E-71CC-085B670AC0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C8001-9BC9-A340-B4A3-D9FD5FD5BE44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2449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8B0B-E738-E9F3-BD65-7D9D5C501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00F7EC-7C9E-92B9-2700-602AAC2DE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F3891D-86D1-2CF8-9635-F2F9642F1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8FF69C-D94C-4A5A-E5EA-EB7FC0BA6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C8001-9BC9-A340-B4A3-D9FD5FD5BE44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4488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50131-0CD1-794A-1F65-528AC0D5B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3E491C-2928-E753-8E7E-2CB67BCCF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648A73-A526-1956-8E23-29972A1D6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E254EF-040A-2684-051E-D73689BA1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C8001-9BC9-A340-B4A3-D9FD5FD5BE44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0564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09E5B-16CD-7222-B5C3-61B798189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F72B1E-4480-C290-BBA9-196B6CDC6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EE86E1-E749-CF0F-90CF-EFFC2D733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338CBE-8C14-4F0C-6824-FF169D01E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C8001-9BC9-A340-B4A3-D9FD5FD5BE44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2102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7A9A5-2C77-1083-065C-81E92F9AE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447035-685A-F207-D287-77F5A3C17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A0C941-B2C9-E9A2-AB95-7F79AE5FC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4A1FBA-B423-FA89-BD0D-654E48635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C8001-9BC9-A340-B4A3-D9FD5FD5BE44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1480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EF0C5-736F-BDE1-92DC-4D161B43D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F1BD30-463B-CBB6-99EA-4748B45E0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F54136-B275-9444-1725-A9529A810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2B7D77-573C-73C4-2E80-C6A255907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C8001-9BC9-A340-B4A3-D9FD5FD5BE44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264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09995-6CBD-4318-D790-869690A4F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0809E3-C7A5-4935-ADEB-28AB7E2B2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763039-3EC9-0256-C77D-E85644E86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C524A-2A32-6548-AF89-CC12B7B30E48}" type="datetimeFigureOut">
              <a:rPr kumimoji="1" lang="zh-CN" altLang="en-US" smtClean="0"/>
              <a:t>2026/10/19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126C74-5296-9310-C901-81CC27824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AFD464-6F97-B4D4-3842-59EC8B6B4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E48A-CB96-CA41-87C9-3FB105930B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365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8F770-EB60-CBFE-1577-A2F58250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20CA30-5E5D-EF33-B2C7-A7A94B23B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E5A331-FF41-17F9-C1D4-D2520CE7C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C524A-2A32-6548-AF89-CC12B7B30E48}" type="datetimeFigureOut">
              <a:rPr kumimoji="1" lang="zh-CN" altLang="en-US" smtClean="0"/>
              <a:t>2026/10/19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1A4568-8E13-B684-6F62-909125480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567B5A-6161-6E4F-5429-5571B583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E48A-CB96-CA41-87C9-3FB105930B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8423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7803F9-FE92-7FEE-E885-C12A386B1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4E7F06-C58E-6BB1-7E40-36080B765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D672B3-7372-57CE-F971-AC8B23051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C524A-2A32-6548-AF89-CC12B7B30E48}" type="datetimeFigureOut">
              <a:rPr kumimoji="1" lang="zh-CN" altLang="en-US" smtClean="0"/>
              <a:t>2026/10/19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BD8DAA-E045-6322-E42B-A2D4BE22D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2F1B78-5983-BBE7-C16B-A4464FC7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E48A-CB96-CA41-87C9-3FB105930B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784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AA9CE-AA7D-D2BB-365C-9EE1262A4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15A6D5-3E4E-5C2B-12EE-FD184530D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8BCEBF-C88E-1576-2953-F29EF2D8E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AAC470-7844-CD6F-E871-11C3B8AF3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C524A-2A32-6548-AF89-CC12B7B30E48}" type="datetimeFigureOut">
              <a:rPr kumimoji="1" lang="zh-CN" altLang="en-US" smtClean="0"/>
              <a:t>2026/10/19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03F75C-45DB-A955-16DA-27F531BCF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0BCEE8-3E3A-D92B-1C46-AF4CD4D4D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E48A-CB96-CA41-87C9-3FB105930B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0043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B9DADA-C54C-7FD7-0AA5-BD707C1E4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03B799-0E8C-699D-CA19-508E5629B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B20AD7-83DA-09A1-94B3-147359E60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F150730-8995-2784-9523-C82AE18A6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2103936-6B96-C229-329B-68E261CD77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4E149C-0E35-8D30-A6C8-986E79212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C524A-2A32-6548-AF89-CC12B7B30E48}" type="datetimeFigureOut">
              <a:rPr kumimoji="1" lang="zh-CN" altLang="en-US" smtClean="0"/>
              <a:t>2026/10/19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7E242AB-ED07-D651-B163-8A84506FC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FF7F82A-9F15-F264-23D2-C48CE7229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E48A-CB96-CA41-87C9-3FB105930B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5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05080-1455-47D4-25F0-940075BBD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6DB151-26B1-E09F-0D3C-21A60CB9F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C524A-2A32-6548-AF89-CC12B7B30E48}" type="datetimeFigureOut">
              <a:rPr kumimoji="1" lang="zh-CN" altLang="en-US" smtClean="0"/>
              <a:t>2026/10/19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E9C057-FD70-569B-7AA7-B951AFD9C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E391C4F-EABD-9BFF-6668-E37295F5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E48A-CB96-CA41-87C9-3FB105930B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4663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00F020-F424-BF18-D66B-2EC5F15B8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C524A-2A32-6548-AF89-CC12B7B30E48}" type="datetimeFigureOut">
              <a:rPr kumimoji="1" lang="zh-CN" altLang="en-US" smtClean="0"/>
              <a:t>2026/10/19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29CCAA-4FF3-C19A-6A3D-262E2385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6B4549-F1FB-14F7-D87B-E60E7A531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E48A-CB96-CA41-87C9-3FB105930B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1418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F1019-F1B7-A97A-6025-179EB5C29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5DADCD-0C58-F495-6BE0-881D4445F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90FE4E-5AF8-589C-288E-28478EA1A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424867-E62F-8CB3-31D8-802E3A556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C524A-2A32-6548-AF89-CC12B7B30E48}" type="datetimeFigureOut">
              <a:rPr kumimoji="1" lang="zh-CN" altLang="en-US" smtClean="0"/>
              <a:t>2026/10/19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0C952D-F343-F56A-0D83-7FACC7D29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6D2CDF-2B39-F7C2-2AE6-386A68D8B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E48A-CB96-CA41-87C9-3FB105930B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5555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62CDF-291B-3DB1-9A5E-A86D585D3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CE9DC76-8A44-0B15-826C-28A50A36F3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8B014C-ECC0-B09A-1E79-2CF9514A4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7DD683-1AFA-7F4A-40A2-AF51A084A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C524A-2A32-6548-AF89-CC12B7B30E48}" type="datetimeFigureOut">
              <a:rPr kumimoji="1" lang="zh-CN" altLang="en-US" smtClean="0"/>
              <a:t>2026/10/19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9DD859-3266-4262-8A04-BFCBD06A4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814CDA-5BB5-9EC7-DE54-D8AB7386F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E48A-CB96-CA41-87C9-3FB105930B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7831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6C6E0-0190-8ADB-DCBA-3D7E754B5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78E392-A7DC-1D59-F05C-EADFF5163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91F3FB-DBC6-B874-B20D-9F0E9A452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C524A-2A32-6548-AF89-CC12B7B30E48}" type="datetimeFigureOut">
              <a:rPr kumimoji="1" lang="zh-CN" altLang="en-US" smtClean="0"/>
              <a:t>2026/10/19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FE7B10-4862-5D17-FD85-CCFE4468D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2A3389-474F-3742-698B-1D586CFE1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E48A-CB96-CA41-87C9-3FB105930B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9110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F9B1E9-D60B-E1A1-D551-DBD322FA1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86DAC2-6044-3E04-677A-55169CE47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8FB885-7779-538D-6590-32D5AAA92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C524A-2A32-6548-AF89-CC12B7B30E48}" type="datetimeFigureOut">
              <a:rPr kumimoji="1" lang="zh-CN" altLang="en-US" smtClean="0"/>
              <a:t>2026/10/19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49F91D-1266-89DD-819A-036042DBD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AA2E75-2090-7DF1-5B59-1D86235C9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E48A-CB96-CA41-87C9-3FB105930B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388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CB9E73-775A-DD4B-00FA-BC6463993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227B0C-98DE-04D4-B4FD-FE7975C5C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8B74F9-0860-6350-CB85-AA669CD26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C524A-2A32-6548-AF89-CC12B7B30E48}" type="datetimeFigureOut">
              <a:rPr kumimoji="1" lang="zh-CN" altLang="en-US" smtClean="0"/>
              <a:t>2026/10/19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CC071F-FCF7-BF30-0068-C4222EF25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F11D8F-1F94-7B93-CE75-84A788501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DE48A-CB96-CA41-87C9-3FB105930B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4247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39" Type="http://schemas.openxmlformats.org/officeDocument/2006/relationships/image" Target="../media/image69.png"/><Relationship Id="rId21" Type="http://schemas.openxmlformats.org/officeDocument/2006/relationships/image" Target="../media/image1.png"/><Relationship Id="rId34" Type="http://schemas.openxmlformats.org/officeDocument/2006/relationships/image" Target="../media/image64.png"/><Relationship Id="rId42" Type="http://schemas.openxmlformats.org/officeDocument/2006/relationships/image" Target="../media/image72.png"/><Relationship Id="rId7" Type="http://schemas.openxmlformats.org/officeDocument/2006/relationships/image" Target="../media/image37.png"/><Relationship Id="rId2" Type="http://schemas.openxmlformats.org/officeDocument/2006/relationships/image" Target="../media/image5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29" Type="http://schemas.openxmlformats.org/officeDocument/2006/relationships/image" Target="../media/image59.png"/><Relationship Id="rId41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32" Type="http://schemas.openxmlformats.org/officeDocument/2006/relationships/image" Target="../media/image62.png"/><Relationship Id="rId37" Type="http://schemas.openxmlformats.org/officeDocument/2006/relationships/image" Target="../media/image67.png"/><Relationship Id="rId40" Type="http://schemas.openxmlformats.org/officeDocument/2006/relationships/image" Target="../media/image70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36" Type="http://schemas.openxmlformats.org/officeDocument/2006/relationships/image" Target="../media/image66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31" Type="http://schemas.openxmlformats.org/officeDocument/2006/relationships/image" Target="../media/image61.png"/><Relationship Id="rId44" Type="http://schemas.openxmlformats.org/officeDocument/2006/relationships/image" Target="../media/image74.png"/><Relationship Id="rId4" Type="http://schemas.openxmlformats.org/officeDocument/2006/relationships/image" Target="../media/image7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Relationship Id="rId30" Type="http://schemas.openxmlformats.org/officeDocument/2006/relationships/image" Target="../media/image60.png"/><Relationship Id="rId35" Type="http://schemas.openxmlformats.org/officeDocument/2006/relationships/image" Target="../media/image65.png"/><Relationship Id="rId43" Type="http://schemas.openxmlformats.org/officeDocument/2006/relationships/image" Target="../media/image73.png"/><Relationship Id="rId8" Type="http://schemas.openxmlformats.org/officeDocument/2006/relationships/image" Target="../media/image38.png"/><Relationship Id="rId3" Type="http://schemas.openxmlformats.org/officeDocument/2006/relationships/image" Target="../media/image6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33" Type="http://schemas.openxmlformats.org/officeDocument/2006/relationships/image" Target="../media/image63.png"/><Relationship Id="rId38" Type="http://schemas.openxmlformats.org/officeDocument/2006/relationships/image" Target="../media/image68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3.png"/><Relationship Id="rId18" Type="http://schemas.openxmlformats.org/officeDocument/2006/relationships/image" Target="../media/image87.png"/><Relationship Id="rId39" Type="http://schemas.openxmlformats.org/officeDocument/2006/relationships/image" Target="../media/image69.png"/><Relationship Id="rId21" Type="http://schemas.openxmlformats.org/officeDocument/2006/relationships/image" Target="../media/image90.png"/><Relationship Id="rId34" Type="http://schemas.openxmlformats.org/officeDocument/2006/relationships/image" Target="../media/image64.png"/><Relationship Id="rId42" Type="http://schemas.openxmlformats.org/officeDocument/2006/relationships/image" Target="../media/image92.png"/><Relationship Id="rId47" Type="http://schemas.openxmlformats.org/officeDocument/2006/relationships/image" Target="../media/image97.png"/><Relationship Id="rId50" Type="http://schemas.openxmlformats.org/officeDocument/2006/relationships/image" Target="../media/image100.png"/><Relationship Id="rId7" Type="http://schemas.openxmlformats.org/officeDocument/2006/relationships/image" Target="../media/image77.png"/><Relationship Id="rId2" Type="http://schemas.openxmlformats.org/officeDocument/2006/relationships/image" Target="../media/image5.png"/><Relationship Id="rId16" Type="http://schemas.openxmlformats.org/officeDocument/2006/relationships/image" Target="../media/image86.png"/><Relationship Id="rId20" Type="http://schemas.openxmlformats.org/officeDocument/2006/relationships/image" Target="../media/image89.png"/><Relationship Id="rId41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37" Type="http://schemas.openxmlformats.org/officeDocument/2006/relationships/image" Target="../media/image67.png"/><Relationship Id="rId40" Type="http://schemas.openxmlformats.org/officeDocument/2006/relationships/image" Target="../media/image70.png"/><Relationship Id="rId45" Type="http://schemas.openxmlformats.org/officeDocument/2006/relationships/image" Target="../media/image95.png"/><Relationship Id="rId53" Type="http://schemas.openxmlformats.org/officeDocument/2006/relationships/image" Target="../media/image103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36" Type="http://schemas.openxmlformats.org/officeDocument/2006/relationships/image" Target="../media/image66.png"/><Relationship Id="rId49" Type="http://schemas.openxmlformats.org/officeDocument/2006/relationships/image" Target="../media/image99.png"/><Relationship Id="rId10" Type="http://schemas.openxmlformats.org/officeDocument/2006/relationships/image" Target="../media/image80.png"/><Relationship Id="rId19" Type="http://schemas.openxmlformats.org/officeDocument/2006/relationships/image" Target="../media/image88.png"/><Relationship Id="rId44" Type="http://schemas.openxmlformats.org/officeDocument/2006/relationships/image" Target="../media/image94.png"/><Relationship Id="rId52" Type="http://schemas.openxmlformats.org/officeDocument/2006/relationships/image" Target="../media/image102.png"/><Relationship Id="rId4" Type="http://schemas.openxmlformats.org/officeDocument/2006/relationships/image" Target="../media/image7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Relationship Id="rId35" Type="http://schemas.openxmlformats.org/officeDocument/2006/relationships/image" Target="../media/image65.png"/><Relationship Id="rId43" Type="http://schemas.openxmlformats.org/officeDocument/2006/relationships/image" Target="../media/image93.png"/><Relationship Id="rId48" Type="http://schemas.openxmlformats.org/officeDocument/2006/relationships/image" Target="../media/image98.png"/><Relationship Id="rId8" Type="http://schemas.openxmlformats.org/officeDocument/2006/relationships/image" Target="../media/image78.png"/><Relationship Id="rId51" Type="http://schemas.openxmlformats.org/officeDocument/2006/relationships/image" Target="../media/image101.png"/><Relationship Id="rId3" Type="http://schemas.openxmlformats.org/officeDocument/2006/relationships/image" Target="../media/image6.png"/><Relationship Id="rId12" Type="http://schemas.openxmlformats.org/officeDocument/2006/relationships/image" Target="../media/image82.png"/><Relationship Id="rId17" Type="http://schemas.openxmlformats.org/officeDocument/2006/relationships/image" Target="../media/image1.png"/><Relationship Id="rId33" Type="http://schemas.openxmlformats.org/officeDocument/2006/relationships/image" Target="../media/image63.png"/><Relationship Id="rId38" Type="http://schemas.openxmlformats.org/officeDocument/2006/relationships/image" Target="../media/image68.png"/><Relationship Id="rId46" Type="http://schemas.openxmlformats.org/officeDocument/2006/relationships/image" Target="../media/image96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2.png"/><Relationship Id="rId39" Type="http://schemas.openxmlformats.org/officeDocument/2006/relationships/image" Target="../media/image113.png"/><Relationship Id="rId3" Type="http://schemas.openxmlformats.org/officeDocument/2006/relationships/image" Target="../media/image6.png"/><Relationship Id="rId34" Type="http://schemas.openxmlformats.org/officeDocument/2006/relationships/image" Target="../media/image64.png"/><Relationship Id="rId42" Type="http://schemas.openxmlformats.org/officeDocument/2006/relationships/image" Target="../media/image116.png"/><Relationship Id="rId47" Type="http://schemas.openxmlformats.org/officeDocument/2006/relationships/image" Target="../media/image121.png"/><Relationship Id="rId50" Type="http://schemas.openxmlformats.org/officeDocument/2006/relationships/image" Target="../media/image124.png"/><Relationship Id="rId7" Type="http://schemas.openxmlformats.org/officeDocument/2006/relationships/image" Target="../media/image107.png"/><Relationship Id="rId12" Type="http://schemas.openxmlformats.org/officeDocument/2006/relationships/image" Target="../media/image111.png"/><Relationship Id="rId33" Type="http://schemas.openxmlformats.org/officeDocument/2006/relationships/image" Target="../media/image63.png"/><Relationship Id="rId38" Type="http://schemas.openxmlformats.org/officeDocument/2006/relationships/image" Target="../media/image68.png"/><Relationship Id="rId46" Type="http://schemas.openxmlformats.org/officeDocument/2006/relationships/image" Target="../media/image120.png"/><Relationship Id="rId2" Type="http://schemas.openxmlformats.org/officeDocument/2006/relationships/image" Target="../media/image5.png"/><Relationship Id="rId41" Type="http://schemas.openxmlformats.org/officeDocument/2006/relationships/image" Target="../media/image115.png"/><Relationship Id="rId54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10.png"/><Relationship Id="rId37" Type="http://schemas.openxmlformats.org/officeDocument/2006/relationships/image" Target="../media/image67.png"/><Relationship Id="rId45" Type="http://schemas.openxmlformats.org/officeDocument/2006/relationships/image" Target="../media/image119.png"/><Relationship Id="rId53" Type="http://schemas.openxmlformats.org/officeDocument/2006/relationships/image" Target="../media/image127.png"/><Relationship Id="rId5" Type="http://schemas.openxmlformats.org/officeDocument/2006/relationships/image" Target="../media/image105.png"/><Relationship Id="rId36" Type="http://schemas.openxmlformats.org/officeDocument/2006/relationships/image" Target="../media/image66.png"/><Relationship Id="rId49" Type="http://schemas.openxmlformats.org/officeDocument/2006/relationships/image" Target="../media/image123.png"/><Relationship Id="rId10" Type="http://schemas.openxmlformats.org/officeDocument/2006/relationships/image" Target="../media/image1.png"/><Relationship Id="rId44" Type="http://schemas.openxmlformats.org/officeDocument/2006/relationships/image" Target="../media/image118.png"/><Relationship Id="rId52" Type="http://schemas.openxmlformats.org/officeDocument/2006/relationships/image" Target="../media/image126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35" Type="http://schemas.openxmlformats.org/officeDocument/2006/relationships/image" Target="../media/image65.png"/><Relationship Id="rId43" Type="http://schemas.openxmlformats.org/officeDocument/2006/relationships/image" Target="../media/image117.png"/><Relationship Id="rId48" Type="http://schemas.openxmlformats.org/officeDocument/2006/relationships/image" Target="../media/image122.png"/><Relationship Id="rId8" Type="http://schemas.openxmlformats.org/officeDocument/2006/relationships/image" Target="../media/image108.png"/><Relationship Id="rId51" Type="http://schemas.openxmlformats.org/officeDocument/2006/relationships/image" Target="../media/image125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1.png"/><Relationship Id="rId21" Type="http://schemas.openxmlformats.org/officeDocument/2006/relationships/image" Target="../media/image178.png"/><Relationship Id="rId42" Type="http://schemas.openxmlformats.org/officeDocument/2006/relationships/image" Target="../media/image198.png"/><Relationship Id="rId47" Type="http://schemas.openxmlformats.org/officeDocument/2006/relationships/image" Target="../media/image203.png"/><Relationship Id="rId63" Type="http://schemas.openxmlformats.org/officeDocument/2006/relationships/image" Target="../media/image155.png"/><Relationship Id="rId68" Type="http://schemas.openxmlformats.org/officeDocument/2006/relationships/image" Target="../media/image16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4.png"/><Relationship Id="rId29" Type="http://schemas.openxmlformats.org/officeDocument/2006/relationships/image" Target="../media/image138.png"/><Relationship Id="rId11" Type="http://schemas.openxmlformats.org/officeDocument/2006/relationships/image" Target="../media/image129.png"/><Relationship Id="rId24" Type="http://schemas.openxmlformats.org/officeDocument/2006/relationships/image" Target="../media/image166.png"/><Relationship Id="rId32" Type="http://schemas.openxmlformats.org/officeDocument/2006/relationships/image" Target="../media/image141.png"/><Relationship Id="rId40" Type="http://schemas.openxmlformats.org/officeDocument/2006/relationships/image" Target="../media/image197.png"/><Relationship Id="rId45" Type="http://schemas.openxmlformats.org/officeDocument/2006/relationships/image" Target="../media/image201.png"/><Relationship Id="rId53" Type="http://schemas.openxmlformats.org/officeDocument/2006/relationships/image" Target="../media/image145.png"/><Relationship Id="rId58" Type="http://schemas.openxmlformats.org/officeDocument/2006/relationships/image" Target="../media/image150.png"/><Relationship Id="rId66" Type="http://schemas.openxmlformats.org/officeDocument/2006/relationships/image" Target="../media/image158.png"/><Relationship Id="rId74" Type="http://schemas.openxmlformats.org/officeDocument/2006/relationships/image" Target="../media/image171.png"/><Relationship Id="rId79" Type="http://schemas.openxmlformats.org/officeDocument/2006/relationships/image" Target="../media/image176.png"/><Relationship Id="rId5" Type="http://schemas.openxmlformats.org/officeDocument/2006/relationships/image" Target="../media/image163.png"/><Relationship Id="rId61" Type="http://schemas.openxmlformats.org/officeDocument/2006/relationships/image" Target="../media/image153.png"/><Relationship Id="rId19" Type="http://schemas.openxmlformats.org/officeDocument/2006/relationships/image" Target="../media/image137.png"/><Relationship Id="rId14" Type="http://schemas.openxmlformats.org/officeDocument/2006/relationships/image" Target="../media/image132.png"/><Relationship Id="rId22" Type="http://schemas.openxmlformats.org/officeDocument/2006/relationships/image" Target="../media/image179.png"/><Relationship Id="rId27" Type="http://schemas.openxmlformats.org/officeDocument/2006/relationships/image" Target="../media/image182.png"/><Relationship Id="rId30" Type="http://schemas.openxmlformats.org/officeDocument/2006/relationships/image" Target="../media/image139.png"/><Relationship Id="rId43" Type="http://schemas.openxmlformats.org/officeDocument/2006/relationships/image" Target="../media/image199.png"/><Relationship Id="rId48" Type="http://schemas.openxmlformats.org/officeDocument/2006/relationships/image" Target="../media/image204.png"/><Relationship Id="rId56" Type="http://schemas.openxmlformats.org/officeDocument/2006/relationships/image" Target="../media/image148.png"/><Relationship Id="rId64" Type="http://schemas.openxmlformats.org/officeDocument/2006/relationships/image" Target="../media/image156.png"/><Relationship Id="rId69" Type="http://schemas.openxmlformats.org/officeDocument/2006/relationships/image" Target="../media/image164.png"/><Relationship Id="rId77" Type="http://schemas.openxmlformats.org/officeDocument/2006/relationships/image" Target="../media/image174.png"/><Relationship Id="rId8" Type="http://schemas.openxmlformats.org/officeDocument/2006/relationships/image" Target="../media/image4.png"/><Relationship Id="rId51" Type="http://schemas.openxmlformats.org/officeDocument/2006/relationships/image" Target="../media/image143.png"/><Relationship Id="rId72" Type="http://schemas.openxmlformats.org/officeDocument/2006/relationships/image" Target="../media/image168.png"/><Relationship Id="rId80" Type="http://schemas.openxmlformats.org/officeDocument/2006/relationships/image" Target="../media/image184.png"/><Relationship Id="rId3" Type="http://schemas.openxmlformats.org/officeDocument/2006/relationships/image" Target="../media/image161.png"/><Relationship Id="rId12" Type="http://schemas.openxmlformats.org/officeDocument/2006/relationships/image" Target="../media/image130.png"/><Relationship Id="rId17" Type="http://schemas.openxmlformats.org/officeDocument/2006/relationships/image" Target="../media/image135.png"/><Relationship Id="rId25" Type="http://schemas.openxmlformats.org/officeDocument/2006/relationships/image" Target="../media/image180.png"/><Relationship Id="rId33" Type="http://schemas.openxmlformats.org/officeDocument/2006/relationships/image" Target="../media/image142.png"/><Relationship Id="rId38" Type="http://schemas.openxmlformats.org/officeDocument/2006/relationships/image" Target="../media/image195.png"/><Relationship Id="rId46" Type="http://schemas.openxmlformats.org/officeDocument/2006/relationships/image" Target="../media/image202.png"/><Relationship Id="rId59" Type="http://schemas.openxmlformats.org/officeDocument/2006/relationships/image" Target="../media/image151.png"/><Relationship Id="rId67" Type="http://schemas.openxmlformats.org/officeDocument/2006/relationships/image" Target="../media/image159.png"/><Relationship Id="rId20" Type="http://schemas.openxmlformats.org/officeDocument/2006/relationships/image" Target="../media/image177.png"/><Relationship Id="rId41" Type="http://schemas.openxmlformats.org/officeDocument/2006/relationships/image" Target="../media/image185.png"/><Relationship Id="rId54" Type="http://schemas.openxmlformats.org/officeDocument/2006/relationships/image" Target="../media/image146.png"/><Relationship Id="rId62" Type="http://schemas.openxmlformats.org/officeDocument/2006/relationships/image" Target="../media/image154.png"/><Relationship Id="rId70" Type="http://schemas.openxmlformats.org/officeDocument/2006/relationships/image" Target="../media/image165.png"/><Relationship Id="rId75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5" Type="http://schemas.openxmlformats.org/officeDocument/2006/relationships/image" Target="../media/image133.png"/><Relationship Id="rId23" Type="http://schemas.openxmlformats.org/officeDocument/2006/relationships/image" Target="../media/image170.png"/><Relationship Id="rId28" Type="http://schemas.openxmlformats.org/officeDocument/2006/relationships/image" Target="../media/image183.png"/><Relationship Id="rId49" Type="http://schemas.openxmlformats.org/officeDocument/2006/relationships/image" Target="../media/image205.png"/><Relationship Id="rId57" Type="http://schemas.openxmlformats.org/officeDocument/2006/relationships/image" Target="../media/image149.png"/><Relationship Id="rId10" Type="http://schemas.openxmlformats.org/officeDocument/2006/relationships/image" Target="../media/image128.png"/><Relationship Id="rId31" Type="http://schemas.openxmlformats.org/officeDocument/2006/relationships/image" Target="../media/image140.png"/><Relationship Id="rId44" Type="http://schemas.openxmlformats.org/officeDocument/2006/relationships/image" Target="../media/image200.png"/><Relationship Id="rId52" Type="http://schemas.openxmlformats.org/officeDocument/2006/relationships/image" Target="../media/image144.png"/><Relationship Id="rId60" Type="http://schemas.openxmlformats.org/officeDocument/2006/relationships/image" Target="../media/image152.png"/><Relationship Id="rId65" Type="http://schemas.openxmlformats.org/officeDocument/2006/relationships/image" Target="../media/image157.png"/><Relationship Id="rId73" Type="http://schemas.openxmlformats.org/officeDocument/2006/relationships/image" Target="../media/image169.png"/><Relationship Id="rId78" Type="http://schemas.openxmlformats.org/officeDocument/2006/relationships/image" Target="../media/image175.png"/><Relationship Id="rId4" Type="http://schemas.openxmlformats.org/officeDocument/2006/relationships/image" Target="../media/image162.png"/><Relationship Id="rId9" Type="http://schemas.openxmlformats.org/officeDocument/2006/relationships/image" Target="../media/image51.png"/><Relationship Id="rId13" Type="http://schemas.openxmlformats.org/officeDocument/2006/relationships/image" Target="../media/image131.png"/><Relationship Id="rId18" Type="http://schemas.openxmlformats.org/officeDocument/2006/relationships/image" Target="../media/image136.png"/><Relationship Id="rId39" Type="http://schemas.openxmlformats.org/officeDocument/2006/relationships/image" Target="../media/image196.png"/><Relationship Id="rId50" Type="http://schemas.openxmlformats.org/officeDocument/2006/relationships/image" Target="../media/image206.png"/><Relationship Id="rId55" Type="http://schemas.openxmlformats.org/officeDocument/2006/relationships/image" Target="../media/image147.png"/><Relationship Id="rId76" Type="http://schemas.openxmlformats.org/officeDocument/2006/relationships/image" Target="../media/image173.png"/><Relationship Id="rId7" Type="http://schemas.openxmlformats.org/officeDocument/2006/relationships/image" Target="../media/image3.png"/><Relationship Id="rId71" Type="http://schemas.openxmlformats.org/officeDocument/2006/relationships/image" Target="../media/image167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1.png"/><Relationship Id="rId21" Type="http://schemas.openxmlformats.org/officeDocument/2006/relationships/image" Target="../media/image178.png"/><Relationship Id="rId42" Type="http://schemas.openxmlformats.org/officeDocument/2006/relationships/image" Target="../media/image198.png"/><Relationship Id="rId47" Type="http://schemas.openxmlformats.org/officeDocument/2006/relationships/image" Target="../media/image203.png"/><Relationship Id="rId63" Type="http://schemas.openxmlformats.org/officeDocument/2006/relationships/image" Target="../media/image222.png"/><Relationship Id="rId68" Type="http://schemas.openxmlformats.org/officeDocument/2006/relationships/image" Target="../media/image227.png"/><Relationship Id="rId16" Type="http://schemas.openxmlformats.org/officeDocument/2006/relationships/image" Target="../media/image134.png"/><Relationship Id="rId11" Type="http://schemas.openxmlformats.org/officeDocument/2006/relationships/image" Target="../media/image188.png"/><Relationship Id="rId24" Type="http://schemas.openxmlformats.org/officeDocument/2006/relationships/image" Target="../media/image166.png"/><Relationship Id="rId32" Type="http://schemas.openxmlformats.org/officeDocument/2006/relationships/image" Target="../media/image207.png"/><Relationship Id="rId40" Type="http://schemas.openxmlformats.org/officeDocument/2006/relationships/image" Target="../media/image197.png"/><Relationship Id="rId45" Type="http://schemas.openxmlformats.org/officeDocument/2006/relationships/image" Target="../media/image201.png"/><Relationship Id="rId53" Type="http://schemas.openxmlformats.org/officeDocument/2006/relationships/image" Target="../media/image212.png"/><Relationship Id="rId58" Type="http://schemas.openxmlformats.org/officeDocument/2006/relationships/image" Target="../media/image217.png"/><Relationship Id="rId66" Type="http://schemas.openxmlformats.org/officeDocument/2006/relationships/image" Target="../media/image225.png"/><Relationship Id="rId74" Type="http://schemas.openxmlformats.org/officeDocument/2006/relationships/image" Target="../media/image230.png"/><Relationship Id="rId79" Type="http://schemas.openxmlformats.org/officeDocument/2006/relationships/image" Target="../media/image176.png"/><Relationship Id="rId5" Type="http://schemas.openxmlformats.org/officeDocument/2006/relationships/image" Target="../media/image163.png"/><Relationship Id="rId61" Type="http://schemas.openxmlformats.org/officeDocument/2006/relationships/image" Target="../media/image220.png"/><Relationship Id="rId82" Type="http://schemas.openxmlformats.org/officeDocument/2006/relationships/image" Target="../media/image233.png"/><Relationship Id="rId19" Type="http://schemas.openxmlformats.org/officeDocument/2006/relationships/image" Target="../media/image192.png"/><Relationship Id="rId14" Type="http://schemas.openxmlformats.org/officeDocument/2006/relationships/image" Target="../media/image132.png"/><Relationship Id="rId22" Type="http://schemas.openxmlformats.org/officeDocument/2006/relationships/image" Target="../media/image179.png"/><Relationship Id="rId27" Type="http://schemas.openxmlformats.org/officeDocument/2006/relationships/image" Target="../media/image182.png"/><Relationship Id="rId30" Type="http://schemas.openxmlformats.org/officeDocument/2006/relationships/image" Target="../media/image194.png"/><Relationship Id="rId43" Type="http://schemas.openxmlformats.org/officeDocument/2006/relationships/image" Target="../media/image199.png"/><Relationship Id="rId48" Type="http://schemas.openxmlformats.org/officeDocument/2006/relationships/image" Target="../media/image204.png"/><Relationship Id="rId56" Type="http://schemas.openxmlformats.org/officeDocument/2006/relationships/image" Target="../media/image215.png"/><Relationship Id="rId64" Type="http://schemas.openxmlformats.org/officeDocument/2006/relationships/image" Target="../media/image223.png"/><Relationship Id="rId69" Type="http://schemas.openxmlformats.org/officeDocument/2006/relationships/image" Target="../media/image228.png"/><Relationship Id="rId77" Type="http://schemas.openxmlformats.org/officeDocument/2006/relationships/image" Target="../media/image231.png"/><Relationship Id="rId8" Type="http://schemas.openxmlformats.org/officeDocument/2006/relationships/image" Target="../media/image4.png"/><Relationship Id="rId51" Type="http://schemas.openxmlformats.org/officeDocument/2006/relationships/image" Target="../media/image210.png"/><Relationship Id="rId72" Type="http://schemas.openxmlformats.org/officeDocument/2006/relationships/image" Target="../media/image168.png"/><Relationship Id="rId80" Type="http://schemas.openxmlformats.org/officeDocument/2006/relationships/image" Target="../media/image184.png"/><Relationship Id="rId3" Type="http://schemas.openxmlformats.org/officeDocument/2006/relationships/image" Target="../media/image161.png"/><Relationship Id="rId12" Type="http://schemas.openxmlformats.org/officeDocument/2006/relationships/image" Target="../media/image130.png"/><Relationship Id="rId17" Type="http://schemas.openxmlformats.org/officeDocument/2006/relationships/image" Target="../media/image191.png"/><Relationship Id="rId25" Type="http://schemas.openxmlformats.org/officeDocument/2006/relationships/image" Target="../media/image180.png"/><Relationship Id="rId33" Type="http://schemas.openxmlformats.org/officeDocument/2006/relationships/image" Target="../media/image142.png"/><Relationship Id="rId38" Type="http://schemas.openxmlformats.org/officeDocument/2006/relationships/image" Target="../media/image195.png"/><Relationship Id="rId46" Type="http://schemas.openxmlformats.org/officeDocument/2006/relationships/image" Target="../media/image202.png"/><Relationship Id="rId59" Type="http://schemas.openxmlformats.org/officeDocument/2006/relationships/image" Target="../media/image218.png"/><Relationship Id="rId67" Type="http://schemas.openxmlformats.org/officeDocument/2006/relationships/image" Target="../media/image226.png"/><Relationship Id="rId20" Type="http://schemas.openxmlformats.org/officeDocument/2006/relationships/image" Target="../media/image177.png"/><Relationship Id="rId41" Type="http://schemas.openxmlformats.org/officeDocument/2006/relationships/image" Target="../media/image185.png"/><Relationship Id="rId54" Type="http://schemas.openxmlformats.org/officeDocument/2006/relationships/image" Target="../media/image213.png"/><Relationship Id="rId62" Type="http://schemas.openxmlformats.org/officeDocument/2006/relationships/image" Target="../media/image221.png"/><Relationship Id="rId70" Type="http://schemas.openxmlformats.org/officeDocument/2006/relationships/image" Target="../media/image165.png"/><Relationship Id="rId75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5" Type="http://schemas.openxmlformats.org/officeDocument/2006/relationships/image" Target="../media/image190.png"/><Relationship Id="rId23" Type="http://schemas.openxmlformats.org/officeDocument/2006/relationships/image" Target="../media/image170.png"/><Relationship Id="rId28" Type="http://schemas.openxmlformats.org/officeDocument/2006/relationships/image" Target="../media/image183.png"/><Relationship Id="rId49" Type="http://schemas.openxmlformats.org/officeDocument/2006/relationships/image" Target="../media/image208.png"/><Relationship Id="rId57" Type="http://schemas.openxmlformats.org/officeDocument/2006/relationships/image" Target="../media/image216.png"/><Relationship Id="rId10" Type="http://schemas.openxmlformats.org/officeDocument/2006/relationships/image" Target="../media/image128.png"/><Relationship Id="rId31" Type="http://schemas.openxmlformats.org/officeDocument/2006/relationships/image" Target="../media/image140.png"/><Relationship Id="rId44" Type="http://schemas.openxmlformats.org/officeDocument/2006/relationships/image" Target="../media/image200.png"/><Relationship Id="rId52" Type="http://schemas.openxmlformats.org/officeDocument/2006/relationships/image" Target="../media/image211.png"/><Relationship Id="rId60" Type="http://schemas.openxmlformats.org/officeDocument/2006/relationships/image" Target="../media/image219.png"/><Relationship Id="rId65" Type="http://schemas.openxmlformats.org/officeDocument/2006/relationships/image" Target="../media/image224.png"/><Relationship Id="rId73" Type="http://schemas.openxmlformats.org/officeDocument/2006/relationships/image" Target="../media/image169.png"/><Relationship Id="rId78" Type="http://schemas.openxmlformats.org/officeDocument/2006/relationships/image" Target="../media/image175.png"/><Relationship Id="rId81" Type="http://schemas.openxmlformats.org/officeDocument/2006/relationships/image" Target="../media/image232.png"/><Relationship Id="rId4" Type="http://schemas.openxmlformats.org/officeDocument/2006/relationships/image" Target="../media/image162.png"/><Relationship Id="rId9" Type="http://schemas.openxmlformats.org/officeDocument/2006/relationships/image" Target="../media/image187.png"/><Relationship Id="rId13" Type="http://schemas.openxmlformats.org/officeDocument/2006/relationships/image" Target="../media/image189.png"/><Relationship Id="rId18" Type="http://schemas.openxmlformats.org/officeDocument/2006/relationships/image" Target="../media/image136.png"/><Relationship Id="rId39" Type="http://schemas.openxmlformats.org/officeDocument/2006/relationships/image" Target="../media/image196.png"/><Relationship Id="rId50" Type="http://schemas.openxmlformats.org/officeDocument/2006/relationships/image" Target="../media/image209.png"/><Relationship Id="rId55" Type="http://schemas.openxmlformats.org/officeDocument/2006/relationships/image" Target="../media/image214.png"/><Relationship Id="rId76" Type="http://schemas.openxmlformats.org/officeDocument/2006/relationships/image" Target="../media/image173.png"/><Relationship Id="rId7" Type="http://schemas.openxmlformats.org/officeDocument/2006/relationships/image" Target="../media/image186.png"/><Relationship Id="rId71" Type="http://schemas.openxmlformats.org/officeDocument/2006/relationships/image" Target="../media/image229.png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193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1.png"/><Relationship Id="rId21" Type="http://schemas.openxmlformats.org/officeDocument/2006/relationships/image" Target="../media/image178.png"/><Relationship Id="rId42" Type="http://schemas.openxmlformats.org/officeDocument/2006/relationships/image" Target="../media/image198.png"/><Relationship Id="rId47" Type="http://schemas.openxmlformats.org/officeDocument/2006/relationships/image" Target="../media/image203.png"/><Relationship Id="rId63" Type="http://schemas.openxmlformats.org/officeDocument/2006/relationships/image" Target="../media/image155.png"/><Relationship Id="rId68" Type="http://schemas.openxmlformats.org/officeDocument/2006/relationships/image" Target="../media/image1900.png"/><Relationship Id="rId84" Type="http://schemas.openxmlformats.org/officeDocument/2006/relationships/image" Target="../media/image2100.png"/><Relationship Id="rId89" Type="http://schemas.openxmlformats.org/officeDocument/2006/relationships/image" Target="../media/image2150.png"/><Relationship Id="rId16" Type="http://schemas.openxmlformats.org/officeDocument/2006/relationships/image" Target="../media/image134.png"/><Relationship Id="rId11" Type="http://schemas.openxmlformats.org/officeDocument/2006/relationships/image" Target="../media/image129.png"/><Relationship Id="rId32" Type="http://schemas.openxmlformats.org/officeDocument/2006/relationships/image" Target="../media/image1870.png"/><Relationship Id="rId53" Type="http://schemas.openxmlformats.org/officeDocument/2006/relationships/image" Target="../media/image145.png"/><Relationship Id="rId58" Type="http://schemas.openxmlformats.org/officeDocument/2006/relationships/image" Target="../media/image150.png"/><Relationship Id="rId74" Type="http://schemas.openxmlformats.org/officeDocument/2006/relationships/image" Target="../media/image1930.png"/><Relationship Id="rId79" Type="http://schemas.openxmlformats.org/officeDocument/2006/relationships/image" Target="../media/image176.png"/><Relationship Id="rId102" Type="http://schemas.openxmlformats.org/officeDocument/2006/relationships/image" Target="../media/image2280.png"/><Relationship Id="rId5" Type="http://schemas.openxmlformats.org/officeDocument/2006/relationships/image" Target="../media/image163.png"/><Relationship Id="rId90" Type="http://schemas.openxmlformats.org/officeDocument/2006/relationships/image" Target="../media/image2160.png"/><Relationship Id="rId95" Type="http://schemas.openxmlformats.org/officeDocument/2006/relationships/image" Target="../media/image2210.png"/><Relationship Id="rId22" Type="http://schemas.openxmlformats.org/officeDocument/2006/relationships/image" Target="../media/image179.png"/><Relationship Id="rId27" Type="http://schemas.openxmlformats.org/officeDocument/2006/relationships/image" Target="../media/image182.png"/><Relationship Id="rId43" Type="http://schemas.openxmlformats.org/officeDocument/2006/relationships/image" Target="../media/image199.png"/><Relationship Id="rId48" Type="http://schemas.openxmlformats.org/officeDocument/2006/relationships/image" Target="../media/image204.png"/><Relationship Id="rId64" Type="http://schemas.openxmlformats.org/officeDocument/2006/relationships/image" Target="../media/image156.png"/><Relationship Id="rId69" Type="http://schemas.openxmlformats.org/officeDocument/2006/relationships/image" Target="../media/image1910.png"/><Relationship Id="rId80" Type="http://schemas.openxmlformats.org/officeDocument/2006/relationships/image" Target="../media/image184.png"/><Relationship Id="rId85" Type="http://schemas.openxmlformats.org/officeDocument/2006/relationships/image" Target="../media/image2110.png"/><Relationship Id="rId3" Type="http://schemas.openxmlformats.org/officeDocument/2006/relationships/image" Target="../media/image161.png"/><Relationship Id="rId12" Type="http://schemas.openxmlformats.org/officeDocument/2006/relationships/image" Target="../media/image130.png"/><Relationship Id="rId17" Type="http://schemas.openxmlformats.org/officeDocument/2006/relationships/image" Target="../media/image135.png"/><Relationship Id="rId25" Type="http://schemas.openxmlformats.org/officeDocument/2006/relationships/image" Target="../media/image180.png"/><Relationship Id="rId33" Type="http://schemas.openxmlformats.org/officeDocument/2006/relationships/image" Target="../media/image1880.png"/><Relationship Id="rId38" Type="http://schemas.openxmlformats.org/officeDocument/2006/relationships/image" Target="../media/image195.png"/><Relationship Id="rId46" Type="http://schemas.openxmlformats.org/officeDocument/2006/relationships/image" Target="../media/image202.png"/><Relationship Id="rId59" Type="http://schemas.openxmlformats.org/officeDocument/2006/relationships/image" Target="../media/image151.png"/><Relationship Id="rId67" Type="http://schemas.openxmlformats.org/officeDocument/2006/relationships/image" Target="../media/image1890.png"/><Relationship Id="rId20" Type="http://schemas.openxmlformats.org/officeDocument/2006/relationships/image" Target="../media/image177.png"/><Relationship Id="rId41" Type="http://schemas.openxmlformats.org/officeDocument/2006/relationships/image" Target="../media/image185.png"/><Relationship Id="rId54" Type="http://schemas.openxmlformats.org/officeDocument/2006/relationships/image" Target="../media/image146.png"/><Relationship Id="rId62" Type="http://schemas.openxmlformats.org/officeDocument/2006/relationships/image" Target="../media/image154.png"/><Relationship Id="rId70" Type="http://schemas.openxmlformats.org/officeDocument/2006/relationships/image" Target="../media/image165.png"/><Relationship Id="rId75" Type="http://schemas.openxmlformats.org/officeDocument/2006/relationships/image" Target="../media/image1940.png"/><Relationship Id="rId83" Type="http://schemas.openxmlformats.org/officeDocument/2006/relationships/image" Target="../media/image2090.png"/><Relationship Id="rId88" Type="http://schemas.openxmlformats.org/officeDocument/2006/relationships/image" Target="../media/image2140.png"/><Relationship Id="rId91" Type="http://schemas.openxmlformats.org/officeDocument/2006/relationships/image" Target="../media/image2170.png"/><Relationship Id="rId96" Type="http://schemas.openxmlformats.org/officeDocument/2006/relationships/image" Target="../media/image2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5" Type="http://schemas.openxmlformats.org/officeDocument/2006/relationships/image" Target="../media/image133.png"/><Relationship Id="rId23" Type="http://schemas.openxmlformats.org/officeDocument/2006/relationships/image" Target="../media/image170.png"/><Relationship Id="rId28" Type="http://schemas.openxmlformats.org/officeDocument/2006/relationships/image" Target="../media/image183.png"/><Relationship Id="rId49" Type="http://schemas.openxmlformats.org/officeDocument/2006/relationships/image" Target="../media/image205.png"/><Relationship Id="rId57" Type="http://schemas.openxmlformats.org/officeDocument/2006/relationships/image" Target="../media/image149.png"/><Relationship Id="rId10" Type="http://schemas.openxmlformats.org/officeDocument/2006/relationships/image" Target="../media/image128.png"/><Relationship Id="rId31" Type="http://schemas.openxmlformats.org/officeDocument/2006/relationships/image" Target="../media/image1860.png"/><Relationship Id="rId44" Type="http://schemas.openxmlformats.org/officeDocument/2006/relationships/image" Target="../media/image200.png"/><Relationship Id="rId52" Type="http://schemas.openxmlformats.org/officeDocument/2006/relationships/image" Target="../media/image144.png"/><Relationship Id="rId60" Type="http://schemas.openxmlformats.org/officeDocument/2006/relationships/image" Target="../media/image152.png"/><Relationship Id="rId65" Type="http://schemas.openxmlformats.org/officeDocument/2006/relationships/image" Target="../media/image157.png"/><Relationship Id="rId73" Type="http://schemas.openxmlformats.org/officeDocument/2006/relationships/image" Target="../media/image169.png"/><Relationship Id="rId78" Type="http://schemas.openxmlformats.org/officeDocument/2006/relationships/image" Target="../media/image175.png"/><Relationship Id="rId81" Type="http://schemas.openxmlformats.org/officeDocument/2006/relationships/image" Target="../media/image2070.png"/><Relationship Id="rId86" Type="http://schemas.openxmlformats.org/officeDocument/2006/relationships/image" Target="../media/image2120.png"/><Relationship Id="rId94" Type="http://schemas.openxmlformats.org/officeDocument/2006/relationships/image" Target="../media/image2200.png"/><Relationship Id="rId99" Type="http://schemas.openxmlformats.org/officeDocument/2006/relationships/image" Target="../media/image2250.png"/><Relationship Id="rId101" Type="http://schemas.openxmlformats.org/officeDocument/2006/relationships/image" Target="../media/image2270.png"/><Relationship Id="rId4" Type="http://schemas.openxmlformats.org/officeDocument/2006/relationships/image" Target="../media/image162.png"/><Relationship Id="rId9" Type="http://schemas.openxmlformats.org/officeDocument/2006/relationships/image" Target="../media/image51.png"/><Relationship Id="rId13" Type="http://schemas.openxmlformats.org/officeDocument/2006/relationships/image" Target="../media/image131.png"/><Relationship Id="rId18" Type="http://schemas.openxmlformats.org/officeDocument/2006/relationships/image" Target="../media/image136.png"/><Relationship Id="rId39" Type="http://schemas.openxmlformats.org/officeDocument/2006/relationships/image" Target="../media/image196.png"/><Relationship Id="rId34" Type="http://schemas.openxmlformats.org/officeDocument/2006/relationships/image" Target="../media/image142.png"/><Relationship Id="rId50" Type="http://schemas.openxmlformats.org/officeDocument/2006/relationships/image" Target="../media/image206.png"/><Relationship Id="rId55" Type="http://schemas.openxmlformats.org/officeDocument/2006/relationships/image" Target="../media/image147.png"/><Relationship Id="rId76" Type="http://schemas.openxmlformats.org/officeDocument/2006/relationships/image" Target="../media/image173.png"/><Relationship Id="rId97" Type="http://schemas.openxmlformats.org/officeDocument/2006/relationships/image" Target="../media/image2230.png"/><Relationship Id="rId7" Type="http://schemas.openxmlformats.org/officeDocument/2006/relationships/image" Target="../media/image3.png"/><Relationship Id="rId71" Type="http://schemas.openxmlformats.org/officeDocument/2006/relationships/image" Target="../media/image167.png"/><Relationship Id="rId92" Type="http://schemas.openxmlformats.org/officeDocument/2006/relationships/image" Target="../media/image2180.png"/><Relationship Id="rId2" Type="http://schemas.openxmlformats.org/officeDocument/2006/relationships/notesSlide" Target="../notesSlides/notesSlide3.xml"/><Relationship Id="rId29" Type="http://schemas.openxmlformats.org/officeDocument/2006/relationships/image" Target="../media/image138.png"/><Relationship Id="rId24" Type="http://schemas.openxmlformats.org/officeDocument/2006/relationships/image" Target="../media/image166.png"/><Relationship Id="rId40" Type="http://schemas.openxmlformats.org/officeDocument/2006/relationships/image" Target="../media/image197.png"/><Relationship Id="rId45" Type="http://schemas.openxmlformats.org/officeDocument/2006/relationships/image" Target="../media/image201.png"/><Relationship Id="rId66" Type="http://schemas.openxmlformats.org/officeDocument/2006/relationships/image" Target="../media/image158.png"/><Relationship Id="rId87" Type="http://schemas.openxmlformats.org/officeDocument/2006/relationships/image" Target="../media/image2130.png"/><Relationship Id="rId61" Type="http://schemas.openxmlformats.org/officeDocument/2006/relationships/image" Target="../media/image153.png"/><Relationship Id="rId82" Type="http://schemas.openxmlformats.org/officeDocument/2006/relationships/image" Target="../media/image2080.png"/><Relationship Id="rId19" Type="http://schemas.openxmlformats.org/officeDocument/2006/relationships/image" Target="../media/image137.png"/><Relationship Id="rId14" Type="http://schemas.openxmlformats.org/officeDocument/2006/relationships/image" Target="../media/image132.png"/><Relationship Id="rId30" Type="http://schemas.openxmlformats.org/officeDocument/2006/relationships/image" Target="../media/image139.png"/><Relationship Id="rId56" Type="http://schemas.openxmlformats.org/officeDocument/2006/relationships/image" Target="../media/image148.png"/><Relationship Id="rId77" Type="http://schemas.openxmlformats.org/officeDocument/2006/relationships/image" Target="../media/image174.png"/><Relationship Id="rId100" Type="http://schemas.openxmlformats.org/officeDocument/2006/relationships/image" Target="../media/image2260.png"/><Relationship Id="rId8" Type="http://schemas.openxmlformats.org/officeDocument/2006/relationships/image" Target="../media/image4.png"/><Relationship Id="rId51" Type="http://schemas.openxmlformats.org/officeDocument/2006/relationships/image" Target="../media/image143.png"/><Relationship Id="rId72" Type="http://schemas.openxmlformats.org/officeDocument/2006/relationships/image" Target="../media/image1920.png"/><Relationship Id="rId93" Type="http://schemas.openxmlformats.org/officeDocument/2006/relationships/image" Target="../media/image2190.png"/><Relationship Id="rId98" Type="http://schemas.openxmlformats.org/officeDocument/2006/relationships/image" Target="../media/image2240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3.png"/><Relationship Id="rId18" Type="http://schemas.openxmlformats.org/officeDocument/2006/relationships/image" Target="../media/image1050.png"/><Relationship Id="rId39" Type="http://schemas.openxmlformats.org/officeDocument/2006/relationships/image" Target="../media/image69.png"/><Relationship Id="rId3" Type="http://schemas.openxmlformats.org/officeDocument/2006/relationships/image" Target="../media/image6.png"/><Relationship Id="rId34" Type="http://schemas.openxmlformats.org/officeDocument/2006/relationships/image" Target="../media/image64.png"/><Relationship Id="rId42" Type="http://schemas.openxmlformats.org/officeDocument/2006/relationships/image" Target="../media/image1090.png"/><Relationship Id="rId47" Type="http://schemas.openxmlformats.org/officeDocument/2006/relationships/image" Target="../media/image1140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1040.png"/><Relationship Id="rId33" Type="http://schemas.openxmlformats.org/officeDocument/2006/relationships/image" Target="../media/image63.png"/><Relationship Id="rId38" Type="http://schemas.openxmlformats.org/officeDocument/2006/relationships/image" Target="../media/image68.png"/><Relationship Id="rId46" Type="http://schemas.openxmlformats.org/officeDocument/2006/relationships/image" Target="../media/image1130.png"/><Relationship Id="rId2" Type="http://schemas.openxmlformats.org/officeDocument/2006/relationships/image" Target="../media/image234.png"/><Relationship Id="rId16" Type="http://schemas.openxmlformats.org/officeDocument/2006/relationships/image" Target="../media/image86.png"/><Relationship Id="rId20" Type="http://schemas.openxmlformats.org/officeDocument/2006/relationships/image" Target="../media/image1070.png"/><Relationship Id="rId41" Type="http://schemas.openxmlformats.org/officeDocument/2006/relationships/image" Target="../media/image10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37" Type="http://schemas.openxmlformats.org/officeDocument/2006/relationships/image" Target="../media/image67.png"/><Relationship Id="rId40" Type="http://schemas.openxmlformats.org/officeDocument/2006/relationships/image" Target="../media/image70.png"/><Relationship Id="rId45" Type="http://schemas.openxmlformats.org/officeDocument/2006/relationships/image" Target="../media/image1120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36" Type="http://schemas.openxmlformats.org/officeDocument/2006/relationships/image" Target="../media/image66.png"/><Relationship Id="rId10" Type="http://schemas.openxmlformats.org/officeDocument/2006/relationships/image" Target="../media/image80.png"/><Relationship Id="rId19" Type="http://schemas.openxmlformats.org/officeDocument/2006/relationships/image" Target="../media/image1060.png"/><Relationship Id="rId44" Type="http://schemas.openxmlformats.org/officeDocument/2006/relationships/image" Target="../media/image1110.png"/><Relationship Id="rId4" Type="http://schemas.openxmlformats.org/officeDocument/2006/relationships/image" Target="../media/image7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Relationship Id="rId35" Type="http://schemas.openxmlformats.org/officeDocument/2006/relationships/image" Target="../media/image65.png"/><Relationship Id="rId43" Type="http://schemas.openxmlformats.org/officeDocument/2006/relationships/image" Target="../media/image1100.png"/><Relationship Id="rId8" Type="http://schemas.openxmlformats.org/officeDocument/2006/relationships/image" Target="../media/image78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3.png"/><Relationship Id="rId18" Type="http://schemas.openxmlformats.org/officeDocument/2006/relationships/image" Target="../media/image239.png"/><Relationship Id="rId39" Type="http://schemas.openxmlformats.org/officeDocument/2006/relationships/image" Target="../media/image69.png"/><Relationship Id="rId3" Type="http://schemas.openxmlformats.org/officeDocument/2006/relationships/image" Target="../media/image236.png"/><Relationship Id="rId34" Type="http://schemas.openxmlformats.org/officeDocument/2006/relationships/image" Target="../media/image64.png"/><Relationship Id="rId42" Type="http://schemas.openxmlformats.org/officeDocument/2006/relationships/image" Target="../media/image1090.png"/><Relationship Id="rId47" Type="http://schemas.openxmlformats.org/officeDocument/2006/relationships/image" Target="../media/image1140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238.png"/><Relationship Id="rId33" Type="http://schemas.openxmlformats.org/officeDocument/2006/relationships/image" Target="../media/image63.png"/><Relationship Id="rId38" Type="http://schemas.openxmlformats.org/officeDocument/2006/relationships/image" Target="../media/image68.png"/><Relationship Id="rId46" Type="http://schemas.openxmlformats.org/officeDocument/2006/relationships/image" Target="../media/image245.png"/><Relationship Id="rId2" Type="http://schemas.openxmlformats.org/officeDocument/2006/relationships/image" Target="../media/image235.png"/><Relationship Id="rId16" Type="http://schemas.openxmlformats.org/officeDocument/2006/relationships/image" Target="../media/image86.png"/><Relationship Id="rId20" Type="http://schemas.openxmlformats.org/officeDocument/2006/relationships/image" Target="../media/image241.png"/><Relationship Id="rId41" Type="http://schemas.openxmlformats.org/officeDocument/2006/relationships/image" Target="../media/image10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37" Type="http://schemas.openxmlformats.org/officeDocument/2006/relationships/image" Target="../media/image67.png"/><Relationship Id="rId40" Type="http://schemas.openxmlformats.org/officeDocument/2006/relationships/image" Target="../media/image70.png"/><Relationship Id="rId45" Type="http://schemas.openxmlformats.org/officeDocument/2006/relationships/image" Target="../media/image244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36" Type="http://schemas.openxmlformats.org/officeDocument/2006/relationships/image" Target="../media/image66.png"/><Relationship Id="rId10" Type="http://schemas.openxmlformats.org/officeDocument/2006/relationships/image" Target="../media/image80.png"/><Relationship Id="rId19" Type="http://schemas.openxmlformats.org/officeDocument/2006/relationships/image" Target="../media/image240.png"/><Relationship Id="rId44" Type="http://schemas.openxmlformats.org/officeDocument/2006/relationships/image" Target="../media/image243.png"/><Relationship Id="rId4" Type="http://schemas.openxmlformats.org/officeDocument/2006/relationships/image" Target="../media/image237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Relationship Id="rId35" Type="http://schemas.openxmlformats.org/officeDocument/2006/relationships/image" Target="../media/image65.png"/><Relationship Id="rId43" Type="http://schemas.openxmlformats.org/officeDocument/2006/relationships/image" Target="../media/image242.png"/><Relationship Id="rId8" Type="http://schemas.openxmlformats.org/officeDocument/2006/relationships/image" Target="../media/image78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30.png"/><Relationship Id="rId18" Type="http://schemas.openxmlformats.org/officeDocument/2006/relationships/image" Target="../media/image1280.png"/><Relationship Id="rId39" Type="http://schemas.openxmlformats.org/officeDocument/2006/relationships/image" Target="../media/image69.png"/><Relationship Id="rId3" Type="http://schemas.openxmlformats.org/officeDocument/2006/relationships/image" Target="../media/image6.png"/><Relationship Id="rId34" Type="http://schemas.openxmlformats.org/officeDocument/2006/relationships/image" Target="../media/image64.png"/><Relationship Id="rId42" Type="http://schemas.openxmlformats.org/officeDocument/2006/relationships/image" Target="../media/image1090.png"/><Relationship Id="rId7" Type="http://schemas.openxmlformats.org/officeDocument/2006/relationships/image" Target="../media/image1170.png"/><Relationship Id="rId12" Type="http://schemas.openxmlformats.org/officeDocument/2006/relationships/image" Target="../media/image1220.png"/><Relationship Id="rId17" Type="http://schemas.openxmlformats.org/officeDocument/2006/relationships/image" Target="../media/image1270.png"/><Relationship Id="rId33" Type="http://schemas.openxmlformats.org/officeDocument/2006/relationships/image" Target="../media/image63.png"/><Relationship Id="rId38" Type="http://schemas.openxmlformats.org/officeDocument/2006/relationships/image" Target="../media/image68.png"/><Relationship Id="rId2" Type="http://schemas.openxmlformats.org/officeDocument/2006/relationships/image" Target="../media/image5.png"/><Relationship Id="rId16" Type="http://schemas.openxmlformats.org/officeDocument/2006/relationships/image" Target="../media/image1260.png"/><Relationship Id="rId20" Type="http://schemas.openxmlformats.org/officeDocument/2006/relationships/image" Target="../media/image1300.png"/><Relationship Id="rId41" Type="http://schemas.openxmlformats.org/officeDocument/2006/relationships/image" Target="../media/image10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0.png"/><Relationship Id="rId11" Type="http://schemas.openxmlformats.org/officeDocument/2006/relationships/image" Target="../media/image1210.png"/><Relationship Id="rId37" Type="http://schemas.openxmlformats.org/officeDocument/2006/relationships/image" Target="../media/image67.png"/><Relationship Id="rId40" Type="http://schemas.openxmlformats.org/officeDocument/2006/relationships/image" Target="../media/image70.png"/><Relationship Id="rId45" Type="http://schemas.openxmlformats.org/officeDocument/2006/relationships/image" Target="../media/image1310.png"/><Relationship Id="rId5" Type="http://schemas.openxmlformats.org/officeDocument/2006/relationships/image" Target="../media/image1150.png"/><Relationship Id="rId15" Type="http://schemas.openxmlformats.org/officeDocument/2006/relationships/image" Target="../media/image1250.png"/><Relationship Id="rId36" Type="http://schemas.openxmlformats.org/officeDocument/2006/relationships/image" Target="../media/image66.png"/><Relationship Id="rId10" Type="http://schemas.openxmlformats.org/officeDocument/2006/relationships/image" Target="../media/image1200.png"/><Relationship Id="rId19" Type="http://schemas.openxmlformats.org/officeDocument/2006/relationships/image" Target="../media/image1290.png"/><Relationship Id="rId44" Type="http://schemas.openxmlformats.org/officeDocument/2006/relationships/image" Target="../media/image1110.png"/><Relationship Id="rId4" Type="http://schemas.openxmlformats.org/officeDocument/2006/relationships/image" Target="../media/image7.png"/><Relationship Id="rId9" Type="http://schemas.openxmlformats.org/officeDocument/2006/relationships/image" Target="../media/image1190.png"/><Relationship Id="rId14" Type="http://schemas.openxmlformats.org/officeDocument/2006/relationships/image" Target="../media/image1240.png"/><Relationship Id="rId35" Type="http://schemas.openxmlformats.org/officeDocument/2006/relationships/image" Target="../media/image65.png"/><Relationship Id="rId43" Type="http://schemas.openxmlformats.org/officeDocument/2006/relationships/image" Target="../media/image1100.png"/><Relationship Id="rId8" Type="http://schemas.openxmlformats.org/officeDocument/2006/relationships/image" Target="../media/image118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0.png"/><Relationship Id="rId3" Type="http://schemas.openxmlformats.org/officeDocument/2006/relationships/image" Target="../media/image1340.png"/><Relationship Id="rId7" Type="http://schemas.openxmlformats.org/officeDocument/2006/relationships/image" Target="../media/image1380.png"/><Relationship Id="rId2" Type="http://schemas.openxmlformats.org/officeDocument/2006/relationships/image" Target="../media/image1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0.png"/><Relationship Id="rId5" Type="http://schemas.openxmlformats.org/officeDocument/2006/relationships/image" Target="../media/image1360.png"/><Relationship Id="rId4" Type="http://schemas.openxmlformats.org/officeDocument/2006/relationships/image" Target="../media/image135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13" Type="http://schemas.openxmlformats.org/officeDocument/2006/relationships/image" Target="../media/image258.png"/><Relationship Id="rId18" Type="http://schemas.openxmlformats.org/officeDocument/2006/relationships/image" Target="../media/image263.png"/><Relationship Id="rId26" Type="http://schemas.openxmlformats.org/officeDocument/2006/relationships/image" Target="../media/image271.png"/><Relationship Id="rId3" Type="http://schemas.openxmlformats.org/officeDocument/2006/relationships/image" Target="../media/image248.png"/><Relationship Id="rId21" Type="http://schemas.openxmlformats.org/officeDocument/2006/relationships/image" Target="../media/image266.png"/><Relationship Id="rId7" Type="http://schemas.openxmlformats.org/officeDocument/2006/relationships/image" Target="../media/image252.png"/><Relationship Id="rId12" Type="http://schemas.openxmlformats.org/officeDocument/2006/relationships/image" Target="../media/image257.png"/><Relationship Id="rId17" Type="http://schemas.openxmlformats.org/officeDocument/2006/relationships/image" Target="../media/image262.png"/><Relationship Id="rId25" Type="http://schemas.openxmlformats.org/officeDocument/2006/relationships/image" Target="../media/image270.png"/><Relationship Id="rId2" Type="http://schemas.openxmlformats.org/officeDocument/2006/relationships/image" Target="../media/image247.png"/><Relationship Id="rId16" Type="http://schemas.openxmlformats.org/officeDocument/2006/relationships/image" Target="../media/image261.png"/><Relationship Id="rId20" Type="http://schemas.openxmlformats.org/officeDocument/2006/relationships/image" Target="../media/image2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1.png"/><Relationship Id="rId11" Type="http://schemas.openxmlformats.org/officeDocument/2006/relationships/image" Target="../media/image256.png"/><Relationship Id="rId24" Type="http://schemas.openxmlformats.org/officeDocument/2006/relationships/image" Target="../media/image269.png"/><Relationship Id="rId5" Type="http://schemas.openxmlformats.org/officeDocument/2006/relationships/image" Target="../media/image250.png"/><Relationship Id="rId15" Type="http://schemas.openxmlformats.org/officeDocument/2006/relationships/image" Target="../media/image260.png"/><Relationship Id="rId23" Type="http://schemas.openxmlformats.org/officeDocument/2006/relationships/image" Target="../media/image268.png"/><Relationship Id="rId28" Type="http://schemas.openxmlformats.org/officeDocument/2006/relationships/image" Target="../media/image273.png"/><Relationship Id="rId10" Type="http://schemas.openxmlformats.org/officeDocument/2006/relationships/image" Target="../media/image255.png"/><Relationship Id="rId19" Type="http://schemas.openxmlformats.org/officeDocument/2006/relationships/image" Target="../media/image264.png"/><Relationship Id="rId4" Type="http://schemas.openxmlformats.org/officeDocument/2006/relationships/image" Target="../media/image249.png"/><Relationship Id="rId9" Type="http://schemas.openxmlformats.org/officeDocument/2006/relationships/image" Target="../media/image254.png"/><Relationship Id="rId14" Type="http://schemas.openxmlformats.org/officeDocument/2006/relationships/image" Target="../media/image259.png"/><Relationship Id="rId22" Type="http://schemas.openxmlformats.org/officeDocument/2006/relationships/image" Target="../media/image267.png"/><Relationship Id="rId27" Type="http://schemas.openxmlformats.org/officeDocument/2006/relationships/image" Target="../media/image272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8.png"/><Relationship Id="rId18" Type="http://schemas.openxmlformats.org/officeDocument/2006/relationships/image" Target="../media/image276.png"/><Relationship Id="rId26" Type="http://schemas.openxmlformats.org/officeDocument/2006/relationships/image" Target="../media/image284.png"/><Relationship Id="rId39" Type="http://schemas.openxmlformats.org/officeDocument/2006/relationships/image" Target="../media/image297.png"/><Relationship Id="rId21" Type="http://schemas.openxmlformats.org/officeDocument/2006/relationships/image" Target="../media/image279.png"/><Relationship Id="rId34" Type="http://schemas.openxmlformats.org/officeDocument/2006/relationships/image" Target="../media/image292.png"/><Relationship Id="rId7" Type="http://schemas.openxmlformats.org/officeDocument/2006/relationships/image" Target="../media/image252.png"/><Relationship Id="rId12" Type="http://schemas.openxmlformats.org/officeDocument/2006/relationships/image" Target="../media/image257.png"/><Relationship Id="rId17" Type="http://schemas.openxmlformats.org/officeDocument/2006/relationships/image" Target="../media/image275.png"/><Relationship Id="rId25" Type="http://schemas.openxmlformats.org/officeDocument/2006/relationships/image" Target="../media/image283.png"/><Relationship Id="rId33" Type="http://schemas.openxmlformats.org/officeDocument/2006/relationships/image" Target="../media/image291.png"/><Relationship Id="rId38" Type="http://schemas.openxmlformats.org/officeDocument/2006/relationships/image" Target="../media/image296.png"/><Relationship Id="rId2" Type="http://schemas.openxmlformats.org/officeDocument/2006/relationships/image" Target="../media/image247.png"/><Relationship Id="rId16" Type="http://schemas.openxmlformats.org/officeDocument/2006/relationships/image" Target="../media/image274.png"/><Relationship Id="rId20" Type="http://schemas.openxmlformats.org/officeDocument/2006/relationships/image" Target="../media/image278.png"/><Relationship Id="rId29" Type="http://schemas.openxmlformats.org/officeDocument/2006/relationships/image" Target="../media/image2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1.png"/><Relationship Id="rId11" Type="http://schemas.openxmlformats.org/officeDocument/2006/relationships/image" Target="../media/image256.png"/><Relationship Id="rId24" Type="http://schemas.openxmlformats.org/officeDocument/2006/relationships/image" Target="../media/image282.png"/><Relationship Id="rId32" Type="http://schemas.openxmlformats.org/officeDocument/2006/relationships/image" Target="../media/image290.png"/><Relationship Id="rId37" Type="http://schemas.openxmlformats.org/officeDocument/2006/relationships/image" Target="../media/image295.png"/><Relationship Id="rId5" Type="http://schemas.openxmlformats.org/officeDocument/2006/relationships/image" Target="../media/image250.png"/><Relationship Id="rId15" Type="http://schemas.openxmlformats.org/officeDocument/2006/relationships/image" Target="../media/image260.png"/><Relationship Id="rId23" Type="http://schemas.openxmlformats.org/officeDocument/2006/relationships/image" Target="../media/image281.png"/><Relationship Id="rId28" Type="http://schemas.openxmlformats.org/officeDocument/2006/relationships/image" Target="../media/image286.png"/><Relationship Id="rId36" Type="http://schemas.openxmlformats.org/officeDocument/2006/relationships/image" Target="../media/image294.png"/><Relationship Id="rId10" Type="http://schemas.openxmlformats.org/officeDocument/2006/relationships/image" Target="../media/image255.png"/><Relationship Id="rId19" Type="http://schemas.openxmlformats.org/officeDocument/2006/relationships/image" Target="../media/image277.png"/><Relationship Id="rId31" Type="http://schemas.openxmlformats.org/officeDocument/2006/relationships/image" Target="../media/image289.png"/><Relationship Id="rId4" Type="http://schemas.openxmlformats.org/officeDocument/2006/relationships/image" Target="../media/image249.png"/><Relationship Id="rId9" Type="http://schemas.openxmlformats.org/officeDocument/2006/relationships/image" Target="../media/image254.png"/><Relationship Id="rId14" Type="http://schemas.openxmlformats.org/officeDocument/2006/relationships/image" Target="../media/image259.png"/><Relationship Id="rId22" Type="http://schemas.openxmlformats.org/officeDocument/2006/relationships/image" Target="../media/image280.png"/><Relationship Id="rId27" Type="http://schemas.openxmlformats.org/officeDocument/2006/relationships/image" Target="../media/image285.png"/><Relationship Id="rId30" Type="http://schemas.openxmlformats.org/officeDocument/2006/relationships/image" Target="../media/image288.png"/><Relationship Id="rId35" Type="http://schemas.openxmlformats.org/officeDocument/2006/relationships/image" Target="../media/image293.png"/><Relationship Id="rId8" Type="http://schemas.openxmlformats.org/officeDocument/2006/relationships/image" Target="../media/image253.png"/><Relationship Id="rId3" Type="http://schemas.openxmlformats.org/officeDocument/2006/relationships/image" Target="../media/image248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9.png"/><Relationship Id="rId18" Type="http://schemas.openxmlformats.org/officeDocument/2006/relationships/image" Target="../media/image314.png"/><Relationship Id="rId26" Type="http://schemas.openxmlformats.org/officeDocument/2006/relationships/image" Target="../media/image322.png"/><Relationship Id="rId39" Type="http://schemas.openxmlformats.org/officeDocument/2006/relationships/image" Target="../media/image335.png"/><Relationship Id="rId21" Type="http://schemas.openxmlformats.org/officeDocument/2006/relationships/image" Target="../media/image317.png"/><Relationship Id="rId34" Type="http://schemas.openxmlformats.org/officeDocument/2006/relationships/image" Target="../media/image330.png"/><Relationship Id="rId42" Type="http://schemas.openxmlformats.org/officeDocument/2006/relationships/image" Target="../media/image338.png"/><Relationship Id="rId7" Type="http://schemas.openxmlformats.org/officeDocument/2006/relationships/image" Target="../media/image303.png"/><Relationship Id="rId2" Type="http://schemas.openxmlformats.org/officeDocument/2006/relationships/image" Target="../media/image298.png"/><Relationship Id="rId16" Type="http://schemas.openxmlformats.org/officeDocument/2006/relationships/image" Target="../media/image312.png"/><Relationship Id="rId20" Type="http://schemas.openxmlformats.org/officeDocument/2006/relationships/image" Target="../media/image316.png"/><Relationship Id="rId29" Type="http://schemas.openxmlformats.org/officeDocument/2006/relationships/image" Target="../media/image325.png"/><Relationship Id="rId41" Type="http://schemas.openxmlformats.org/officeDocument/2006/relationships/image" Target="../media/image3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2.png"/><Relationship Id="rId11" Type="http://schemas.openxmlformats.org/officeDocument/2006/relationships/image" Target="../media/image307.png"/><Relationship Id="rId24" Type="http://schemas.openxmlformats.org/officeDocument/2006/relationships/image" Target="../media/image320.png"/><Relationship Id="rId32" Type="http://schemas.openxmlformats.org/officeDocument/2006/relationships/image" Target="../media/image328.png"/><Relationship Id="rId37" Type="http://schemas.openxmlformats.org/officeDocument/2006/relationships/image" Target="../media/image333.png"/><Relationship Id="rId40" Type="http://schemas.openxmlformats.org/officeDocument/2006/relationships/image" Target="../media/image336.png"/><Relationship Id="rId5" Type="http://schemas.openxmlformats.org/officeDocument/2006/relationships/image" Target="../media/image301.png"/><Relationship Id="rId15" Type="http://schemas.openxmlformats.org/officeDocument/2006/relationships/image" Target="../media/image311.png"/><Relationship Id="rId23" Type="http://schemas.openxmlformats.org/officeDocument/2006/relationships/image" Target="../media/image319.png"/><Relationship Id="rId28" Type="http://schemas.openxmlformats.org/officeDocument/2006/relationships/image" Target="../media/image324.png"/><Relationship Id="rId36" Type="http://schemas.openxmlformats.org/officeDocument/2006/relationships/image" Target="../media/image332.png"/><Relationship Id="rId10" Type="http://schemas.openxmlformats.org/officeDocument/2006/relationships/image" Target="../media/image306.png"/><Relationship Id="rId19" Type="http://schemas.openxmlformats.org/officeDocument/2006/relationships/image" Target="../media/image315.png"/><Relationship Id="rId31" Type="http://schemas.openxmlformats.org/officeDocument/2006/relationships/image" Target="../media/image327.png"/><Relationship Id="rId4" Type="http://schemas.openxmlformats.org/officeDocument/2006/relationships/image" Target="../media/image300.png"/><Relationship Id="rId9" Type="http://schemas.openxmlformats.org/officeDocument/2006/relationships/image" Target="../media/image305.png"/><Relationship Id="rId14" Type="http://schemas.openxmlformats.org/officeDocument/2006/relationships/image" Target="../media/image310.png"/><Relationship Id="rId22" Type="http://schemas.openxmlformats.org/officeDocument/2006/relationships/image" Target="../media/image318.png"/><Relationship Id="rId27" Type="http://schemas.openxmlformats.org/officeDocument/2006/relationships/image" Target="../media/image323.png"/><Relationship Id="rId30" Type="http://schemas.openxmlformats.org/officeDocument/2006/relationships/image" Target="../media/image326.png"/><Relationship Id="rId35" Type="http://schemas.openxmlformats.org/officeDocument/2006/relationships/image" Target="../media/image331.png"/><Relationship Id="rId8" Type="http://schemas.openxmlformats.org/officeDocument/2006/relationships/image" Target="../media/image304.png"/><Relationship Id="rId3" Type="http://schemas.openxmlformats.org/officeDocument/2006/relationships/image" Target="../media/image299.png"/><Relationship Id="rId12" Type="http://schemas.openxmlformats.org/officeDocument/2006/relationships/image" Target="../media/image308.png"/><Relationship Id="rId17" Type="http://schemas.openxmlformats.org/officeDocument/2006/relationships/image" Target="../media/image313.png"/><Relationship Id="rId25" Type="http://schemas.openxmlformats.org/officeDocument/2006/relationships/image" Target="../media/image321.png"/><Relationship Id="rId33" Type="http://schemas.openxmlformats.org/officeDocument/2006/relationships/image" Target="../media/image329.png"/><Relationship Id="rId38" Type="http://schemas.openxmlformats.org/officeDocument/2006/relationships/image" Target="../media/image3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4A5BF5-B899-F86A-312F-2F2F02A6C5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F7D670B-4E8F-6334-21B1-9F70943734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1799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674BE-C4CC-6FB5-FA2F-CCE1A0AAA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98DBE116-1AE8-5F8B-6309-6FB4C8B64F44}"/>
              </a:ext>
            </a:extLst>
          </p:cNvPr>
          <p:cNvGrpSpPr/>
          <p:nvPr/>
        </p:nvGrpSpPr>
        <p:grpSpPr>
          <a:xfrm>
            <a:off x="804533" y="973716"/>
            <a:ext cx="540000" cy="3411268"/>
            <a:chOff x="2297151" y="1489901"/>
            <a:chExt cx="540000" cy="34112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05DD6316-72F5-380C-C0C3-726886FC47A5}"/>
                    </a:ext>
                  </a:extLst>
                </p:cNvPr>
                <p:cNvSpPr txBox="1"/>
                <p:nvPr/>
              </p:nvSpPr>
              <p:spPr>
                <a:xfrm>
                  <a:off x="2297151" y="1489901"/>
                  <a:ext cx="540000" cy="46800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05DD6316-72F5-380C-C0C3-726886FC47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151" y="1489901"/>
                  <a:ext cx="540000" cy="4680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FA1D103C-CD4A-A24F-3475-6AF1E1CA2A44}"/>
                    </a:ext>
                  </a:extLst>
                </p:cNvPr>
                <p:cNvSpPr txBox="1"/>
                <p:nvPr/>
              </p:nvSpPr>
              <p:spPr>
                <a:xfrm>
                  <a:off x="2297151" y="2961535"/>
                  <a:ext cx="540000" cy="46800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FA1D103C-CD4A-A24F-3475-6AF1E1CA2A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151" y="2961535"/>
                  <a:ext cx="540000" cy="468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A9BF69B-E1D1-1413-1C74-B23C771185D0}"/>
                    </a:ext>
                  </a:extLst>
                </p:cNvPr>
                <p:cNvSpPr txBox="1"/>
                <p:nvPr/>
              </p:nvSpPr>
              <p:spPr>
                <a:xfrm>
                  <a:off x="2297151" y="4433169"/>
                  <a:ext cx="540000" cy="46800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A9BF69B-E1D1-1413-1C74-B23C77118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151" y="4433169"/>
                  <a:ext cx="540000" cy="468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5876F71-704D-8510-BE51-A18C72D70E95}"/>
              </a:ext>
            </a:extLst>
          </p:cNvPr>
          <p:cNvGrpSpPr/>
          <p:nvPr/>
        </p:nvGrpSpPr>
        <p:grpSpPr>
          <a:xfrm>
            <a:off x="3146618" y="408952"/>
            <a:ext cx="540000" cy="4540796"/>
            <a:chOff x="4410636" y="817548"/>
            <a:chExt cx="540000" cy="4540796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85FD9C7-CF40-1D68-55A6-47FB441A9DA3}"/>
                </a:ext>
              </a:extLst>
            </p:cNvPr>
            <p:cNvSpPr/>
            <p:nvPr/>
          </p:nvSpPr>
          <p:spPr>
            <a:xfrm>
              <a:off x="4410636" y="817548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C4ABA70-6CAC-824B-5EEF-5A08D50246B4}"/>
                </a:ext>
              </a:extLst>
            </p:cNvPr>
            <p:cNvSpPr/>
            <p:nvPr/>
          </p:nvSpPr>
          <p:spPr>
            <a:xfrm>
              <a:off x="4410636" y="4818344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DBED5493-E6FB-2A80-6E37-769BDCCDB518}"/>
                </a:ext>
              </a:extLst>
            </p:cNvPr>
            <p:cNvSpPr/>
            <p:nvPr/>
          </p:nvSpPr>
          <p:spPr>
            <a:xfrm>
              <a:off x="4410636" y="2151146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BEE2467E-5F02-44DD-EFD8-46910E974C12}"/>
                </a:ext>
              </a:extLst>
            </p:cNvPr>
            <p:cNvSpPr/>
            <p:nvPr/>
          </p:nvSpPr>
          <p:spPr>
            <a:xfrm>
              <a:off x="4410636" y="3484745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</p:grp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673E57F-1A13-8BAB-1E25-9D793CB17930}"/>
              </a:ext>
            </a:extLst>
          </p:cNvPr>
          <p:cNvCxnSpPr>
            <a:stCxn id="5" idx="3"/>
            <a:endCxn id="9" idx="2"/>
          </p:cNvCxnSpPr>
          <p:nvPr/>
        </p:nvCxnSpPr>
        <p:spPr>
          <a:xfrm flipV="1">
            <a:off x="1344533" y="678952"/>
            <a:ext cx="1802085" cy="528764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F7A41ADC-9786-7DD6-6DF6-332304A8D718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 flipV="1">
            <a:off x="1344533" y="678952"/>
            <a:ext cx="1802085" cy="2000398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20B185D8-0FA9-A28F-2705-8D662FD850BB}"/>
              </a:ext>
            </a:extLst>
          </p:cNvPr>
          <p:cNvCxnSpPr>
            <a:cxnSpLocks/>
            <a:stCxn id="8" idx="3"/>
            <a:endCxn id="9" idx="2"/>
          </p:cNvCxnSpPr>
          <p:nvPr/>
        </p:nvCxnSpPr>
        <p:spPr>
          <a:xfrm flipV="1">
            <a:off x="1344533" y="678952"/>
            <a:ext cx="1802085" cy="3472032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74DE7AF-7A42-2CEA-B037-E25804658E77}"/>
                  </a:ext>
                </a:extLst>
              </p:cNvPr>
              <p:cNvSpPr txBox="1"/>
              <p:nvPr/>
            </p:nvSpPr>
            <p:spPr>
              <a:xfrm>
                <a:off x="2546582" y="584994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74DE7AF-7A42-2CEA-B037-E25804658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82" y="584994"/>
                <a:ext cx="540000" cy="224870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30DE0DC-CC1B-C4BE-7313-6C7F547CCCBE}"/>
                  </a:ext>
                </a:extLst>
              </p:cNvPr>
              <p:cNvSpPr txBox="1"/>
              <p:nvPr/>
            </p:nvSpPr>
            <p:spPr>
              <a:xfrm>
                <a:off x="2546582" y="937190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30DE0DC-CC1B-C4BE-7313-6C7F547CC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82" y="937190"/>
                <a:ext cx="540000" cy="224870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61407D6-5F7D-E26B-3EE5-F09E455A1FB4}"/>
                  </a:ext>
                </a:extLst>
              </p:cNvPr>
              <p:cNvSpPr txBox="1"/>
              <p:nvPr/>
            </p:nvSpPr>
            <p:spPr>
              <a:xfrm>
                <a:off x="2546582" y="1290608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61407D6-5F7D-E26B-3EE5-F09E455A1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82" y="1290608"/>
                <a:ext cx="540000" cy="224870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239CD780-25AA-8092-E263-14320F8534C9}"/>
              </a:ext>
            </a:extLst>
          </p:cNvPr>
          <p:cNvCxnSpPr>
            <a:cxnSpLocks/>
            <a:stCxn id="5" idx="3"/>
            <a:endCxn id="3" idx="2"/>
          </p:cNvCxnSpPr>
          <p:nvPr/>
        </p:nvCxnSpPr>
        <p:spPr>
          <a:xfrm>
            <a:off x="1344533" y="1207716"/>
            <a:ext cx="1802085" cy="8048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065434EC-34D9-9D0A-BCCC-21300E499A35}"/>
              </a:ext>
            </a:extLst>
          </p:cNvPr>
          <p:cNvCxnSpPr>
            <a:cxnSpLocks/>
            <a:stCxn id="7" idx="3"/>
            <a:endCxn id="3" idx="2"/>
          </p:cNvCxnSpPr>
          <p:nvPr/>
        </p:nvCxnSpPr>
        <p:spPr>
          <a:xfrm flipV="1">
            <a:off x="1344533" y="2012550"/>
            <a:ext cx="1802085" cy="6668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CE581F10-4D81-4C0A-4276-FD9C9F95BCA7}"/>
              </a:ext>
            </a:extLst>
          </p:cNvPr>
          <p:cNvCxnSpPr>
            <a:cxnSpLocks/>
            <a:stCxn id="8" idx="3"/>
            <a:endCxn id="3" idx="2"/>
          </p:cNvCxnSpPr>
          <p:nvPr/>
        </p:nvCxnSpPr>
        <p:spPr>
          <a:xfrm flipV="1">
            <a:off x="1344533" y="2012550"/>
            <a:ext cx="1802085" cy="21384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27866B2-DEFC-4ACB-F8C8-05F4E0B3062C}"/>
                  </a:ext>
                </a:extLst>
              </p:cNvPr>
              <p:cNvSpPr txBox="1"/>
              <p:nvPr/>
            </p:nvSpPr>
            <p:spPr>
              <a:xfrm>
                <a:off x="2545093" y="1686811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27866B2-DEFC-4ACB-F8C8-05F4E0B30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093" y="1686811"/>
                <a:ext cx="540000" cy="224870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BA30CA3-FD41-5A54-7ED8-1B1504B2CB6D}"/>
                  </a:ext>
                </a:extLst>
              </p:cNvPr>
              <p:cNvSpPr txBox="1"/>
              <p:nvPr/>
            </p:nvSpPr>
            <p:spPr>
              <a:xfrm>
                <a:off x="2546582" y="2012550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BA30CA3-FD41-5A54-7ED8-1B1504B2C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82" y="2012550"/>
                <a:ext cx="540000" cy="224870"/>
              </a:xfrm>
              <a:prstGeom prst="rect">
                <a:avLst/>
              </a:prstGeom>
              <a:blipFill>
                <a:blip r:embed="rId9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4BA7CF23-4A0A-ED57-710A-421156CBEEFC}"/>
                  </a:ext>
                </a:extLst>
              </p:cNvPr>
              <p:cNvSpPr txBox="1"/>
              <p:nvPr/>
            </p:nvSpPr>
            <p:spPr>
              <a:xfrm>
                <a:off x="2546582" y="2325637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4BA7CF23-4A0A-ED57-710A-421156CBE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82" y="2325637"/>
                <a:ext cx="540000" cy="224870"/>
              </a:xfrm>
              <a:prstGeom prst="rect">
                <a:avLst/>
              </a:prstGeom>
              <a:blipFill>
                <a:blip r:embed="rId10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D089D365-E205-3E83-A4C5-57E96BB1260F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>
            <a:off x="1344533" y="1207716"/>
            <a:ext cx="1802085" cy="2138433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0D56D8A3-D80B-0187-768C-996C1FCCB701}"/>
              </a:ext>
            </a:extLst>
          </p:cNvPr>
          <p:cNvCxnSpPr>
            <a:cxnSpLocks/>
            <a:stCxn id="7" idx="3"/>
            <a:endCxn id="4" idx="2"/>
          </p:cNvCxnSpPr>
          <p:nvPr/>
        </p:nvCxnSpPr>
        <p:spPr>
          <a:xfrm>
            <a:off x="1344533" y="2679350"/>
            <a:ext cx="1802085" cy="666799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ABE493CF-8FEB-5C8F-556A-925754926DE5}"/>
              </a:ext>
            </a:extLst>
          </p:cNvPr>
          <p:cNvCxnSpPr>
            <a:cxnSpLocks/>
            <a:stCxn id="8" idx="3"/>
            <a:endCxn id="4" idx="2"/>
          </p:cNvCxnSpPr>
          <p:nvPr/>
        </p:nvCxnSpPr>
        <p:spPr>
          <a:xfrm flipV="1">
            <a:off x="1344533" y="3346149"/>
            <a:ext cx="1802085" cy="804835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BC8346AC-F6D2-A75F-54AF-84AE715D1154}"/>
                  </a:ext>
                </a:extLst>
              </p:cNvPr>
              <p:cNvSpPr txBox="1"/>
              <p:nvPr/>
            </p:nvSpPr>
            <p:spPr>
              <a:xfrm>
                <a:off x="2546582" y="2800380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BC8346AC-F6D2-A75F-54AF-84AE715D1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82" y="2800380"/>
                <a:ext cx="540000" cy="224870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F3D2FE04-0D82-9008-E9FF-C7E7D7E04A9A}"/>
                  </a:ext>
                </a:extLst>
              </p:cNvPr>
              <p:cNvSpPr txBox="1"/>
              <p:nvPr/>
            </p:nvSpPr>
            <p:spPr>
              <a:xfrm>
                <a:off x="2546582" y="3075164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F3D2FE04-0D82-9008-E9FF-C7E7D7E04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82" y="3075164"/>
                <a:ext cx="540000" cy="224870"/>
              </a:xfrm>
              <a:prstGeom prst="rect">
                <a:avLst/>
              </a:prstGeom>
              <a:blipFill>
                <a:blip r:embed="rId12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EEA2E3AF-318A-52D7-92A6-C86F2CED3A62}"/>
                  </a:ext>
                </a:extLst>
              </p:cNvPr>
              <p:cNvSpPr txBox="1"/>
              <p:nvPr/>
            </p:nvSpPr>
            <p:spPr>
              <a:xfrm>
                <a:off x="2545907" y="3375407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EEA2E3AF-318A-52D7-92A6-C86F2CED3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907" y="3375407"/>
                <a:ext cx="540000" cy="224870"/>
              </a:xfrm>
              <a:prstGeom prst="rect">
                <a:avLst/>
              </a:prstGeom>
              <a:blipFill>
                <a:blip r:embed="rId13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71A73461-2616-13A8-3D20-292945E443BE}"/>
              </a:ext>
            </a:extLst>
          </p:cNvPr>
          <p:cNvCxnSpPr>
            <a:cxnSpLocks/>
            <a:stCxn id="5" idx="3"/>
            <a:endCxn id="2" idx="2"/>
          </p:cNvCxnSpPr>
          <p:nvPr/>
        </p:nvCxnSpPr>
        <p:spPr>
          <a:xfrm>
            <a:off x="1344533" y="1207716"/>
            <a:ext cx="1802085" cy="3472032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BFB9B0AB-6252-7160-C19C-2CAC2C311997}"/>
              </a:ext>
            </a:extLst>
          </p:cNvPr>
          <p:cNvCxnSpPr>
            <a:cxnSpLocks/>
            <a:stCxn id="7" idx="3"/>
            <a:endCxn id="2" idx="2"/>
          </p:cNvCxnSpPr>
          <p:nvPr/>
        </p:nvCxnSpPr>
        <p:spPr>
          <a:xfrm>
            <a:off x="1344533" y="2679350"/>
            <a:ext cx="1802085" cy="200039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D30EC06B-1074-3DAC-318D-0993BFCCDC41}"/>
              </a:ext>
            </a:extLst>
          </p:cNvPr>
          <p:cNvCxnSpPr>
            <a:cxnSpLocks/>
            <a:stCxn id="8" idx="3"/>
            <a:endCxn id="2" idx="2"/>
          </p:cNvCxnSpPr>
          <p:nvPr/>
        </p:nvCxnSpPr>
        <p:spPr>
          <a:xfrm>
            <a:off x="1344533" y="4150984"/>
            <a:ext cx="1802085" cy="528764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8819D5D8-1CBA-A98D-5A18-B995FFE98FDC}"/>
                  </a:ext>
                </a:extLst>
              </p:cNvPr>
              <p:cNvSpPr txBox="1"/>
              <p:nvPr/>
            </p:nvSpPr>
            <p:spPr>
              <a:xfrm>
                <a:off x="2546582" y="3850741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8819D5D8-1CBA-A98D-5A18-B995FFE98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82" y="3850741"/>
                <a:ext cx="540000" cy="224870"/>
              </a:xfrm>
              <a:prstGeom prst="rect">
                <a:avLst/>
              </a:prstGeom>
              <a:blipFill>
                <a:blip r:embed="rId1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55D5E993-FBDE-B5D8-1A1B-D0CAD01E8D3F}"/>
                  </a:ext>
                </a:extLst>
              </p:cNvPr>
              <p:cNvSpPr txBox="1"/>
              <p:nvPr/>
            </p:nvSpPr>
            <p:spPr>
              <a:xfrm>
                <a:off x="2545908" y="4150983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55D5E993-FBDE-B5D8-1A1B-D0CAD01E8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908" y="4150983"/>
                <a:ext cx="540000" cy="224870"/>
              </a:xfrm>
              <a:prstGeom prst="rect">
                <a:avLst/>
              </a:prstGeom>
              <a:blipFill>
                <a:blip r:embed="rId1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535F5053-0D1E-91C1-2319-1727CBD9695A}"/>
                  </a:ext>
                </a:extLst>
              </p:cNvPr>
              <p:cNvSpPr txBox="1"/>
              <p:nvPr/>
            </p:nvSpPr>
            <p:spPr>
              <a:xfrm>
                <a:off x="2546582" y="4492564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535F5053-0D1E-91C1-2319-1727CBD96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82" y="4492564"/>
                <a:ext cx="540000" cy="224870"/>
              </a:xfrm>
              <a:prstGeom prst="rect">
                <a:avLst/>
              </a:prstGeom>
              <a:blipFill>
                <a:blip r:embed="rId1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C01E519C-18EB-33E5-A8C5-6A209FB7B3A0}"/>
                  </a:ext>
                </a:extLst>
              </p:cNvPr>
              <p:cNvSpPr txBox="1"/>
              <p:nvPr/>
            </p:nvSpPr>
            <p:spPr>
              <a:xfrm>
                <a:off x="4603382" y="540452"/>
                <a:ext cx="3810210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1" lang="en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</m:oMath>
                </a14:m>
                <a:r>
                  <a:rPr kumimoji="1" lang="en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1" lang="en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kumimoji="1" lang="en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kumimoji="1" lang="en" altLang="zh-CN" i="0" dirty="0">
                        <a:solidFill>
                          <a:srgbClr val="C00000"/>
                        </a:solidFill>
                      </a:rPr>
                      <m:t> </m:t>
                    </m:r>
                    <m:sSub>
                      <m:sSubPr>
                        <m:ctrlPr>
                          <a:rPr kumimoji="1"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</m:sSub>
                    <m:r>
                      <m:rPr>
                        <m:nor/>
                      </m:rPr>
                      <a:rPr kumimoji="1" lang="en" altLang="zh-CN" i="0" dirty="0">
                        <a:solidFill>
                          <a:srgbClr val="C00000"/>
                        </a:solidFill>
                      </a:rPr>
                      <m:t> </m:t>
                    </m:r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zh-CN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C01E519C-18EB-33E5-A8C5-6A209FB7B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382" y="540452"/>
                <a:ext cx="3810210" cy="289182"/>
              </a:xfrm>
              <a:prstGeom prst="rect">
                <a:avLst/>
              </a:prstGeom>
              <a:blipFill>
                <a:blip r:embed="rId17"/>
                <a:stretch>
                  <a:fillRect l="-2326" t="-8333" b="-29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1B1A6EFE-429B-DF74-F7B6-A83CBA9A1FB7}"/>
                  </a:ext>
                </a:extLst>
              </p:cNvPr>
              <p:cNvSpPr txBox="1"/>
              <p:nvPr/>
            </p:nvSpPr>
            <p:spPr>
              <a:xfrm>
                <a:off x="4603382" y="1867959"/>
                <a:ext cx="3705117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1" lang="en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2,1</m:t>
                        </m:r>
                      </m:sub>
                    </m:sSub>
                  </m:oMath>
                </a14:m>
                <a:r>
                  <a:rPr kumimoji="1" lang="en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1" lang="en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2,2</m:t>
                        </m:r>
                      </m:sub>
                    </m:sSub>
                  </m:oMath>
                </a14:m>
                <a:r>
                  <a:rPr kumimoji="1" lang="en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kumimoji="1" lang="en" altLang="zh-CN" i="0" dirty="0">
                        <a:solidFill>
                          <a:srgbClr val="C00000"/>
                        </a:solidFill>
                      </a:rPr>
                      <m:t> </m:t>
                    </m:r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2,3</m:t>
                        </m:r>
                      </m:sub>
                    </m:sSub>
                    <m:r>
                      <m:rPr>
                        <m:nor/>
                      </m:rPr>
                      <a:rPr kumimoji="1" lang="en" altLang="zh-CN" i="0" dirty="0">
                        <a:solidFill>
                          <a:srgbClr val="C00000"/>
                        </a:solidFill>
                      </a:rPr>
                      <m:t> </m:t>
                    </m:r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zh-CN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1B1A6EFE-429B-DF74-F7B6-A83CBA9A1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382" y="1867959"/>
                <a:ext cx="3705117" cy="289182"/>
              </a:xfrm>
              <a:prstGeom prst="rect">
                <a:avLst/>
              </a:prstGeom>
              <a:blipFill>
                <a:blip r:embed="rId18"/>
                <a:stretch>
                  <a:fillRect l="-2389" t="-8333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5AB0B572-EF4F-0A42-DC93-DEAE7EF9D8FD}"/>
                  </a:ext>
                </a:extLst>
              </p:cNvPr>
              <p:cNvSpPr txBox="1"/>
              <p:nvPr/>
            </p:nvSpPr>
            <p:spPr>
              <a:xfrm>
                <a:off x="4603382" y="3230816"/>
                <a:ext cx="3788217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1" lang="en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3,1</m:t>
                        </m:r>
                      </m:sub>
                    </m:sSub>
                  </m:oMath>
                </a14:m>
                <a:r>
                  <a:rPr kumimoji="1" lang="en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1" lang="en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3,2</m:t>
                        </m:r>
                      </m:sub>
                    </m:sSub>
                  </m:oMath>
                </a14:m>
                <a:r>
                  <a:rPr kumimoji="1" lang="en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kumimoji="1" lang="en" altLang="zh-CN" i="0" dirty="0">
                        <a:solidFill>
                          <a:srgbClr val="C00000"/>
                        </a:solidFill>
                      </a:rPr>
                      <m:t> </m:t>
                    </m:r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3,3</m:t>
                        </m:r>
                      </m:sub>
                    </m:sSub>
                    <m:r>
                      <m:rPr>
                        <m:nor/>
                      </m:rPr>
                      <a:rPr kumimoji="1" lang="en" altLang="zh-CN" i="0" dirty="0">
                        <a:solidFill>
                          <a:srgbClr val="C00000"/>
                        </a:solidFill>
                      </a:rPr>
                      <m:t> </m:t>
                    </m:r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zh-CN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5AB0B572-EF4F-0A42-DC93-DEAE7EF9D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382" y="3230816"/>
                <a:ext cx="3788217" cy="289182"/>
              </a:xfrm>
              <a:prstGeom prst="rect">
                <a:avLst/>
              </a:prstGeom>
              <a:blipFill>
                <a:blip r:embed="rId19"/>
                <a:stretch>
                  <a:fillRect l="-2341" t="-8696" b="-3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89314E2E-04A0-BB4F-1E3A-B1A439155C90}"/>
                  </a:ext>
                </a:extLst>
              </p:cNvPr>
              <p:cNvSpPr txBox="1"/>
              <p:nvPr/>
            </p:nvSpPr>
            <p:spPr>
              <a:xfrm>
                <a:off x="4598060" y="4572171"/>
                <a:ext cx="3765646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kumimoji="1"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1" lang="en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4,1</m:t>
                        </m:r>
                      </m:sub>
                    </m:sSub>
                  </m:oMath>
                </a14:m>
                <a:r>
                  <a:rPr kumimoji="1" lang="en" altLang="zh-CN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1" lang="en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4,2</m:t>
                        </m:r>
                      </m:sub>
                    </m:sSub>
                  </m:oMath>
                </a14:m>
                <a:r>
                  <a:rPr kumimoji="1" lang="en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kumimoji="1" lang="en" altLang="zh-CN" i="0" dirty="0">
                        <a:solidFill>
                          <a:srgbClr val="C00000"/>
                        </a:solidFill>
                      </a:rPr>
                      <m:t> </m:t>
                    </m:r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4,3</m:t>
                        </m:r>
                      </m:sub>
                    </m:sSub>
                    <m:r>
                      <m:rPr>
                        <m:nor/>
                      </m:rPr>
                      <a:rPr kumimoji="1" lang="en" altLang="zh-CN" i="0" dirty="0">
                        <a:solidFill>
                          <a:srgbClr val="C00000"/>
                        </a:solidFill>
                      </a:rPr>
                      <m:t> </m:t>
                    </m:r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89314E2E-04A0-BB4F-1E3A-B1A439155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060" y="4572171"/>
                <a:ext cx="3765646" cy="289182"/>
              </a:xfrm>
              <a:prstGeom prst="rect">
                <a:avLst/>
              </a:prstGeom>
              <a:blipFill>
                <a:blip r:embed="rId20"/>
                <a:stretch>
                  <a:fillRect l="-2013" t="-13043" b="-3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直线箭头连接符 99">
            <a:extLst>
              <a:ext uri="{FF2B5EF4-FFF2-40B4-BE49-F238E27FC236}">
                <a16:creationId xmlns:a16="http://schemas.microsoft.com/office/drawing/2014/main" id="{6CEB4774-1D41-9B77-1069-333D3D77BF6D}"/>
              </a:ext>
            </a:extLst>
          </p:cNvPr>
          <p:cNvCxnSpPr/>
          <p:nvPr/>
        </p:nvCxnSpPr>
        <p:spPr>
          <a:xfrm>
            <a:off x="3888000" y="678952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DB9C4080-1511-72A8-46F8-48CF678FB0F7}"/>
              </a:ext>
            </a:extLst>
          </p:cNvPr>
          <p:cNvCxnSpPr/>
          <p:nvPr/>
        </p:nvCxnSpPr>
        <p:spPr>
          <a:xfrm>
            <a:off x="3888000" y="2012550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E5206704-5C1E-9CAF-52D4-4A8005AE7124}"/>
              </a:ext>
            </a:extLst>
          </p:cNvPr>
          <p:cNvCxnSpPr/>
          <p:nvPr/>
        </p:nvCxnSpPr>
        <p:spPr>
          <a:xfrm>
            <a:off x="3888000" y="3375407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788941EE-66DF-D8A6-5F82-35F3D68C77F5}"/>
              </a:ext>
            </a:extLst>
          </p:cNvPr>
          <p:cNvCxnSpPr/>
          <p:nvPr/>
        </p:nvCxnSpPr>
        <p:spPr>
          <a:xfrm>
            <a:off x="3888000" y="4716762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0403210-473B-68E9-A855-7A697BE23FB5}"/>
                  </a:ext>
                </a:extLst>
              </p:cNvPr>
              <p:cNvSpPr txBox="1"/>
              <p:nvPr/>
            </p:nvSpPr>
            <p:spPr>
              <a:xfrm>
                <a:off x="5632262" y="5899678"/>
                <a:ext cx="12647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𝑾𝒙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0403210-473B-68E9-A855-7A697BE23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262" y="5899678"/>
                <a:ext cx="1264769" cy="276999"/>
              </a:xfrm>
              <a:prstGeom prst="rect">
                <a:avLst/>
              </a:prstGeom>
              <a:blipFill>
                <a:blip r:embed="rId21"/>
                <a:stretch>
                  <a:fillRect l="-2000" r="-4000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592500AA-A413-2151-7BDF-7EC31C7E60E9}"/>
              </a:ext>
            </a:extLst>
          </p:cNvPr>
          <p:cNvGrpSpPr/>
          <p:nvPr/>
        </p:nvGrpSpPr>
        <p:grpSpPr>
          <a:xfrm>
            <a:off x="3316839" y="931113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5C82CFF4-6EB2-3814-3A30-308C4BE06A3A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5C82CFF4-6EB2-3814-3A30-308C4BE06A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22"/>
                  <a:stretch>
                    <a:fillRect b="-111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线箭头连接符 11">
              <a:extLst>
                <a:ext uri="{FF2B5EF4-FFF2-40B4-BE49-F238E27FC236}">
                  <a16:creationId xmlns:a16="http://schemas.microsoft.com/office/drawing/2014/main" id="{C7BB1965-C653-B985-0030-C7344A0CAD65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A763DD14-E424-6508-036A-656F7962A6FE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A763DD14-E424-6508-036A-656F7962A6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23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D5FCFF72-1581-5427-CD13-30A9CBA27394}"/>
              </a:ext>
            </a:extLst>
          </p:cNvPr>
          <p:cNvGrpSpPr/>
          <p:nvPr/>
        </p:nvGrpSpPr>
        <p:grpSpPr>
          <a:xfrm>
            <a:off x="3310680" y="2283852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F9CE2E5A-9554-AFEB-3730-8A1808910745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F9CE2E5A-9554-AFEB-3730-8A18089107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24"/>
                  <a:stretch>
                    <a:fillRect b="-111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直线箭头连接符 29">
              <a:extLst>
                <a:ext uri="{FF2B5EF4-FFF2-40B4-BE49-F238E27FC236}">
                  <a16:creationId xmlns:a16="http://schemas.microsoft.com/office/drawing/2014/main" id="{AF7AC488-AD8A-9750-63D5-06B6A04F6774}"/>
                </a:ext>
              </a:extLst>
            </p:cNvPr>
            <p:cNvCxnSpPr>
              <a:cxnSpLocks/>
              <a:stCxn id="31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BB13AC51-557F-1305-569C-8168CBBF1EB4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BB13AC51-557F-1305-569C-8168CBBF1E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25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57C39AA8-AC29-F7C1-48CD-65FA55C4B1AB}"/>
              </a:ext>
            </a:extLst>
          </p:cNvPr>
          <p:cNvGrpSpPr/>
          <p:nvPr/>
        </p:nvGrpSpPr>
        <p:grpSpPr>
          <a:xfrm>
            <a:off x="3310680" y="3636591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A001FA1C-FD15-B48E-9412-6ADD5CEB758C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A001FA1C-FD15-B48E-9412-6ADD5CEB75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26"/>
                  <a:stretch>
                    <a:fillRect b="-111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直线箭头连接符 34">
              <a:extLst>
                <a:ext uri="{FF2B5EF4-FFF2-40B4-BE49-F238E27FC236}">
                  <a16:creationId xmlns:a16="http://schemas.microsoft.com/office/drawing/2014/main" id="{4B490DFE-9B40-3821-378A-AF8FD89B6107}"/>
                </a:ext>
              </a:extLst>
            </p:cNvPr>
            <p:cNvCxnSpPr>
              <a:cxnSpLocks/>
              <a:stCxn id="40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9514E184-628C-62E7-4480-BC7E522B368A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9514E184-628C-62E7-4480-BC7E522B36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27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6AF8560-91CB-36E0-E807-51C0F8519A59}"/>
              </a:ext>
            </a:extLst>
          </p:cNvPr>
          <p:cNvGrpSpPr/>
          <p:nvPr/>
        </p:nvGrpSpPr>
        <p:grpSpPr>
          <a:xfrm>
            <a:off x="3316839" y="4949748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B2CACA9F-A8F7-B449-47C7-475746D600F6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B2CACA9F-A8F7-B449-47C7-475746D600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28"/>
                  <a:stretch>
                    <a:fillRect b="-111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直线箭头连接符 43">
              <a:extLst>
                <a:ext uri="{FF2B5EF4-FFF2-40B4-BE49-F238E27FC236}">
                  <a16:creationId xmlns:a16="http://schemas.microsoft.com/office/drawing/2014/main" id="{2A0B84A2-4036-DD69-01A2-70D76310B69C}"/>
                </a:ext>
              </a:extLst>
            </p:cNvPr>
            <p:cNvCxnSpPr>
              <a:cxnSpLocks/>
              <a:stCxn id="45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6F13AF06-F80C-16E6-F3A7-1C753D33A0F6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6F13AF06-F80C-16E6-F3A7-1C753D33A0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29"/>
                  <a:stretch>
                    <a:fillRect l="-23077" r="-153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9F234DAF-3FDD-7F91-5871-E84B55522B12}"/>
                  </a:ext>
                </a:extLst>
              </p:cNvPr>
              <p:cNvSpPr txBox="1"/>
              <p:nvPr/>
            </p:nvSpPr>
            <p:spPr>
              <a:xfrm>
                <a:off x="683999" y="5902049"/>
                <a:ext cx="11701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3 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𝑓𝑒𝑎𝑡𝑢𝑟𝑒𝑠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9F234DAF-3FDD-7F91-5871-E84B55522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99" y="5902049"/>
                <a:ext cx="1170129" cy="276999"/>
              </a:xfrm>
              <a:prstGeom prst="rect">
                <a:avLst/>
              </a:prstGeom>
              <a:blipFill>
                <a:blip r:embed="rId30"/>
                <a:stretch>
                  <a:fillRect l="-3226" t="-4348" r="-6452" b="-3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C7852F07-3031-DD6A-F30E-5E90AD7C70E7}"/>
                  </a:ext>
                </a:extLst>
              </p:cNvPr>
              <p:cNvSpPr txBox="1"/>
              <p:nvPr/>
            </p:nvSpPr>
            <p:spPr>
              <a:xfrm>
                <a:off x="2792251" y="5902049"/>
                <a:ext cx="10957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𝑠𝑖𝑔𝑚𝑜𝑖𝑑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C7852F07-3031-DD6A-F30E-5E90AD7C7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2251" y="5902049"/>
                <a:ext cx="1095749" cy="276999"/>
              </a:xfrm>
              <a:prstGeom prst="rect">
                <a:avLst/>
              </a:prstGeom>
              <a:blipFill>
                <a:blip r:embed="rId31"/>
                <a:stretch>
                  <a:fillRect l="-3409" t="-4348" r="-5682" b="-3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885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39601-A8F8-3D34-8ABB-F5079F339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72B84DFE-C2F2-3BCD-C140-06D5DFF4F2DB}"/>
              </a:ext>
            </a:extLst>
          </p:cNvPr>
          <p:cNvGrpSpPr/>
          <p:nvPr/>
        </p:nvGrpSpPr>
        <p:grpSpPr>
          <a:xfrm>
            <a:off x="804533" y="1003216"/>
            <a:ext cx="540000" cy="3411268"/>
            <a:chOff x="2297151" y="1489901"/>
            <a:chExt cx="540000" cy="34112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1196C762-5A43-7371-D3C5-8027585E1FD0}"/>
                    </a:ext>
                  </a:extLst>
                </p:cNvPr>
                <p:cNvSpPr txBox="1"/>
                <p:nvPr/>
              </p:nvSpPr>
              <p:spPr>
                <a:xfrm>
                  <a:off x="2297151" y="1489901"/>
                  <a:ext cx="540000" cy="46800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05DD6316-72F5-380C-C0C3-726886FC47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151" y="1489901"/>
                  <a:ext cx="540000" cy="4680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8DF382C-9D02-8FD7-F454-AFE40FDE18E6}"/>
                    </a:ext>
                  </a:extLst>
                </p:cNvPr>
                <p:cNvSpPr txBox="1"/>
                <p:nvPr/>
              </p:nvSpPr>
              <p:spPr>
                <a:xfrm>
                  <a:off x="2297151" y="2961535"/>
                  <a:ext cx="540000" cy="46800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FA1D103C-CD4A-A24F-3475-6AF1E1CA2A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151" y="2961535"/>
                  <a:ext cx="540000" cy="468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682AED0-BC08-B532-33A7-E9A7E1A3F468}"/>
                    </a:ext>
                  </a:extLst>
                </p:cNvPr>
                <p:cNvSpPr txBox="1"/>
                <p:nvPr/>
              </p:nvSpPr>
              <p:spPr>
                <a:xfrm>
                  <a:off x="2297151" y="4433169"/>
                  <a:ext cx="540000" cy="46800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A9BF69B-E1D1-1413-1C74-B23C77118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151" y="4433169"/>
                  <a:ext cx="540000" cy="468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6AC7883-1A11-CDEC-46A3-CB9D53A95E16}"/>
              </a:ext>
            </a:extLst>
          </p:cNvPr>
          <p:cNvGrpSpPr/>
          <p:nvPr/>
        </p:nvGrpSpPr>
        <p:grpSpPr>
          <a:xfrm>
            <a:off x="3146618" y="438452"/>
            <a:ext cx="540000" cy="4540796"/>
            <a:chOff x="4410636" y="817548"/>
            <a:chExt cx="540000" cy="4540796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E9CFB1C-A0D2-5425-5615-2D900648287A}"/>
                </a:ext>
              </a:extLst>
            </p:cNvPr>
            <p:cNvSpPr/>
            <p:nvPr/>
          </p:nvSpPr>
          <p:spPr>
            <a:xfrm>
              <a:off x="4410636" y="817548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6A66A03E-3002-9D33-87B9-43663A9DB0DE}"/>
                </a:ext>
              </a:extLst>
            </p:cNvPr>
            <p:cNvSpPr/>
            <p:nvPr/>
          </p:nvSpPr>
          <p:spPr>
            <a:xfrm>
              <a:off x="4410636" y="4818344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51F86AC6-FD08-C3A5-414B-75C1DA6D1BE1}"/>
                </a:ext>
              </a:extLst>
            </p:cNvPr>
            <p:cNvSpPr/>
            <p:nvPr/>
          </p:nvSpPr>
          <p:spPr>
            <a:xfrm>
              <a:off x="4410636" y="2151146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0F92ADD4-2365-1C9F-799D-6949689F0450}"/>
                </a:ext>
              </a:extLst>
            </p:cNvPr>
            <p:cNvSpPr/>
            <p:nvPr/>
          </p:nvSpPr>
          <p:spPr>
            <a:xfrm>
              <a:off x="4410636" y="3484745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</p:grp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48FF27C1-640E-5EA8-09FB-80E4C36A8D4A}"/>
              </a:ext>
            </a:extLst>
          </p:cNvPr>
          <p:cNvCxnSpPr>
            <a:stCxn id="5" idx="3"/>
            <a:endCxn id="9" idx="2"/>
          </p:cNvCxnSpPr>
          <p:nvPr/>
        </p:nvCxnSpPr>
        <p:spPr>
          <a:xfrm flipV="1">
            <a:off x="1344533" y="708452"/>
            <a:ext cx="1802085" cy="528764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A3587EB5-4FA1-7895-03CD-5C8DECF3A3B7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 flipV="1">
            <a:off x="1344533" y="708452"/>
            <a:ext cx="1802085" cy="2000398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27354F5F-F06D-8BFD-CC76-F83A2933EFA1}"/>
              </a:ext>
            </a:extLst>
          </p:cNvPr>
          <p:cNvCxnSpPr>
            <a:cxnSpLocks/>
            <a:stCxn id="8" idx="3"/>
            <a:endCxn id="9" idx="2"/>
          </p:cNvCxnSpPr>
          <p:nvPr/>
        </p:nvCxnSpPr>
        <p:spPr>
          <a:xfrm flipV="1">
            <a:off x="1344533" y="708452"/>
            <a:ext cx="1802085" cy="3472032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7D90AA2-1B4A-37B9-9DBE-58588FA3B7A3}"/>
                  </a:ext>
                </a:extLst>
              </p:cNvPr>
              <p:cNvSpPr txBox="1"/>
              <p:nvPr/>
            </p:nvSpPr>
            <p:spPr>
              <a:xfrm>
                <a:off x="2546582" y="614494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7D90AA2-1B4A-37B9-9DBE-58588FA3B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82" y="614494"/>
                <a:ext cx="540000" cy="224870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9B48779-21EA-EE4C-4C10-DEB243B42179}"/>
                  </a:ext>
                </a:extLst>
              </p:cNvPr>
              <p:cNvSpPr txBox="1"/>
              <p:nvPr/>
            </p:nvSpPr>
            <p:spPr>
              <a:xfrm>
                <a:off x="2546582" y="966690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9B48779-21EA-EE4C-4C10-DEB243B42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82" y="966690"/>
                <a:ext cx="540000" cy="224870"/>
              </a:xfrm>
              <a:prstGeom prst="rect">
                <a:avLst/>
              </a:prstGeom>
              <a:blipFill>
                <a:blip r:embed="rId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407740F-D5BC-E1F9-8763-435D072864B3}"/>
                  </a:ext>
                </a:extLst>
              </p:cNvPr>
              <p:cNvSpPr txBox="1"/>
              <p:nvPr/>
            </p:nvSpPr>
            <p:spPr>
              <a:xfrm>
                <a:off x="2546582" y="1320108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407740F-D5BC-E1F9-8763-435D07286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82" y="1320108"/>
                <a:ext cx="540000" cy="224870"/>
              </a:xfrm>
              <a:prstGeom prst="rect">
                <a:avLst/>
              </a:prstGeom>
              <a:blipFill>
                <a:blip r:embed="rId7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6AD4D033-3392-B9F2-1D9E-A4D413A61A39}"/>
              </a:ext>
            </a:extLst>
          </p:cNvPr>
          <p:cNvCxnSpPr>
            <a:cxnSpLocks/>
            <a:stCxn id="5" idx="3"/>
            <a:endCxn id="3" idx="2"/>
          </p:cNvCxnSpPr>
          <p:nvPr/>
        </p:nvCxnSpPr>
        <p:spPr>
          <a:xfrm>
            <a:off x="1344533" y="1237216"/>
            <a:ext cx="1802085" cy="8048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9AC75591-3155-53EB-4CFA-3F9AEAF00EE6}"/>
              </a:ext>
            </a:extLst>
          </p:cNvPr>
          <p:cNvCxnSpPr>
            <a:cxnSpLocks/>
            <a:stCxn id="7" idx="3"/>
            <a:endCxn id="3" idx="2"/>
          </p:cNvCxnSpPr>
          <p:nvPr/>
        </p:nvCxnSpPr>
        <p:spPr>
          <a:xfrm flipV="1">
            <a:off x="1344533" y="2042050"/>
            <a:ext cx="1802085" cy="6668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52A9D723-7720-EB49-9F6E-ADFA4B862FEF}"/>
              </a:ext>
            </a:extLst>
          </p:cNvPr>
          <p:cNvCxnSpPr>
            <a:cxnSpLocks/>
            <a:stCxn id="8" idx="3"/>
            <a:endCxn id="3" idx="2"/>
          </p:cNvCxnSpPr>
          <p:nvPr/>
        </p:nvCxnSpPr>
        <p:spPr>
          <a:xfrm flipV="1">
            <a:off x="1344533" y="2042050"/>
            <a:ext cx="1802085" cy="21384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EAB7EB3-3C7E-8010-E825-EC23D803A58D}"/>
                  </a:ext>
                </a:extLst>
              </p:cNvPr>
              <p:cNvSpPr txBox="1"/>
              <p:nvPr/>
            </p:nvSpPr>
            <p:spPr>
              <a:xfrm>
                <a:off x="2545093" y="1716311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EAB7EB3-3C7E-8010-E825-EC23D803A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093" y="1716311"/>
                <a:ext cx="540000" cy="224870"/>
              </a:xfrm>
              <a:prstGeom prst="rect">
                <a:avLst/>
              </a:prstGeom>
              <a:blipFill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B4D3D0C-2F3F-8E1A-09BC-ABD10A2DB38D}"/>
                  </a:ext>
                </a:extLst>
              </p:cNvPr>
              <p:cNvSpPr txBox="1"/>
              <p:nvPr/>
            </p:nvSpPr>
            <p:spPr>
              <a:xfrm>
                <a:off x="2546582" y="2042050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B4D3D0C-2F3F-8E1A-09BC-ABD10A2DB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82" y="2042050"/>
                <a:ext cx="540000" cy="224870"/>
              </a:xfrm>
              <a:prstGeom prst="rect">
                <a:avLst/>
              </a:prstGeom>
              <a:blipFill>
                <a:blip r:embed="rId9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835F43FB-761C-6122-84B2-6B32D3D5D764}"/>
                  </a:ext>
                </a:extLst>
              </p:cNvPr>
              <p:cNvSpPr txBox="1"/>
              <p:nvPr/>
            </p:nvSpPr>
            <p:spPr>
              <a:xfrm>
                <a:off x="2546582" y="2355137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835F43FB-761C-6122-84B2-6B32D3D5D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82" y="2355137"/>
                <a:ext cx="540000" cy="224870"/>
              </a:xfrm>
              <a:prstGeom prst="rect">
                <a:avLst/>
              </a:prstGeom>
              <a:blipFill>
                <a:blip r:embed="rId10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A412DC05-65ED-630D-09FC-B73E6DD5A98D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>
            <a:off x="1344533" y="1237216"/>
            <a:ext cx="1802085" cy="2138433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EC017471-3CBF-3407-D929-427F3F2CF5CA}"/>
              </a:ext>
            </a:extLst>
          </p:cNvPr>
          <p:cNvCxnSpPr>
            <a:cxnSpLocks/>
            <a:stCxn id="7" idx="3"/>
            <a:endCxn id="4" idx="2"/>
          </p:cNvCxnSpPr>
          <p:nvPr/>
        </p:nvCxnSpPr>
        <p:spPr>
          <a:xfrm>
            <a:off x="1344533" y="2708850"/>
            <a:ext cx="1802085" cy="666799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FF321BA6-182C-7D67-7FAB-C6FD5012C320}"/>
              </a:ext>
            </a:extLst>
          </p:cNvPr>
          <p:cNvCxnSpPr>
            <a:cxnSpLocks/>
            <a:stCxn id="8" idx="3"/>
            <a:endCxn id="4" idx="2"/>
          </p:cNvCxnSpPr>
          <p:nvPr/>
        </p:nvCxnSpPr>
        <p:spPr>
          <a:xfrm flipV="1">
            <a:off x="1344533" y="3375649"/>
            <a:ext cx="1802085" cy="804835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E22D61BC-3167-BF8D-818C-A6DB1471AD37}"/>
                  </a:ext>
                </a:extLst>
              </p:cNvPr>
              <p:cNvSpPr txBox="1"/>
              <p:nvPr/>
            </p:nvSpPr>
            <p:spPr>
              <a:xfrm>
                <a:off x="2546582" y="2829880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E22D61BC-3167-BF8D-818C-A6DB1471A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82" y="2829880"/>
                <a:ext cx="540000" cy="224870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0BD12F0D-0786-CF07-4AAA-98F830A60649}"/>
                  </a:ext>
                </a:extLst>
              </p:cNvPr>
              <p:cNvSpPr txBox="1"/>
              <p:nvPr/>
            </p:nvSpPr>
            <p:spPr>
              <a:xfrm>
                <a:off x="2546582" y="3104664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0BD12F0D-0786-CF07-4AAA-98F830A60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82" y="3104664"/>
                <a:ext cx="540000" cy="224870"/>
              </a:xfrm>
              <a:prstGeom prst="rect">
                <a:avLst/>
              </a:prstGeom>
              <a:blipFill>
                <a:blip r:embed="rId12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F38C643D-A7A7-5BD5-A44B-82091D2C0AD3}"/>
                  </a:ext>
                </a:extLst>
              </p:cNvPr>
              <p:cNvSpPr txBox="1"/>
              <p:nvPr/>
            </p:nvSpPr>
            <p:spPr>
              <a:xfrm>
                <a:off x="2545907" y="3404907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F38C643D-A7A7-5BD5-A44B-82091D2C0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907" y="3404907"/>
                <a:ext cx="540000" cy="224870"/>
              </a:xfrm>
              <a:prstGeom prst="rect">
                <a:avLst/>
              </a:prstGeom>
              <a:blipFill>
                <a:blip r:embed="rId1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1DCC48D8-86C4-C696-5333-F7BBF86BA294}"/>
              </a:ext>
            </a:extLst>
          </p:cNvPr>
          <p:cNvCxnSpPr>
            <a:cxnSpLocks/>
            <a:stCxn id="5" idx="3"/>
            <a:endCxn id="2" idx="2"/>
          </p:cNvCxnSpPr>
          <p:nvPr/>
        </p:nvCxnSpPr>
        <p:spPr>
          <a:xfrm>
            <a:off x="1344533" y="1237216"/>
            <a:ext cx="1802085" cy="3472032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75793D1B-02B3-3DB4-2825-2528B9842A6C}"/>
              </a:ext>
            </a:extLst>
          </p:cNvPr>
          <p:cNvCxnSpPr>
            <a:cxnSpLocks/>
            <a:stCxn id="7" idx="3"/>
            <a:endCxn id="2" idx="2"/>
          </p:cNvCxnSpPr>
          <p:nvPr/>
        </p:nvCxnSpPr>
        <p:spPr>
          <a:xfrm>
            <a:off x="1344533" y="2708850"/>
            <a:ext cx="1802085" cy="200039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25EB59C-DAB3-D28C-7883-429AE9B21389}"/>
              </a:ext>
            </a:extLst>
          </p:cNvPr>
          <p:cNvCxnSpPr>
            <a:cxnSpLocks/>
            <a:stCxn id="8" idx="3"/>
            <a:endCxn id="2" idx="2"/>
          </p:cNvCxnSpPr>
          <p:nvPr/>
        </p:nvCxnSpPr>
        <p:spPr>
          <a:xfrm>
            <a:off x="1344533" y="4180484"/>
            <a:ext cx="1802085" cy="528764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DBC57E85-7B63-97E7-1219-C598E9E55DFB}"/>
                  </a:ext>
                </a:extLst>
              </p:cNvPr>
              <p:cNvSpPr txBox="1"/>
              <p:nvPr/>
            </p:nvSpPr>
            <p:spPr>
              <a:xfrm>
                <a:off x="2546582" y="3880241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DBC57E85-7B63-97E7-1219-C598E9E55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82" y="3880241"/>
                <a:ext cx="540000" cy="224870"/>
              </a:xfrm>
              <a:prstGeom prst="rect">
                <a:avLst/>
              </a:prstGeom>
              <a:blipFill>
                <a:blip r:embed="rId1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2B79CBED-EE28-E0B2-FF22-B9097A9F27D2}"/>
                  </a:ext>
                </a:extLst>
              </p:cNvPr>
              <p:cNvSpPr txBox="1"/>
              <p:nvPr/>
            </p:nvSpPr>
            <p:spPr>
              <a:xfrm>
                <a:off x="2545908" y="4180483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2B79CBED-EE28-E0B2-FF22-B9097A9F2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908" y="4180483"/>
                <a:ext cx="540000" cy="224870"/>
              </a:xfrm>
              <a:prstGeom prst="rect">
                <a:avLst/>
              </a:prstGeom>
              <a:blipFill>
                <a:blip r:embed="rId1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09206C6-4677-1AC8-0B43-CC494E3F47E1}"/>
                  </a:ext>
                </a:extLst>
              </p:cNvPr>
              <p:cNvSpPr txBox="1"/>
              <p:nvPr/>
            </p:nvSpPr>
            <p:spPr>
              <a:xfrm>
                <a:off x="2546582" y="4522064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09206C6-4677-1AC8-0B43-CC494E3F4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82" y="4522064"/>
                <a:ext cx="540000" cy="224870"/>
              </a:xfrm>
              <a:prstGeom prst="rect">
                <a:avLst/>
              </a:prstGeom>
              <a:blipFill>
                <a:blip r:embed="rId1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A772ADAA-12BF-5E30-5898-447D7001CA27}"/>
                  </a:ext>
                </a:extLst>
              </p:cNvPr>
              <p:cNvSpPr txBox="1"/>
              <p:nvPr/>
            </p:nvSpPr>
            <p:spPr>
              <a:xfrm>
                <a:off x="4455902" y="569952"/>
                <a:ext cx="2481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A772ADAA-12BF-5E30-5898-447D7001C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902" y="569952"/>
                <a:ext cx="248145" cy="276999"/>
              </a:xfrm>
              <a:prstGeom prst="rect">
                <a:avLst/>
              </a:prstGeom>
              <a:blipFill>
                <a:blip r:embed="rId17"/>
                <a:stretch>
                  <a:fillRect l="-9524" r="-4762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DFFA5DE7-BEA2-A88F-3DBB-5F35D0E9C6D1}"/>
                  </a:ext>
                </a:extLst>
              </p:cNvPr>
              <p:cNvSpPr txBox="1"/>
              <p:nvPr/>
            </p:nvSpPr>
            <p:spPr>
              <a:xfrm>
                <a:off x="4455902" y="1897459"/>
                <a:ext cx="2534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DFFA5DE7-BEA2-A88F-3DBB-5F35D0E9C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902" y="1897459"/>
                <a:ext cx="253466" cy="276999"/>
              </a:xfrm>
              <a:prstGeom prst="rect">
                <a:avLst/>
              </a:prstGeom>
              <a:blipFill>
                <a:blip r:embed="rId18"/>
                <a:stretch>
                  <a:fillRect l="-9091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1F79DE12-EEBE-B78B-391F-664E8DEAA039}"/>
                  </a:ext>
                </a:extLst>
              </p:cNvPr>
              <p:cNvSpPr txBox="1"/>
              <p:nvPr/>
            </p:nvSpPr>
            <p:spPr>
              <a:xfrm>
                <a:off x="4455902" y="3260316"/>
                <a:ext cx="2534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1F79DE12-EEBE-B78B-391F-664E8DEAA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902" y="3260316"/>
                <a:ext cx="253466" cy="276999"/>
              </a:xfrm>
              <a:prstGeom prst="rect">
                <a:avLst/>
              </a:prstGeom>
              <a:blipFill>
                <a:blip r:embed="rId19"/>
                <a:stretch>
                  <a:fillRect l="-9091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BE8E2D92-6069-FACF-40A7-41A3196F5D70}"/>
                  </a:ext>
                </a:extLst>
              </p:cNvPr>
              <p:cNvSpPr txBox="1"/>
              <p:nvPr/>
            </p:nvSpPr>
            <p:spPr>
              <a:xfrm>
                <a:off x="4450580" y="4601671"/>
                <a:ext cx="2435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BE8E2D92-6069-FACF-40A7-41A3196F5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80" y="4601671"/>
                <a:ext cx="243592" cy="276999"/>
              </a:xfrm>
              <a:prstGeom prst="rect">
                <a:avLst/>
              </a:prstGeom>
              <a:blipFill>
                <a:blip r:embed="rId20"/>
                <a:stretch>
                  <a:fillRect l="-10000" r="-5000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直线箭头连接符 99">
            <a:extLst>
              <a:ext uri="{FF2B5EF4-FFF2-40B4-BE49-F238E27FC236}">
                <a16:creationId xmlns:a16="http://schemas.microsoft.com/office/drawing/2014/main" id="{32E0D2F2-71F9-C732-B301-2FB049852ECB}"/>
              </a:ext>
            </a:extLst>
          </p:cNvPr>
          <p:cNvCxnSpPr/>
          <p:nvPr/>
        </p:nvCxnSpPr>
        <p:spPr>
          <a:xfrm>
            <a:off x="3888000" y="708452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2F29B463-56A5-2D95-FABF-CA79C4102D10}"/>
              </a:ext>
            </a:extLst>
          </p:cNvPr>
          <p:cNvCxnSpPr/>
          <p:nvPr/>
        </p:nvCxnSpPr>
        <p:spPr>
          <a:xfrm>
            <a:off x="3888000" y="2042050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A8240476-1786-7ABD-A8AD-C419F43CC6CA}"/>
              </a:ext>
            </a:extLst>
          </p:cNvPr>
          <p:cNvCxnSpPr/>
          <p:nvPr/>
        </p:nvCxnSpPr>
        <p:spPr>
          <a:xfrm>
            <a:off x="3888000" y="3404907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8DB12ED2-3C35-0E12-5A0E-BDC2C132C124}"/>
              </a:ext>
            </a:extLst>
          </p:cNvPr>
          <p:cNvCxnSpPr/>
          <p:nvPr/>
        </p:nvCxnSpPr>
        <p:spPr>
          <a:xfrm>
            <a:off x="3888000" y="4746262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C1130BBB-128A-3EB4-5ECD-DBACEBD5F2DF}"/>
              </a:ext>
            </a:extLst>
          </p:cNvPr>
          <p:cNvGrpSpPr/>
          <p:nvPr/>
        </p:nvGrpSpPr>
        <p:grpSpPr>
          <a:xfrm>
            <a:off x="4891223" y="258451"/>
            <a:ext cx="900000" cy="900000"/>
            <a:chOff x="5038703" y="745136"/>
            <a:chExt cx="900000" cy="900000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47D06A9E-7703-99BF-80CD-C94392960D2E}"/>
                </a:ext>
              </a:extLst>
            </p:cNvPr>
            <p:cNvSpPr/>
            <p:nvPr/>
          </p:nvSpPr>
          <p:spPr>
            <a:xfrm>
              <a:off x="5038703" y="745136"/>
              <a:ext cx="900000" cy="90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2FA3148D-8DAB-7C68-B6B9-8CA67B427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185054" y="863661"/>
              <a:ext cx="607297" cy="655736"/>
            </a:xfrm>
            <a:prstGeom prst="rect">
              <a:avLst/>
            </a:prstGeom>
          </p:spPr>
        </p:pic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1D4A7314-C41F-5E40-DE6E-82DE4B59174A}"/>
              </a:ext>
            </a:extLst>
          </p:cNvPr>
          <p:cNvGrpSpPr/>
          <p:nvPr/>
        </p:nvGrpSpPr>
        <p:grpSpPr>
          <a:xfrm>
            <a:off x="4891223" y="1538667"/>
            <a:ext cx="900000" cy="900000"/>
            <a:chOff x="5038703" y="745136"/>
            <a:chExt cx="900000" cy="900000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55FA768F-46AB-EE5D-6C76-A3132FDD85E3}"/>
                </a:ext>
              </a:extLst>
            </p:cNvPr>
            <p:cNvSpPr/>
            <p:nvPr/>
          </p:nvSpPr>
          <p:spPr>
            <a:xfrm>
              <a:off x="5038703" y="745136"/>
              <a:ext cx="900000" cy="90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BEFFEBC5-EEB2-F472-7FB3-3D1FB72F1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185054" y="863661"/>
              <a:ext cx="607297" cy="655736"/>
            </a:xfrm>
            <a:prstGeom prst="rect">
              <a:avLst/>
            </a:prstGeom>
          </p:spPr>
        </p:pic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1A1B2E42-20F4-5CA7-B491-84313596F282}"/>
              </a:ext>
            </a:extLst>
          </p:cNvPr>
          <p:cNvGrpSpPr/>
          <p:nvPr/>
        </p:nvGrpSpPr>
        <p:grpSpPr>
          <a:xfrm>
            <a:off x="4891223" y="2909140"/>
            <a:ext cx="900000" cy="900000"/>
            <a:chOff x="5038703" y="745136"/>
            <a:chExt cx="900000" cy="900000"/>
          </a:xfrm>
        </p:grpSpPr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DA36AB90-22A2-33C2-8690-B97C84E2C20E}"/>
                </a:ext>
              </a:extLst>
            </p:cNvPr>
            <p:cNvSpPr/>
            <p:nvPr/>
          </p:nvSpPr>
          <p:spPr>
            <a:xfrm>
              <a:off x="5038703" y="745136"/>
              <a:ext cx="900000" cy="90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7BF4817C-D347-EC4D-7E48-1E21EC3F0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185054" y="863661"/>
              <a:ext cx="607297" cy="655736"/>
            </a:xfrm>
            <a:prstGeom prst="rect">
              <a:avLst/>
            </a:prstGeom>
          </p:spPr>
        </p:pic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4A4C3713-5CB2-E2E6-E710-CD2194FA30CD}"/>
              </a:ext>
            </a:extLst>
          </p:cNvPr>
          <p:cNvGrpSpPr/>
          <p:nvPr/>
        </p:nvGrpSpPr>
        <p:grpSpPr>
          <a:xfrm>
            <a:off x="4891222" y="4266381"/>
            <a:ext cx="900000" cy="900000"/>
            <a:chOff x="5038703" y="745136"/>
            <a:chExt cx="900000" cy="900000"/>
          </a:xfrm>
        </p:grpSpPr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5AC8CBCF-C4CD-476E-CD0B-4C0F4690AFC8}"/>
                </a:ext>
              </a:extLst>
            </p:cNvPr>
            <p:cNvSpPr/>
            <p:nvPr/>
          </p:nvSpPr>
          <p:spPr>
            <a:xfrm>
              <a:off x="5038703" y="745136"/>
              <a:ext cx="900000" cy="90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72" name="图片 71">
              <a:extLst>
                <a:ext uri="{FF2B5EF4-FFF2-40B4-BE49-F238E27FC236}">
                  <a16:creationId xmlns:a16="http://schemas.microsoft.com/office/drawing/2014/main" id="{1D319D86-5070-1E85-2AB2-AF98EA948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185054" y="863661"/>
              <a:ext cx="607297" cy="655736"/>
            </a:xfrm>
            <a:prstGeom prst="rect">
              <a:avLst/>
            </a:prstGeom>
          </p:spPr>
        </p:pic>
      </p:grp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B3496022-A556-AB85-8CA0-199ABE702491}"/>
              </a:ext>
            </a:extLst>
          </p:cNvPr>
          <p:cNvCxnSpPr/>
          <p:nvPr/>
        </p:nvCxnSpPr>
        <p:spPr>
          <a:xfrm>
            <a:off x="6060933" y="708515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6E0E18E7-4CC2-F19B-A5A5-CA5E70219F00}"/>
              </a:ext>
            </a:extLst>
          </p:cNvPr>
          <p:cNvCxnSpPr/>
          <p:nvPr/>
        </p:nvCxnSpPr>
        <p:spPr>
          <a:xfrm>
            <a:off x="6062520" y="2040515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B52936E1-705F-982D-1BB7-E19414E4526E}"/>
              </a:ext>
            </a:extLst>
          </p:cNvPr>
          <p:cNvCxnSpPr/>
          <p:nvPr/>
        </p:nvCxnSpPr>
        <p:spPr>
          <a:xfrm>
            <a:off x="6062520" y="3404915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2AF6C382-A100-F4BA-5179-B53C1D223526}"/>
              </a:ext>
            </a:extLst>
          </p:cNvPr>
          <p:cNvCxnSpPr/>
          <p:nvPr/>
        </p:nvCxnSpPr>
        <p:spPr>
          <a:xfrm>
            <a:off x="6062520" y="4746934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E296FC40-F180-2E6D-529D-46DD05A15FDF}"/>
                  </a:ext>
                </a:extLst>
              </p:cNvPr>
              <p:cNvSpPr txBox="1"/>
              <p:nvPr/>
            </p:nvSpPr>
            <p:spPr>
              <a:xfrm>
                <a:off x="6622119" y="464421"/>
                <a:ext cx="2287934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E296FC40-F180-2E6D-529D-46DD05A15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119" y="464421"/>
                <a:ext cx="2287934" cy="525016"/>
              </a:xfrm>
              <a:prstGeom prst="rect">
                <a:avLst/>
              </a:prstGeom>
              <a:blipFill>
                <a:blip r:embed="rId22"/>
                <a:stretch>
                  <a:fillRect l="-1105" t="-4762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12686B65-54BC-7BB6-E10D-CEEAB0A1647A}"/>
                  </a:ext>
                </a:extLst>
              </p:cNvPr>
              <p:cNvSpPr txBox="1"/>
              <p:nvPr/>
            </p:nvSpPr>
            <p:spPr>
              <a:xfrm>
                <a:off x="6622119" y="1748051"/>
                <a:ext cx="2381678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12686B65-54BC-7BB6-E10D-CEEAB0A16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119" y="1748051"/>
                <a:ext cx="2381678" cy="525016"/>
              </a:xfrm>
              <a:prstGeom prst="rect">
                <a:avLst/>
              </a:prstGeom>
              <a:blipFill>
                <a:blip r:embed="rId23"/>
                <a:stretch>
                  <a:fillRect t="-4651" b="-9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AAAFDEB7-D09A-8958-B848-0E45E98919D5}"/>
                  </a:ext>
                </a:extLst>
              </p:cNvPr>
              <p:cNvSpPr txBox="1"/>
              <p:nvPr/>
            </p:nvSpPr>
            <p:spPr>
              <a:xfrm>
                <a:off x="6622119" y="3136307"/>
                <a:ext cx="2381678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AAAFDEB7-D09A-8958-B848-0E45E9891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119" y="3136307"/>
                <a:ext cx="2381678" cy="525016"/>
              </a:xfrm>
              <a:prstGeom prst="rect">
                <a:avLst/>
              </a:prstGeom>
              <a:blipFill>
                <a:blip r:embed="rId24"/>
                <a:stretch>
                  <a:fillRect t="-4651" b="-116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4D154087-079F-AF95-E061-5DC26882E75D}"/>
                  </a:ext>
                </a:extLst>
              </p:cNvPr>
              <p:cNvSpPr txBox="1"/>
              <p:nvPr/>
            </p:nvSpPr>
            <p:spPr>
              <a:xfrm>
                <a:off x="6622119" y="4476106"/>
                <a:ext cx="2350002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4D154087-079F-AF95-E061-5DC26882E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119" y="4476106"/>
                <a:ext cx="2350002" cy="525016"/>
              </a:xfrm>
              <a:prstGeom prst="rect">
                <a:avLst/>
              </a:prstGeom>
              <a:blipFill>
                <a:blip r:embed="rId25"/>
                <a:stretch>
                  <a:fillRect t="-4762" b="-1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E8B608C7-5CEF-31E6-A5A2-9F4C098E49AB}"/>
                  </a:ext>
                </a:extLst>
              </p:cNvPr>
              <p:cNvSpPr txBox="1"/>
              <p:nvPr/>
            </p:nvSpPr>
            <p:spPr>
              <a:xfrm>
                <a:off x="6558474" y="5933603"/>
                <a:ext cx="10131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E8B608C7-5CEF-31E6-A5A2-9F4C098E4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474" y="5933603"/>
                <a:ext cx="1013162" cy="276999"/>
              </a:xfrm>
              <a:prstGeom prst="rect">
                <a:avLst/>
              </a:prstGeom>
              <a:blipFill>
                <a:blip r:embed="rId26"/>
                <a:stretch>
                  <a:fillRect l="-2469" t="-8696" b="-3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D09C38DE-1758-4AA6-F038-388D6E8BA5DE}"/>
              </a:ext>
            </a:extLst>
          </p:cNvPr>
          <p:cNvCxnSpPr>
            <a:cxnSpLocks/>
            <a:stCxn id="106" idx="3"/>
            <a:endCxn id="165" idx="1"/>
          </p:cNvCxnSpPr>
          <p:nvPr/>
        </p:nvCxnSpPr>
        <p:spPr>
          <a:xfrm>
            <a:off x="8910053" y="726929"/>
            <a:ext cx="1496188" cy="18168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箭头连接符 115">
            <a:extLst>
              <a:ext uri="{FF2B5EF4-FFF2-40B4-BE49-F238E27FC236}">
                <a16:creationId xmlns:a16="http://schemas.microsoft.com/office/drawing/2014/main" id="{F098E540-090E-9C6A-329A-091B8929A991}"/>
              </a:ext>
            </a:extLst>
          </p:cNvPr>
          <p:cNvCxnSpPr>
            <a:cxnSpLocks/>
            <a:stCxn id="107" idx="3"/>
            <a:endCxn id="165" idx="2"/>
          </p:cNvCxnSpPr>
          <p:nvPr/>
        </p:nvCxnSpPr>
        <p:spPr>
          <a:xfrm>
            <a:off x="9003797" y="2010559"/>
            <a:ext cx="1323363" cy="7241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910B67F1-90B9-7594-C389-6D3A9C49F6C3}"/>
              </a:ext>
            </a:extLst>
          </p:cNvPr>
          <p:cNvCxnSpPr>
            <a:cxnSpLocks/>
            <a:stCxn id="108" idx="3"/>
            <a:endCxn id="165" idx="2"/>
          </p:cNvCxnSpPr>
          <p:nvPr/>
        </p:nvCxnSpPr>
        <p:spPr>
          <a:xfrm flipV="1">
            <a:off x="9003797" y="2734673"/>
            <a:ext cx="1323363" cy="6641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E926E54F-B692-32A4-D0A3-E9A8397A771F}"/>
              </a:ext>
            </a:extLst>
          </p:cNvPr>
          <p:cNvCxnSpPr>
            <a:cxnSpLocks/>
            <a:stCxn id="109" idx="3"/>
            <a:endCxn id="165" idx="3"/>
          </p:cNvCxnSpPr>
          <p:nvPr/>
        </p:nvCxnSpPr>
        <p:spPr>
          <a:xfrm flipV="1">
            <a:off x="8972121" y="2925592"/>
            <a:ext cx="1434120" cy="18130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线箭头连接符 124">
            <a:extLst>
              <a:ext uri="{FF2B5EF4-FFF2-40B4-BE49-F238E27FC236}">
                <a16:creationId xmlns:a16="http://schemas.microsoft.com/office/drawing/2014/main" id="{D16DE888-3003-27D5-346A-DB0761A8DEE2}"/>
              </a:ext>
            </a:extLst>
          </p:cNvPr>
          <p:cNvCxnSpPr>
            <a:cxnSpLocks/>
            <a:stCxn id="173" idx="0"/>
            <a:endCxn id="165" idx="4"/>
          </p:cNvCxnSpPr>
          <p:nvPr/>
        </p:nvCxnSpPr>
        <p:spPr>
          <a:xfrm flipH="1" flipV="1">
            <a:off x="10597160" y="3004673"/>
            <a:ext cx="2371" cy="4997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3D8E1D9E-3E19-E60F-17C9-DC324C9911CD}"/>
                  </a:ext>
                </a:extLst>
              </p:cNvPr>
              <p:cNvSpPr txBox="1"/>
              <p:nvPr/>
            </p:nvSpPr>
            <p:spPr>
              <a:xfrm>
                <a:off x="10597861" y="3155660"/>
                <a:ext cx="1926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3D8E1D9E-3E19-E60F-17C9-DC324C991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861" y="3155660"/>
                <a:ext cx="192617" cy="276999"/>
              </a:xfrm>
              <a:prstGeom prst="rect">
                <a:avLst/>
              </a:prstGeom>
              <a:blipFill>
                <a:blip r:embed="rId27"/>
                <a:stretch>
                  <a:fillRect l="-25000" r="-25000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D9AF34E7-85EF-5095-96D6-E4B68EBA055A}"/>
              </a:ext>
            </a:extLst>
          </p:cNvPr>
          <p:cNvCxnSpPr/>
          <p:nvPr/>
        </p:nvCxnSpPr>
        <p:spPr>
          <a:xfrm>
            <a:off x="10735725" y="2708850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7CE5450A-1837-A013-C410-146638C05426}"/>
                  </a:ext>
                </a:extLst>
              </p:cNvPr>
              <p:cNvSpPr txBox="1"/>
              <p:nvPr/>
            </p:nvSpPr>
            <p:spPr>
              <a:xfrm flipH="1">
                <a:off x="11240135" y="2559786"/>
                <a:ext cx="4523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7CE5450A-1837-A013-C410-146638C05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240135" y="2559786"/>
                <a:ext cx="452347" cy="276999"/>
              </a:xfrm>
              <a:prstGeom prst="rect">
                <a:avLst/>
              </a:prstGeom>
              <a:blipFill>
                <a:blip r:embed="rId28"/>
                <a:stretch>
                  <a:fillRect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E7F571F3-CD6A-A5DC-15A6-3B2422C04F76}"/>
                  </a:ext>
                </a:extLst>
              </p:cNvPr>
              <p:cNvSpPr txBox="1"/>
              <p:nvPr/>
            </p:nvSpPr>
            <p:spPr>
              <a:xfrm>
                <a:off x="9679323" y="1426726"/>
                <a:ext cx="2646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E7F571F3-CD6A-A5DC-15A6-3B2422C04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9323" y="1426726"/>
                <a:ext cx="264688" cy="276999"/>
              </a:xfrm>
              <a:prstGeom prst="rect">
                <a:avLst/>
              </a:prstGeom>
              <a:blipFill>
                <a:blip r:embed="rId29"/>
                <a:stretch>
                  <a:fillRect l="-14286" r="-4762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59272B9E-2A42-F6CC-3F5A-AB72C0EAEEB6}"/>
                  </a:ext>
                </a:extLst>
              </p:cNvPr>
              <p:cNvSpPr txBox="1"/>
              <p:nvPr/>
            </p:nvSpPr>
            <p:spPr>
              <a:xfrm>
                <a:off x="9698174" y="2184999"/>
                <a:ext cx="2700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59272B9E-2A42-F6CC-3F5A-AB72C0EAE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8174" y="2184999"/>
                <a:ext cx="270010" cy="276999"/>
              </a:xfrm>
              <a:prstGeom prst="rect">
                <a:avLst/>
              </a:prstGeom>
              <a:blipFill>
                <a:blip r:embed="rId30"/>
                <a:stretch>
                  <a:fillRect l="-9091" r="-4545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F270056F-0684-852E-C918-312366A12B37}"/>
                  </a:ext>
                </a:extLst>
              </p:cNvPr>
              <p:cNvSpPr txBox="1"/>
              <p:nvPr/>
            </p:nvSpPr>
            <p:spPr>
              <a:xfrm>
                <a:off x="9681700" y="2803815"/>
                <a:ext cx="2700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F270056F-0684-852E-C918-312366A12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1700" y="2803815"/>
                <a:ext cx="270010" cy="276999"/>
              </a:xfrm>
              <a:prstGeom prst="rect">
                <a:avLst/>
              </a:prstGeom>
              <a:blipFill>
                <a:blip r:embed="rId31"/>
                <a:stretch>
                  <a:fillRect l="-9091" r="-4545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25910CCA-72D4-6BC8-6FA6-929F8C69D163}"/>
                  </a:ext>
                </a:extLst>
              </p:cNvPr>
              <p:cNvSpPr txBox="1"/>
              <p:nvPr/>
            </p:nvSpPr>
            <p:spPr>
              <a:xfrm>
                <a:off x="9681700" y="3517342"/>
                <a:ext cx="2700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25910CCA-72D4-6BC8-6FA6-929F8C69D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1700" y="3517342"/>
                <a:ext cx="270010" cy="276999"/>
              </a:xfrm>
              <a:prstGeom prst="rect">
                <a:avLst/>
              </a:prstGeom>
              <a:blipFill>
                <a:blip r:embed="rId32"/>
                <a:stretch>
                  <a:fillRect l="-9091" r="-4545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6E14525B-81EE-B5CE-F808-12EA43633CC7}"/>
              </a:ext>
            </a:extLst>
          </p:cNvPr>
          <p:cNvGrpSpPr/>
          <p:nvPr/>
        </p:nvGrpSpPr>
        <p:grpSpPr>
          <a:xfrm>
            <a:off x="3309721" y="3641308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967248B2-A117-9510-A557-B51AF51DF4B7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967248B2-A117-9510-A557-B51AF51DF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3"/>
                  <a:stretch>
                    <a:fillRect b="-111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7" name="直线箭头连接符 146">
              <a:extLst>
                <a:ext uri="{FF2B5EF4-FFF2-40B4-BE49-F238E27FC236}">
                  <a16:creationId xmlns:a16="http://schemas.microsoft.com/office/drawing/2014/main" id="{C6305E6E-2F21-3B5E-D46A-FD087DFB04DD}"/>
                </a:ext>
              </a:extLst>
            </p:cNvPr>
            <p:cNvCxnSpPr>
              <a:cxnSpLocks/>
              <a:stCxn id="148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4F346BD7-2497-0C23-E6D5-C37A428323C5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4F346BD7-2497-0C23-E6D5-C37A428323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4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39718700-D27C-920C-87C1-96899A214D8D}"/>
              </a:ext>
            </a:extLst>
          </p:cNvPr>
          <p:cNvGrpSpPr/>
          <p:nvPr/>
        </p:nvGrpSpPr>
        <p:grpSpPr>
          <a:xfrm>
            <a:off x="3309721" y="2323498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0F3E2B02-146D-86F6-AA1E-AA06613B49D9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0F3E2B02-146D-86F6-AA1E-AA06613B49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5"/>
                  <a:stretch>
                    <a:fillRect b="-1176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1" name="直线箭头连接符 150">
              <a:extLst>
                <a:ext uri="{FF2B5EF4-FFF2-40B4-BE49-F238E27FC236}">
                  <a16:creationId xmlns:a16="http://schemas.microsoft.com/office/drawing/2014/main" id="{53092F08-1E28-828D-1ED2-520CD144AC22}"/>
                </a:ext>
              </a:extLst>
            </p:cNvPr>
            <p:cNvCxnSpPr>
              <a:cxnSpLocks/>
              <a:stCxn id="152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CA65116-D803-518A-9056-D150530FE5EA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CA65116-D803-518A-9056-D150530FE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6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2D5714F6-F212-DECD-C7C6-AF608C0BDD01}"/>
              </a:ext>
            </a:extLst>
          </p:cNvPr>
          <p:cNvGrpSpPr/>
          <p:nvPr/>
        </p:nvGrpSpPr>
        <p:grpSpPr>
          <a:xfrm>
            <a:off x="3309721" y="982613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8DD0A483-4B6A-E8AF-479C-00BE4AF20301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8DD0A483-4B6A-E8AF-479C-00BE4AF203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7"/>
                  <a:stretch>
                    <a:fillRect b="-111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5" name="直线箭头连接符 154">
              <a:extLst>
                <a:ext uri="{FF2B5EF4-FFF2-40B4-BE49-F238E27FC236}">
                  <a16:creationId xmlns:a16="http://schemas.microsoft.com/office/drawing/2014/main" id="{7AF21B03-05F8-7F7A-F9DA-9F71F71B4FF6}"/>
                </a:ext>
              </a:extLst>
            </p:cNvPr>
            <p:cNvCxnSpPr>
              <a:cxnSpLocks/>
              <a:stCxn id="156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2DFAFCF9-2494-4EA7-EAF0-9552F96BCD2C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2DFAFCF9-2494-4EA7-EAF0-9552F96BC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8"/>
                  <a:stretch>
                    <a:fillRect l="-23077" r="-15385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962AA7B5-78B4-C0FC-61C7-15975D6DA667}"/>
              </a:ext>
            </a:extLst>
          </p:cNvPr>
          <p:cNvGrpSpPr/>
          <p:nvPr/>
        </p:nvGrpSpPr>
        <p:grpSpPr>
          <a:xfrm>
            <a:off x="3323426" y="5001122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F1A8BD8F-5A78-3166-7171-FA5CF5DE5CB6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F1A8BD8F-5A78-3166-7171-FA5CF5DE5C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9"/>
                  <a:stretch>
                    <a:fillRect b="-1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9" name="直线箭头连接符 158">
              <a:extLst>
                <a:ext uri="{FF2B5EF4-FFF2-40B4-BE49-F238E27FC236}">
                  <a16:creationId xmlns:a16="http://schemas.microsoft.com/office/drawing/2014/main" id="{913B0E71-D93B-F492-DCF0-4D23FDC7E0FE}"/>
                </a:ext>
              </a:extLst>
            </p:cNvPr>
            <p:cNvCxnSpPr>
              <a:cxnSpLocks/>
              <a:stCxn id="160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829B752E-881C-2185-175F-9DDC4F2F4A6F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829B752E-881C-2185-175F-9DDC4F2F4A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40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B0C6E08B-E377-D17D-0507-80F8974F664C}"/>
                  </a:ext>
                </a:extLst>
              </p:cNvPr>
              <p:cNvSpPr txBox="1"/>
              <p:nvPr/>
            </p:nvSpPr>
            <p:spPr>
              <a:xfrm>
                <a:off x="683999" y="5933604"/>
                <a:ext cx="11701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3 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𝑓𝑒𝑎𝑡𝑢𝑟𝑒𝑠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B0C6E08B-E377-D17D-0507-80F8974F6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99" y="5933604"/>
                <a:ext cx="1170129" cy="276999"/>
              </a:xfrm>
              <a:prstGeom prst="rect">
                <a:avLst/>
              </a:prstGeom>
              <a:blipFill>
                <a:blip r:embed="rId41"/>
                <a:stretch>
                  <a:fillRect l="-3226" t="-8696" r="-6452" b="-3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42A8D42C-0C8E-93F9-A0DB-7B06ABFC7C5E}"/>
                  </a:ext>
                </a:extLst>
              </p:cNvPr>
              <p:cNvSpPr txBox="1"/>
              <p:nvPr/>
            </p:nvSpPr>
            <p:spPr>
              <a:xfrm>
                <a:off x="2792251" y="5933604"/>
                <a:ext cx="10957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𝑠𝑖𝑔𝑚𝑜𝑖𝑑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42A8D42C-0C8E-93F9-A0DB-7B06ABFC7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2251" y="5933604"/>
                <a:ext cx="1095749" cy="276999"/>
              </a:xfrm>
              <a:prstGeom prst="rect">
                <a:avLst/>
              </a:prstGeom>
              <a:blipFill>
                <a:blip r:embed="rId42"/>
                <a:stretch>
                  <a:fillRect l="-3409" t="-8696" r="-5682" b="-3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椭圆 164">
            <a:extLst>
              <a:ext uri="{FF2B5EF4-FFF2-40B4-BE49-F238E27FC236}">
                <a16:creationId xmlns:a16="http://schemas.microsoft.com/office/drawing/2014/main" id="{ADCA7EE7-9F03-BA5E-3C0F-E65F5800CA1A}"/>
              </a:ext>
            </a:extLst>
          </p:cNvPr>
          <p:cNvSpPr/>
          <p:nvPr/>
        </p:nvSpPr>
        <p:spPr>
          <a:xfrm>
            <a:off x="10327160" y="2464673"/>
            <a:ext cx="540000" cy="54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/>
              <a:t>+</a:t>
            </a:r>
            <a:endParaRPr kumimoji="1"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0B4FC174-8220-0647-5C13-84D14C74813C}"/>
                  </a:ext>
                </a:extLst>
              </p:cNvPr>
              <p:cNvSpPr txBox="1"/>
              <p:nvPr/>
            </p:nvSpPr>
            <p:spPr>
              <a:xfrm>
                <a:off x="10524991" y="3504405"/>
                <a:ext cx="149079" cy="21544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zh-CN" altLang="en-US" sz="1400" dirty="0"/>
              </a:p>
            </p:txBody>
          </p:sp>
        </mc:Choice>
        <mc:Fallback xmlns="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0B4FC174-8220-0647-5C13-84D14C748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4991" y="3504405"/>
                <a:ext cx="149079" cy="215444"/>
              </a:xfrm>
              <a:prstGeom prst="rect">
                <a:avLst/>
              </a:prstGeom>
              <a:blipFill>
                <a:blip r:embed="rId43"/>
                <a:stretch>
                  <a:fillRect l="-15385" r="-23077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65603449-B6DA-5673-C39C-F4A530BAFBCC}"/>
                  </a:ext>
                </a:extLst>
              </p:cNvPr>
              <p:cNvSpPr txBox="1"/>
              <p:nvPr/>
            </p:nvSpPr>
            <p:spPr>
              <a:xfrm>
                <a:off x="9245790" y="5933603"/>
                <a:ext cx="1280159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65603449-B6DA-5673-C39C-F4A530BAF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790" y="5933603"/>
                <a:ext cx="1280159" cy="281937"/>
              </a:xfrm>
              <a:prstGeom prst="rect">
                <a:avLst/>
              </a:prstGeom>
              <a:blipFill>
                <a:blip r:embed="rId44"/>
                <a:stretch>
                  <a:fillRect l="-3960" t="-4348" r="-1980" b="-2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876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67606-2FA3-1F65-2936-431776BBC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B7CEEB1A-E583-AA5C-A3CF-07F228F0EC05}"/>
              </a:ext>
            </a:extLst>
          </p:cNvPr>
          <p:cNvGrpSpPr/>
          <p:nvPr/>
        </p:nvGrpSpPr>
        <p:grpSpPr>
          <a:xfrm>
            <a:off x="313476" y="1003216"/>
            <a:ext cx="540000" cy="3411268"/>
            <a:chOff x="2297151" y="1489901"/>
            <a:chExt cx="540000" cy="34112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D7F702CC-2ED2-7C38-C38C-4A8EB65228E2}"/>
                    </a:ext>
                  </a:extLst>
                </p:cNvPr>
                <p:cNvSpPr txBox="1"/>
                <p:nvPr/>
              </p:nvSpPr>
              <p:spPr>
                <a:xfrm>
                  <a:off x="2297151" y="1489901"/>
                  <a:ext cx="540000" cy="46800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05DD6316-72F5-380C-C0C3-726886FC47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151" y="1489901"/>
                  <a:ext cx="540000" cy="4680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24216A9-0516-FCDE-6EC9-FA9B09F38909}"/>
                    </a:ext>
                  </a:extLst>
                </p:cNvPr>
                <p:cNvSpPr txBox="1"/>
                <p:nvPr/>
              </p:nvSpPr>
              <p:spPr>
                <a:xfrm>
                  <a:off x="2297151" y="2961535"/>
                  <a:ext cx="540000" cy="46800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FA1D103C-CD4A-A24F-3475-6AF1E1CA2A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151" y="2961535"/>
                  <a:ext cx="540000" cy="468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1A2C9D0-D4ED-C901-5610-6FB836052447}"/>
                    </a:ext>
                  </a:extLst>
                </p:cNvPr>
                <p:cNvSpPr txBox="1"/>
                <p:nvPr/>
              </p:nvSpPr>
              <p:spPr>
                <a:xfrm>
                  <a:off x="2297151" y="4433169"/>
                  <a:ext cx="540000" cy="46800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A9BF69B-E1D1-1413-1C74-B23C77118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151" y="4433169"/>
                  <a:ext cx="540000" cy="468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91F86F5-CED3-8281-F85C-CF2506597032}"/>
              </a:ext>
            </a:extLst>
          </p:cNvPr>
          <p:cNvGrpSpPr/>
          <p:nvPr/>
        </p:nvGrpSpPr>
        <p:grpSpPr>
          <a:xfrm>
            <a:off x="2655561" y="438452"/>
            <a:ext cx="540000" cy="4540796"/>
            <a:chOff x="4410636" y="817548"/>
            <a:chExt cx="540000" cy="4540796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89985EC2-0D91-CFA3-1DFD-CB773A89F19B}"/>
                </a:ext>
              </a:extLst>
            </p:cNvPr>
            <p:cNvSpPr/>
            <p:nvPr/>
          </p:nvSpPr>
          <p:spPr>
            <a:xfrm>
              <a:off x="4410636" y="817548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1A6F72E2-55E6-9824-DD93-0A99045D53F0}"/>
                </a:ext>
              </a:extLst>
            </p:cNvPr>
            <p:cNvSpPr/>
            <p:nvPr/>
          </p:nvSpPr>
          <p:spPr>
            <a:xfrm>
              <a:off x="4410636" y="4818344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61B8DA9F-8BE5-C27D-D9E3-1A69B73CF850}"/>
                </a:ext>
              </a:extLst>
            </p:cNvPr>
            <p:cNvSpPr/>
            <p:nvPr/>
          </p:nvSpPr>
          <p:spPr>
            <a:xfrm>
              <a:off x="4410636" y="2151146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94AD7297-58B6-824E-73EC-C625834170BE}"/>
                </a:ext>
              </a:extLst>
            </p:cNvPr>
            <p:cNvSpPr/>
            <p:nvPr/>
          </p:nvSpPr>
          <p:spPr>
            <a:xfrm>
              <a:off x="4410636" y="3484745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</p:grp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D45B8DBE-1068-F63E-9408-4917EFA2EF33}"/>
              </a:ext>
            </a:extLst>
          </p:cNvPr>
          <p:cNvCxnSpPr>
            <a:stCxn id="5" idx="3"/>
            <a:endCxn id="9" idx="2"/>
          </p:cNvCxnSpPr>
          <p:nvPr/>
        </p:nvCxnSpPr>
        <p:spPr>
          <a:xfrm flipV="1">
            <a:off x="853476" y="708452"/>
            <a:ext cx="1802085" cy="528764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522A1A45-3A57-8EC7-F30B-35F635F7BAE4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 flipV="1">
            <a:off x="853476" y="708452"/>
            <a:ext cx="1802085" cy="2000398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A803B9B2-8280-007E-5854-37EED5655BEE}"/>
              </a:ext>
            </a:extLst>
          </p:cNvPr>
          <p:cNvCxnSpPr>
            <a:cxnSpLocks/>
            <a:stCxn id="8" idx="3"/>
            <a:endCxn id="9" idx="2"/>
          </p:cNvCxnSpPr>
          <p:nvPr/>
        </p:nvCxnSpPr>
        <p:spPr>
          <a:xfrm flipV="1">
            <a:off x="853476" y="708452"/>
            <a:ext cx="1802085" cy="3472032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0F50430-3B14-D537-5D94-24BC6489383E}"/>
                  </a:ext>
                </a:extLst>
              </p:cNvPr>
              <p:cNvSpPr txBox="1"/>
              <p:nvPr/>
            </p:nvSpPr>
            <p:spPr>
              <a:xfrm>
                <a:off x="2055525" y="614494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0F50430-3B14-D537-5D94-24BC64893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614494"/>
                <a:ext cx="540000" cy="224870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2615697-3852-5ACC-FDC9-2F5E8E0AAC37}"/>
                  </a:ext>
                </a:extLst>
              </p:cNvPr>
              <p:cNvSpPr txBox="1"/>
              <p:nvPr/>
            </p:nvSpPr>
            <p:spPr>
              <a:xfrm>
                <a:off x="2055525" y="966690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2615697-3852-5ACC-FDC9-2F5E8E0AA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966690"/>
                <a:ext cx="540000" cy="224870"/>
              </a:xfrm>
              <a:prstGeom prst="rect">
                <a:avLst/>
              </a:prstGeom>
              <a:blipFill>
                <a:blip r:embed="rId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3AB38FD-FF28-594F-148C-846DDE47277E}"/>
                  </a:ext>
                </a:extLst>
              </p:cNvPr>
              <p:cNvSpPr txBox="1"/>
              <p:nvPr/>
            </p:nvSpPr>
            <p:spPr>
              <a:xfrm>
                <a:off x="2055525" y="1320108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3AB38FD-FF28-594F-148C-846DDE472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1320108"/>
                <a:ext cx="540000" cy="224870"/>
              </a:xfrm>
              <a:prstGeom prst="rect">
                <a:avLst/>
              </a:prstGeom>
              <a:blipFill>
                <a:blip r:embed="rId7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2A342BA3-5E04-0319-0580-6CD3AB70163B}"/>
              </a:ext>
            </a:extLst>
          </p:cNvPr>
          <p:cNvCxnSpPr>
            <a:cxnSpLocks/>
            <a:stCxn id="5" idx="3"/>
            <a:endCxn id="3" idx="2"/>
          </p:cNvCxnSpPr>
          <p:nvPr/>
        </p:nvCxnSpPr>
        <p:spPr>
          <a:xfrm>
            <a:off x="853476" y="1237216"/>
            <a:ext cx="1802085" cy="8048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2462C5ED-7E1B-AE61-1712-2C4537E536A1}"/>
              </a:ext>
            </a:extLst>
          </p:cNvPr>
          <p:cNvCxnSpPr>
            <a:cxnSpLocks/>
            <a:stCxn id="7" idx="3"/>
            <a:endCxn id="3" idx="2"/>
          </p:cNvCxnSpPr>
          <p:nvPr/>
        </p:nvCxnSpPr>
        <p:spPr>
          <a:xfrm flipV="1">
            <a:off x="853476" y="2042050"/>
            <a:ext cx="1802085" cy="6668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49626B3B-C4E1-3C9D-150A-97C1C28EAD40}"/>
              </a:ext>
            </a:extLst>
          </p:cNvPr>
          <p:cNvCxnSpPr>
            <a:cxnSpLocks/>
            <a:stCxn id="8" idx="3"/>
            <a:endCxn id="3" idx="2"/>
          </p:cNvCxnSpPr>
          <p:nvPr/>
        </p:nvCxnSpPr>
        <p:spPr>
          <a:xfrm flipV="1">
            <a:off x="853476" y="2042050"/>
            <a:ext cx="1802085" cy="21384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7D36F5E-747E-D0AD-22CE-284890124C5C}"/>
                  </a:ext>
                </a:extLst>
              </p:cNvPr>
              <p:cNvSpPr txBox="1"/>
              <p:nvPr/>
            </p:nvSpPr>
            <p:spPr>
              <a:xfrm>
                <a:off x="2054036" y="1716311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7D36F5E-747E-D0AD-22CE-284890124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036" y="1716311"/>
                <a:ext cx="540000" cy="224870"/>
              </a:xfrm>
              <a:prstGeom prst="rect">
                <a:avLst/>
              </a:prstGeom>
              <a:blipFill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BFC70D8-4D77-863A-64DA-9E6DDF390306}"/>
                  </a:ext>
                </a:extLst>
              </p:cNvPr>
              <p:cNvSpPr txBox="1"/>
              <p:nvPr/>
            </p:nvSpPr>
            <p:spPr>
              <a:xfrm>
                <a:off x="2055525" y="2042050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BFC70D8-4D77-863A-64DA-9E6DDF390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2042050"/>
                <a:ext cx="540000" cy="224870"/>
              </a:xfrm>
              <a:prstGeom prst="rect">
                <a:avLst/>
              </a:prstGeom>
              <a:blipFill>
                <a:blip r:embed="rId9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85F57C6A-CA84-737C-07C8-825C59D7BE60}"/>
                  </a:ext>
                </a:extLst>
              </p:cNvPr>
              <p:cNvSpPr txBox="1"/>
              <p:nvPr/>
            </p:nvSpPr>
            <p:spPr>
              <a:xfrm>
                <a:off x="2055525" y="2355137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85F57C6A-CA84-737C-07C8-825C59D7B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2355137"/>
                <a:ext cx="540000" cy="224870"/>
              </a:xfrm>
              <a:prstGeom prst="rect">
                <a:avLst/>
              </a:prstGeom>
              <a:blipFill>
                <a:blip r:embed="rId10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4EE2AF14-A811-1653-527B-EA463A159D7A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>
            <a:off x="853476" y="1237216"/>
            <a:ext cx="1802085" cy="2138433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D411F267-10D3-1C9B-B80C-3E3443795DA6}"/>
              </a:ext>
            </a:extLst>
          </p:cNvPr>
          <p:cNvCxnSpPr>
            <a:cxnSpLocks/>
            <a:stCxn id="7" idx="3"/>
            <a:endCxn id="4" idx="2"/>
          </p:cNvCxnSpPr>
          <p:nvPr/>
        </p:nvCxnSpPr>
        <p:spPr>
          <a:xfrm>
            <a:off x="853476" y="2708850"/>
            <a:ext cx="1802085" cy="666799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BAF3E8C8-D7A6-88F7-96CA-7FDCECBB6279}"/>
              </a:ext>
            </a:extLst>
          </p:cNvPr>
          <p:cNvCxnSpPr>
            <a:cxnSpLocks/>
            <a:stCxn id="8" idx="3"/>
            <a:endCxn id="4" idx="2"/>
          </p:cNvCxnSpPr>
          <p:nvPr/>
        </p:nvCxnSpPr>
        <p:spPr>
          <a:xfrm flipV="1">
            <a:off x="853476" y="3375649"/>
            <a:ext cx="1802085" cy="804835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8F79441C-35F8-8223-378C-64644CA7D65C}"/>
                  </a:ext>
                </a:extLst>
              </p:cNvPr>
              <p:cNvSpPr txBox="1"/>
              <p:nvPr/>
            </p:nvSpPr>
            <p:spPr>
              <a:xfrm>
                <a:off x="2055525" y="2829880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8F79441C-35F8-8223-378C-64644CA7D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2829880"/>
                <a:ext cx="540000" cy="224870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DF5A65B6-D70B-ABD7-AC1B-4D7C2599CD0A}"/>
                  </a:ext>
                </a:extLst>
              </p:cNvPr>
              <p:cNvSpPr txBox="1"/>
              <p:nvPr/>
            </p:nvSpPr>
            <p:spPr>
              <a:xfrm>
                <a:off x="2055525" y="3104664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DF5A65B6-D70B-ABD7-AC1B-4D7C2599C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3104664"/>
                <a:ext cx="540000" cy="224870"/>
              </a:xfrm>
              <a:prstGeom prst="rect">
                <a:avLst/>
              </a:prstGeom>
              <a:blipFill>
                <a:blip r:embed="rId12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12A3D66E-D9F7-76D7-BA7F-4E6463E7AB29}"/>
                  </a:ext>
                </a:extLst>
              </p:cNvPr>
              <p:cNvSpPr txBox="1"/>
              <p:nvPr/>
            </p:nvSpPr>
            <p:spPr>
              <a:xfrm>
                <a:off x="2054850" y="3404907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12A3D66E-D9F7-76D7-BA7F-4E6463E7A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50" y="3404907"/>
                <a:ext cx="540000" cy="224870"/>
              </a:xfrm>
              <a:prstGeom prst="rect">
                <a:avLst/>
              </a:prstGeom>
              <a:blipFill>
                <a:blip r:embed="rId1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DC50659C-09AB-ACE8-7BAB-F847D0126A56}"/>
              </a:ext>
            </a:extLst>
          </p:cNvPr>
          <p:cNvCxnSpPr>
            <a:cxnSpLocks/>
            <a:stCxn id="5" idx="3"/>
            <a:endCxn id="2" idx="2"/>
          </p:cNvCxnSpPr>
          <p:nvPr/>
        </p:nvCxnSpPr>
        <p:spPr>
          <a:xfrm>
            <a:off x="853476" y="1237216"/>
            <a:ext cx="1802085" cy="3472032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47F52B9A-CC3F-D2BF-3289-46C242C6F8D1}"/>
              </a:ext>
            </a:extLst>
          </p:cNvPr>
          <p:cNvCxnSpPr>
            <a:cxnSpLocks/>
            <a:stCxn id="7" idx="3"/>
            <a:endCxn id="2" idx="2"/>
          </p:cNvCxnSpPr>
          <p:nvPr/>
        </p:nvCxnSpPr>
        <p:spPr>
          <a:xfrm>
            <a:off x="853476" y="2708850"/>
            <a:ext cx="1802085" cy="200039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C92B9CEB-7955-C7A6-B511-C8B95980FF47}"/>
              </a:ext>
            </a:extLst>
          </p:cNvPr>
          <p:cNvCxnSpPr>
            <a:cxnSpLocks/>
            <a:stCxn id="8" idx="3"/>
            <a:endCxn id="2" idx="2"/>
          </p:cNvCxnSpPr>
          <p:nvPr/>
        </p:nvCxnSpPr>
        <p:spPr>
          <a:xfrm>
            <a:off x="853476" y="4180484"/>
            <a:ext cx="1802085" cy="528764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B1125C59-B3CE-9A6B-74D4-EBFCDFF3D74B}"/>
                  </a:ext>
                </a:extLst>
              </p:cNvPr>
              <p:cNvSpPr txBox="1"/>
              <p:nvPr/>
            </p:nvSpPr>
            <p:spPr>
              <a:xfrm>
                <a:off x="2055525" y="3880241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B1125C59-B3CE-9A6B-74D4-EBFCDFF3D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3880241"/>
                <a:ext cx="540000" cy="224870"/>
              </a:xfrm>
              <a:prstGeom prst="rect">
                <a:avLst/>
              </a:prstGeom>
              <a:blipFill>
                <a:blip r:embed="rId1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C34ECA1A-51CE-7BCD-F56E-E3835E447007}"/>
                  </a:ext>
                </a:extLst>
              </p:cNvPr>
              <p:cNvSpPr txBox="1"/>
              <p:nvPr/>
            </p:nvSpPr>
            <p:spPr>
              <a:xfrm>
                <a:off x="2054851" y="4180483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C34ECA1A-51CE-7BCD-F56E-E3835E447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51" y="4180483"/>
                <a:ext cx="540000" cy="224870"/>
              </a:xfrm>
              <a:prstGeom prst="rect">
                <a:avLst/>
              </a:prstGeom>
              <a:blipFill>
                <a:blip r:embed="rId1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C0F590BC-0DF9-AC84-A9BA-FBCBE4C65F76}"/>
                  </a:ext>
                </a:extLst>
              </p:cNvPr>
              <p:cNvSpPr txBox="1"/>
              <p:nvPr/>
            </p:nvSpPr>
            <p:spPr>
              <a:xfrm>
                <a:off x="2055525" y="4522064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C0F590BC-0DF9-AC84-A9BA-FBCBE4C65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4522064"/>
                <a:ext cx="540000" cy="224870"/>
              </a:xfrm>
              <a:prstGeom prst="rect">
                <a:avLst/>
              </a:prstGeom>
              <a:blipFill>
                <a:blip r:embed="rId1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直线箭头连接符 99">
            <a:extLst>
              <a:ext uri="{FF2B5EF4-FFF2-40B4-BE49-F238E27FC236}">
                <a16:creationId xmlns:a16="http://schemas.microsoft.com/office/drawing/2014/main" id="{717E2DD3-DAC4-F7AC-FEB7-F5D0602E9469}"/>
              </a:ext>
            </a:extLst>
          </p:cNvPr>
          <p:cNvCxnSpPr/>
          <p:nvPr/>
        </p:nvCxnSpPr>
        <p:spPr>
          <a:xfrm>
            <a:off x="3227613" y="708452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FB8BCA17-2463-9334-78BD-FC6C09E65617}"/>
              </a:ext>
            </a:extLst>
          </p:cNvPr>
          <p:cNvCxnSpPr/>
          <p:nvPr/>
        </p:nvCxnSpPr>
        <p:spPr>
          <a:xfrm>
            <a:off x="3227613" y="2042050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56B51B9B-2E4B-12D4-3C64-F73BA412A47B}"/>
              </a:ext>
            </a:extLst>
          </p:cNvPr>
          <p:cNvCxnSpPr/>
          <p:nvPr/>
        </p:nvCxnSpPr>
        <p:spPr>
          <a:xfrm>
            <a:off x="3227613" y="3404907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493C3F87-4104-BBF8-FF16-B6FE9F66A578}"/>
              </a:ext>
            </a:extLst>
          </p:cNvPr>
          <p:cNvCxnSpPr/>
          <p:nvPr/>
        </p:nvCxnSpPr>
        <p:spPr>
          <a:xfrm>
            <a:off x="3227613" y="4746262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F1AC6C2-8F78-3108-5B49-76CB8CC2A4C7}"/>
              </a:ext>
            </a:extLst>
          </p:cNvPr>
          <p:cNvGrpSpPr/>
          <p:nvPr/>
        </p:nvGrpSpPr>
        <p:grpSpPr>
          <a:xfrm>
            <a:off x="3739776" y="258451"/>
            <a:ext cx="900000" cy="900000"/>
            <a:chOff x="5038703" y="745136"/>
            <a:chExt cx="900000" cy="900000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5AABA85D-9A19-2056-DAE9-495D3C520C95}"/>
                </a:ext>
              </a:extLst>
            </p:cNvPr>
            <p:cNvSpPr/>
            <p:nvPr/>
          </p:nvSpPr>
          <p:spPr>
            <a:xfrm>
              <a:off x="5038703" y="745136"/>
              <a:ext cx="900000" cy="90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1C47E726-D457-BA14-7EC6-243749B50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185054" y="863661"/>
              <a:ext cx="607297" cy="655736"/>
            </a:xfrm>
            <a:prstGeom prst="rect">
              <a:avLst/>
            </a:prstGeom>
          </p:spPr>
        </p:pic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9BC21849-672E-4282-ACA4-26B003C90E4F}"/>
              </a:ext>
            </a:extLst>
          </p:cNvPr>
          <p:cNvGrpSpPr/>
          <p:nvPr/>
        </p:nvGrpSpPr>
        <p:grpSpPr>
          <a:xfrm>
            <a:off x="3739776" y="1538667"/>
            <a:ext cx="900000" cy="900000"/>
            <a:chOff x="5038703" y="745136"/>
            <a:chExt cx="900000" cy="900000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4BD21F58-5325-2155-A9C6-BD4EE436D0E4}"/>
                </a:ext>
              </a:extLst>
            </p:cNvPr>
            <p:cNvSpPr/>
            <p:nvPr/>
          </p:nvSpPr>
          <p:spPr>
            <a:xfrm>
              <a:off x="5038703" y="745136"/>
              <a:ext cx="900000" cy="90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AC4C1AD5-57FC-8F11-A8F1-B1CB92F2D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185054" y="863661"/>
              <a:ext cx="607297" cy="655736"/>
            </a:xfrm>
            <a:prstGeom prst="rect">
              <a:avLst/>
            </a:prstGeom>
          </p:spPr>
        </p:pic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0B8E5208-1532-2A65-B4B2-00A9D2DEFC8B}"/>
              </a:ext>
            </a:extLst>
          </p:cNvPr>
          <p:cNvGrpSpPr/>
          <p:nvPr/>
        </p:nvGrpSpPr>
        <p:grpSpPr>
          <a:xfrm>
            <a:off x="3739776" y="2909140"/>
            <a:ext cx="900000" cy="900000"/>
            <a:chOff x="5038703" y="745136"/>
            <a:chExt cx="900000" cy="900000"/>
          </a:xfrm>
        </p:grpSpPr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924426C5-409A-B08B-F6DB-B3BAB520E1A1}"/>
                </a:ext>
              </a:extLst>
            </p:cNvPr>
            <p:cNvSpPr/>
            <p:nvPr/>
          </p:nvSpPr>
          <p:spPr>
            <a:xfrm>
              <a:off x="5038703" y="745136"/>
              <a:ext cx="900000" cy="90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E75934F9-214D-3322-48BA-FED9E5906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185054" y="863661"/>
              <a:ext cx="607297" cy="655736"/>
            </a:xfrm>
            <a:prstGeom prst="rect">
              <a:avLst/>
            </a:prstGeom>
          </p:spPr>
        </p:pic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23D4309-60FA-BE0D-B271-15F669215A91}"/>
              </a:ext>
            </a:extLst>
          </p:cNvPr>
          <p:cNvGrpSpPr/>
          <p:nvPr/>
        </p:nvGrpSpPr>
        <p:grpSpPr>
          <a:xfrm>
            <a:off x="3739775" y="4266381"/>
            <a:ext cx="900000" cy="900000"/>
            <a:chOff x="5038703" y="745136"/>
            <a:chExt cx="900000" cy="900000"/>
          </a:xfrm>
        </p:grpSpPr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AB17F0C2-4E02-1401-49DF-B61DDC9FB01D}"/>
                </a:ext>
              </a:extLst>
            </p:cNvPr>
            <p:cNvSpPr/>
            <p:nvPr/>
          </p:nvSpPr>
          <p:spPr>
            <a:xfrm>
              <a:off x="5038703" y="745136"/>
              <a:ext cx="900000" cy="90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72" name="图片 71">
              <a:extLst>
                <a:ext uri="{FF2B5EF4-FFF2-40B4-BE49-F238E27FC236}">
                  <a16:creationId xmlns:a16="http://schemas.microsoft.com/office/drawing/2014/main" id="{871A8B7D-583B-99DD-1003-FDE5408AE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185054" y="863661"/>
              <a:ext cx="607297" cy="655736"/>
            </a:xfrm>
            <a:prstGeom prst="rect">
              <a:avLst/>
            </a:prstGeom>
          </p:spPr>
        </p:pic>
      </p:grp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1175CD7D-99EE-B83E-2CF5-FC5F9F327F3F}"/>
              </a:ext>
            </a:extLst>
          </p:cNvPr>
          <p:cNvCxnSpPr/>
          <p:nvPr/>
        </p:nvCxnSpPr>
        <p:spPr>
          <a:xfrm>
            <a:off x="4672423" y="708515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49D0DAED-A6F2-8F8C-C9F0-C468E95CE165}"/>
              </a:ext>
            </a:extLst>
          </p:cNvPr>
          <p:cNvCxnSpPr/>
          <p:nvPr/>
        </p:nvCxnSpPr>
        <p:spPr>
          <a:xfrm>
            <a:off x="4674010" y="2040515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7D8C31F8-0B37-1EF3-09A9-1FFBE9C306FD}"/>
              </a:ext>
            </a:extLst>
          </p:cNvPr>
          <p:cNvCxnSpPr/>
          <p:nvPr/>
        </p:nvCxnSpPr>
        <p:spPr>
          <a:xfrm>
            <a:off x="4674010" y="3404915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A3C816B0-1539-BC65-9023-E7EE77DF5742}"/>
              </a:ext>
            </a:extLst>
          </p:cNvPr>
          <p:cNvCxnSpPr/>
          <p:nvPr/>
        </p:nvCxnSpPr>
        <p:spPr>
          <a:xfrm>
            <a:off x="4674010" y="4746934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876BD35F-6A8F-533C-B3A6-3226CF07A403}"/>
                  </a:ext>
                </a:extLst>
              </p:cNvPr>
              <p:cNvSpPr txBox="1"/>
              <p:nvPr/>
            </p:nvSpPr>
            <p:spPr>
              <a:xfrm>
                <a:off x="5233609" y="582952"/>
                <a:ext cx="2927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876BD35F-6A8F-533C-B3A6-3226CF07A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609" y="582952"/>
                <a:ext cx="292772" cy="276999"/>
              </a:xfrm>
              <a:prstGeom prst="rect">
                <a:avLst/>
              </a:prstGeom>
              <a:blipFill>
                <a:blip r:embed="rId18"/>
                <a:stretch>
                  <a:fillRect l="-12500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AEC9032E-5E04-00B7-2ACB-C78E0C021659}"/>
                  </a:ext>
                </a:extLst>
              </p:cNvPr>
              <p:cNvSpPr txBox="1"/>
              <p:nvPr/>
            </p:nvSpPr>
            <p:spPr>
              <a:xfrm>
                <a:off x="5233609" y="1866582"/>
                <a:ext cx="2980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AEC9032E-5E04-00B7-2ACB-C78E0C021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609" y="1866582"/>
                <a:ext cx="298094" cy="276999"/>
              </a:xfrm>
              <a:prstGeom prst="rect">
                <a:avLst/>
              </a:prstGeom>
              <a:blipFill>
                <a:blip r:embed="rId19"/>
                <a:stretch>
                  <a:fillRect l="-12500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60AD0A0C-47E3-E111-F224-6672A518F984}"/>
                  </a:ext>
                </a:extLst>
              </p:cNvPr>
              <p:cNvSpPr txBox="1"/>
              <p:nvPr/>
            </p:nvSpPr>
            <p:spPr>
              <a:xfrm>
                <a:off x="5233609" y="3254838"/>
                <a:ext cx="2980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60AD0A0C-47E3-E111-F224-6672A518F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609" y="3254838"/>
                <a:ext cx="298094" cy="276999"/>
              </a:xfrm>
              <a:prstGeom prst="rect">
                <a:avLst/>
              </a:prstGeom>
              <a:blipFill>
                <a:blip r:embed="rId20"/>
                <a:stretch>
                  <a:fillRect l="-12500" r="-4167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051CB2C1-2A42-A71C-E3B0-196BB0F8CB48}"/>
                  </a:ext>
                </a:extLst>
              </p:cNvPr>
              <p:cNvSpPr txBox="1"/>
              <p:nvPr/>
            </p:nvSpPr>
            <p:spPr>
              <a:xfrm>
                <a:off x="5233609" y="4594637"/>
                <a:ext cx="2980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051CB2C1-2A42-A71C-E3B0-196BB0F8C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609" y="4594637"/>
                <a:ext cx="298094" cy="276999"/>
              </a:xfrm>
              <a:prstGeom prst="rect">
                <a:avLst/>
              </a:prstGeom>
              <a:blipFill>
                <a:blip r:embed="rId21"/>
                <a:stretch>
                  <a:fillRect l="-12500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6B3082E3-2ACE-5975-EF50-AE2D11710E92}"/>
              </a:ext>
            </a:extLst>
          </p:cNvPr>
          <p:cNvGrpSpPr/>
          <p:nvPr/>
        </p:nvGrpSpPr>
        <p:grpSpPr>
          <a:xfrm>
            <a:off x="2818664" y="3641308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43E70F32-D277-0E65-AEE2-25387D7ABD56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967248B2-A117-9510-A557-B51AF51DF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3"/>
                  <a:stretch>
                    <a:fillRect b="-111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7" name="直线箭头连接符 146">
              <a:extLst>
                <a:ext uri="{FF2B5EF4-FFF2-40B4-BE49-F238E27FC236}">
                  <a16:creationId xmlns:a16="http://schemas.microsoft.com/office/drawing/2014/main" id="{0293DD0D-7921-0939-D72E-B76C51422B4F}"/>
                </a:ext>
              </a:extLst>
            </p:cNvPr>
            <p:cNvCxnSpPr>
              <a:cxnSpLocks/>
              <a:stCxn id="148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84CF8AB2-170A-69E5-96A6-60EF15E9990D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4F346BD7-2497-0C23-E6D5-C37A428323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4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6329B536-FDD2-89F9-1A99-C8C2454345BF}"/>
              </a:ext>
            </a:extLst>
          </p:cNvPr>
          <p:cNvGrpSpPr/>
          <p:nvPr/>
        </p:nvGrpSpPr>
        <p:grpSpPr>
          <a:xfrm>
            <a:off x="2818664" y="2323498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AF3B05CB-F314-6BC3-D729-39BDC220C4D7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0F3E2B02-146D-86F6-AA1E-AA06613B49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5"/>
                  <a:stretch>
                    <a:fillRect b="-1176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1" name="直线箭头连接符 150">
              <a:extLst>
                <a:ext uri="{FF2B5EF4-FFF2-40B4-BE49-F238E27FC236}">
                  <a16:creationId xmlns:a16="http://schemas.microsoft.com/office/drawing/2014/main" id="{27415F0A-AB61-31C7-4D52-B405ED888987}"/>
                </a:ext>
              </a:extLst>
            </p:cNvPr>
            <p:cNvCxnSpPr>
              <a:cxnSpLocks/>
              <a:stCxn id="152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20D2AB5E-85A0-E768-B530-8F1D87AFC2C5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CA65116-D803-518A-9056-D150530FE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6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FAA6C79B-B58B-F553-1B8C-79BD7A7AEE02}"/>
              </a:ext>
            </a:extLst>
          </p:cNvPr>
          <p:cNvGrpSpPr/>
          <p:nvPr/>
        </p:nvGrpSpPr>
        <p:grpSpPr>
          <a:xfrm>
            <a:off x="2818664" y="982613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85A48934-263D-D637-738E-C0297589B290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8DD0A483-4B6A-E8AF-479C-00BE4AF203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7"/>
                  <a:stretch>
                    <a:fillRect b="-111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5" name="直线箭头连接符 154">
              <a:extLst>
                <a:ext uri="{FF2B5EF4-FFF2-40B4-BE49-F238E27FC236}">
                  <a16:creationId xmlns:a16="http://schemas.microsoft.com/office/drawing/2014/main" id="{ABB0709F-15B8-E722-C504-1E98CF328431}"/>
                </a:ext>
              </a:extLst>
            </p:cNvPr>
            <p:cNvCxnSpPr>
              <a:cxnSpLocks/>
              <a:stCxn id="156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736A9A8F-3F42-EB01-72DD-9983A7CBF87A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2DFAFCF9-2494-4EA7-EAF0-9552F96BC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8"/>
                  <a:stretch>
                    <a:fillRect l="-23077" r="-15385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BB214A37-A7A1-14EB-05A4-B724DE354CA5}"/>
              </a:ext>
            </a:extLst>
          </p:cNvPr>
          <p:cNvGrpSpPr/>
          <p:nvPr/>
        </p:nvGrpSpPr>
        <p:grpSpPr>
          <a:xfrm>
            <a:off x="2832369" y="5001122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2FAA9A01-94A7-ED11-8C64-95326659F6BB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F1A8BD8F-5A78-3166-7171-FA5CF5DE5C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9"/>
                  <a:stretch>
                    <a:fillRect b="-1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9" name="直线箭头连接符 158">
              <a:extLst>
                <a:ext uri="{FF2B5EF4-FFF2-40B4-BE49-F238E27FC236}">
                  <a16:creationId xmlns:a16="http://schemas.microsoft.com/office/drawing/2014/main" id="{20D2CA5F-BF32-0F32-D6E9-A98E871DBC38}"/>
                </a:ext>
              </a:extLst>
            </p:cNvPr>
            <p:cNvCxnSpPr>
              <a:cxnSpLocks/>
              <a:stCxn id="160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01728DEF-824C-7DC6-BBE0-A0D564B60D39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829B752E-881C-2185-175F-9DDC4F2F4A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40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8858C744-FA4F-3001-84B7-27DCFA1F7D09}"/>
              </a:ext>
            </a:extLst>
          </p:cNvPr>
          <p:cNvGrpSpPr/>
          <p:nvPr/>
        </p:nvGrpSpPr>
        <p:grpSpPr>
          <a:xfrm>
            <a:off x="6654774" y="490300"/>
            <a:ext cx="540000" cy="4540796"/>
            <a:chOff x="4410636" y="817548"/>
            <a:chExt cx="540000" cy="4540796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A437A7A4-51EB-39CF-4079-04BFF451CE99}"/>
                </a:ext>
              </a:extLst>
            </p:cNvPr>
            <p:cNvSpPr/>
            <p:nvPr/>
          </p:nvSpPr>
          <p:spPr>
            <a:xfrm>
              <a:off x="4410636" y="817548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50FBAA04-118C-4D2E-6C0E-AB522C79D9C9}"/>
                </a:ext>
              </a:extLst>
            </p:cNvPr>
            <p:cNvSpPr/>
            <p:nvPr/>
          </p:nvSpPr>
          <p:spPr>
            <a:xfrm>
              <a:off x="4410636" y="4818344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A3FAEA00-E557-C160-DC9A-62B21D611D8E}"/>
                </a:ext>
              </a:extLst>
            </p:cNvPr>
            <p:cNvSpPr/>
            <p:nvPr/>
          </p:nvSpPr>
          <p:spPr>
            <a:xfrm>
              <a:off x="4410636" y="2151146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DBC41390-40A4-14D2-7637-18719DD43209}"/>
                </a:ext>
              </a:extLst>
            </p:cNvPr>
            <p:cNvSpPr/>
            <p:nvPr/>
          </p:nvSpPr>
          <p:spPr>
            <a:xfrm>
              <a:off x="4410636" y="3484745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</p:grp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7F94124F-1B80-32A7-5446-9D0479DDCFDE}"/>
              </a:ext>
            </a:extLst>
          </p:cNvPr>
          <p:cNvCxnSpPr/>
          <p:nvPr/>
        </p:nvCxnSpPr>
        <p:spPr>
          <a:xfrm>
            <a:off x="7226826" y="760300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7707570F-6480-CB7D-2F64-6FD4DD67C188}"/>
              </a:ext>
            </a:extLst>
          </p:cNvPr>
          <p:cNvCxnSpPr/>
          <p:nvPr/>
        </p:nvCxnSpPr>
        <p:spPr>
          <a:xfrm>
            <a:off x="7226826" y="2093898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C119274B-5076-E9E4-E85E-0D244556EE09}"/>
              </a:ext>
            </a:extLst>
          </p:cNvPr>
          <p:cNvCxnSpPr/>
          <p:nvPr/>
        </p:nvCxnSpPr>
        <p:spPr>
          <a:xfrm>
            <a:off x="7226826" y="3456755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0DCA2B25-94D7-10D0-9EFB-E0D9A4F66DD4}"/>
              </a:ext>
            </a:extLst>
          </p:cNvPr>
          <p:cNvCxnSpPr/>
          <p:nvPr/>
        </p:nvCxnSpPr>
        <p:spPr>
          <a:xfrm>
            <a:off x="7226826" y="4798110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B094580-650E-920C-BFA4-48C915B9AC86}"/>
              </a:ext>
            </a:extLst>
          </p:cNvPr>
          <p:cNvGrpSpPr/>
          <p:nvPr/>
        </p:nvGrpSpPr>
        <p:grpSpPr>
          <a:xfrm>
            <a:off x="7806717" y="310299"/>
            <a:ext cx="900000" cy="900000"/>
            <a:chOff x="5038703" y="745136"/>
            <a:chExt cx="900000" cy="900000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A36DE1A4-2EF0-3163-25B5-E582F6833381}"/>
                </a:ext>
              </a:extLst>
            </p:cNvPr>
            <p:cNvSpPr/>
            <p:nvPr/>
          </p:nvSpPr>
          <p:spPr>
            <a:xfrm>
              <a:off x="5038703" y="745136"/>
              <a:ext cx="900000" cy="90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519A8C8-1B40-7BB9-D1D0-2777516D9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185054" y="863661"/>
              <a:ext cx="607297" cy="655736"/>
            </a:xfrm>
            <a:prstGeom prst="rect">
              <a:avLst/>
            </a:prstGeom>
          </p:spPr>
        </p:pic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455F2C2-E5AF-9444-5359-DA3674C78562}"/>
              </a:ext>
            </a:extLst>
          </p:cNvPr>
          <p:cNvGrpSpPr/>
          <p:nvPr/>
        </p:nvGrpSpPr>
        <p:grpSpPr>
          <a:xfrm>
            <a:off x="7806717" y="1590515"/>
            <a:ext cx="900000" cy="900000"/>
            <a:chOff x="5038703" y="745136"/>
            <a:chExt cx="900000" cy="900000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4A870935-7D19-71F4-C803-C070E910E5C9}"/>
                </a:ext>
              </a:extLst>
            </p:cNvPr>
            <p:cNvSpPr/>
            <p:nvPr/>
          </p:nvSpPr>
          <p:spPr>
            <a:xfrm>
              <a:off x="5038703" y="745136"/>
              <a:ext cx="900000" cy="90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E80CEB8-7655-8A7B-4565-EA7EC0985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185054" y="863661"/>
              <a:ext cx="607297" cy="655736"/>
            </a:xfrm>
            <a:prstGeom prst="rect">
              <a:avLst/>
            </a:prstGeom>
          </p:spPr>
        </p:pic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62630D1-7F5A-EA8A-2693-788E0274A274}"/>
              </a:ext>
            </a:extLst>
          </p:cNvPr>
          <p:cNvGrpSpPr/>
          <p:nvPr/>
        </p:nvGrpSpPr>
        <p:grpSpPr>
          <a:xfrm>
            <a:off x="7806717" y="2960988"/>
            <a:ext cx="900000" cy="900000"/>
            <a:chOff x="5038703" y="745136"/>
            <a:chExt cx="900000" cy="900000"/>
          </a:xfrm>
        </p:grpSpPr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E711BF64-A80D-D533-B9EC-D933C4661AB0}"/>
                </a:ext>
              </a:extLst>
            </p:cNvPr>
            <p:cNvSpPr/>
            <p:nvPr/>
          </p:nvSpPr>
          <p:spPr>
            <a:xfrm>
              <a:off x="5038703" y="745136"/>
              <a:ext cx="900000" cy="90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12E316B7-3509-30AF-7EE2-DAE38FAA1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185054" y="863661"/>
              <a:ext cx="607297" cy="655736"/>
            </a:xfrm>
            <a:prstGeom prst="rect">
              <a:avLst/>
            </a:prstGeom>
          </p:spPr>
        </p:pic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715E290D-E73F-6898-9EB7-624F6CB6AEFA}"/>
              </a:ext>
            </a:extLst>
          </p:cNvPr>
          <p:cNvGrpSpPr/>
          <p:nvPr/>
        </p:nvGrpSpPr>
        <p:grpSpPr>
          <a:xfrm>
            <a:off x="7806716" y="4318229"/>
            <a:ext cx="900000" cy="900000"/>
            <a:chOff x="5038703" y="745136"/>
            <a:chExt cx="900000" cy="900000"/>
          </a:xfrm>
        </p:grpSpPr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1054754E-2537-C50B-8A78-8A44D56E2317}"/>
                </a:ext>
              </a:extLst>
            </p:cNvPr>
            <p:cNvSpPr/>
            <p:nvPr/>
          </p:nvSpPr>
          <p:spPr>
            <a:xfrm>
              <a:off x="5038703" y="745136"/>
              <a:ext cx="900000" cy="90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C8307C5F-93C5-C2B4-94BC-95A52B994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185054" y="863661"/>
              <a:ext cx="607297" cy="655736"/>
            </a:xfrm>
            <a:prstGeom prst="rect">
              <a:avLst/>
            </a:prstGeom>
          </p:spPr>
        </p:pic>
      </p:grp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B7B0106C-FE01-8F15-E25D-33AA200CB499}"/>
              </a:ext>
            </a:extLst>
          </p:cNvPr>
          <p:cNvCxnSpPr/>
          <p:nvPr/>
        </p:nvCxnSpPr>
        <p:spPr>
          <a:xfrm>
            <a:off x="8739364" y="760363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B337D0F2-6A4F-A92E-6BB3-E260700C8E9A}"/>
              </a:ext>
            </a:extLst>
          </p:cNvPr>
          <p:cNvCxnSpPr/>
          <p:nvPr/>
        </p:nvCxnSpPr>
        <p:spPr>
          <a:xfrm>
            <a:off x="8740951" y="2092363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7476D786-3752-DE98-4A62-A464E56A6F44}"/>
              </a:ext>
            </a:extLst>
          </p:cNvPr>
          <p:cNvCxnSpPr/>
          <p:nvPr/>
        </p:nvCxnSpPr>
        <p:spPr>
          <a:xfrm>
            <a:off x="8740951" y="3456763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75C71F3B-5425-2EAF-7AF0-204CDF8CA0D1}"/>
              </a:ext>
            </a:extLst>
          </p:cNvPr>
          <p:cNvCxnSpPr/>
          <p:nvPr/>
        </p:nvCxnSpPr>
        <p:spPr>
          <a:xfrm>
            <a:off x="8740951" y="4798782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E529B98E-0F9E-F957-8E42-497DE0C092BB}"/>
              </a:ext>
            </a:extLst>
          </p:cNvPr>
          <p:cNvGrpSpPr/>
          <p:nvPr/>
        </p:nvGrpSpPr>
        <p:grpSpPr>
          <a:xfrm>
            <a:off x="6843116" y="3693156"/>
            <a:ext cx="149079" cy="589824"/>
            <a:chOff x="3342078" y="931113"/>
            <a:chExt cx="149079" cy="589824"/>
          </a:xfrm>
        </p:grpSpPr>
        <p:cxnSp>
          <p:nvCxnSpPr>
            <p:cNvPr id="86" name="直线箭头连接符 85">
              <a:extLst>
                <a:ext uri="{FF2B5EF4-FFF2-40B4-BE49-F238E27FC236}">
                  <a16:creationId xmlns:a16="http://schemas.microsoft.com/office/drawing/2014/main" id="{47C09D3E-04AA-5AF0-318B-0048FC2DAC71}"/>
                </a:ext>
              </a:extLst>
            </p:cNvPr>
            <p:cNvCxnSpPr>
              <a:cxnSpLocks/>
              <a:stCxn id="87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A47BB3FA-3054-EADD-6929-12760168A7EB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4F346BD7-2497-0C23-E6D5-C37A428323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4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352BDBA4-CC9D-EB87-EE9B-F1FDAF9481C3}"/>
              </a:ext>
            </a:extLst>
          </p:cNvPr>
          <p:cNvGrpSpPr/>
          <p:nvPr/>
        </p:nvGrpSpPr>
        <p:grpSpPr>
          <a:xfrm>
            <a:off x="6843116" y="2375346"/>
            <a:ext cx="149079" cy="589824"/>
            <a:chOff x="3342078" y="931113"/>
            <a:chExt cx="149079" cy="589824"/>
          </a:xfrm>
        </p:grpSpPr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9557B082-CE15-E4D5-D115-0C66FF4BA914}"/>
                </a:ext>
              </a:extLst>
            </p:cNvPr>
            <p:cNvCxnSpPr>
              <a:cxnSpLocks/>
              <a:stCxn id="91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AC550BF1-3723-BED4-B969-A29100103465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CA65116-D803-518A-9056-D150530FE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6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A2F6E1BE-3776-1C7E-58E3-51B82FC64448}"/>
              </a:ext>
            </a:extLst>
          </p:cNvPr>
          <p:cNvGrpSpPr/>
          <p:nvPr/>
        </p:nvGrpSpPr>
        <p:grpSpPr>
          <a:xfrm>
            <a:off x="6843116" y="1034461"/>
            <a:ext cx="149079" cy="589824"/>
            <a:chOff x="3342078" y="931113"/>
            <a:chExt cx="149079" cy="589824"/>
          </a:xfrm>
        </p:grpSpPr>
        <p:cxnSp>
          <p:nvCxnSpPr>
            <p:cNvPr id="98" name="直线箭头连接符 97">
              <a:extLst>
                <a:ext uri="{FF2B5EF4-FFF2-40B4-BE49-F238E27FC236}">
                  <a16:creationId xmlns:a16="http://schemas.microsoft.com/office/drawing/2014/main" id="{92F958F6-7976-7468-1BA6-164C5E94CDBC}"/>
                </a:ext>
              </a:extLst>
            </p:cNvPr>
            <p:cNvCxnSpPr>
              <a:cxnSpLocks/>
              <a:stCxn id="99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45E40377-87FB-2B97-9C53-C8920C9AD0F9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2DFAFCF9-2494-4EA7-EAF0-9552F96BC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8"/>
                  <a:stretch>
                    <a:fillRect l="-23077" r="-15385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142A38A5-8961-AD29-ADDF-7DA02DA341B8}"/>
              </a:ext>
            </a:extLst>
          </p:cNvPr>
          <p:cNvGrpSpPr/>
          <p:nvPr/>
        </p:nvGrpSpPr>
        <p:grpSpPr>
          <a:xfrm>
            <a:off x="6856821" y="5052970"/>
            <a:ext cx="149079" cy="589824"/>
            <a:chOff x="3342078" y="931113"/>
            <a:chExt cx="149079" cy="589824"/>
          </a:xfrm>
        </p:grpSpPr>
        <p:cxnSp>
          <p:nvCxnSpPr>
            <p:cNvPr id="111" name="直线箭头连接符 110">
              <a:extLst>
                <a:ext uri="{FF2B5EF4-FFF2-40B4-BE49-F238E27FC236}">
                  <a16:creationId xmlns:a16="http://schemas.microsoft.com/office/drawing/2014/main" id="{9BFF4469-6DD9-EE21-484A-111681582684}"/>
                </a:ext>
              </a:extLst>
            </p:cNvPr>
            <p:cNvCxnSpPr>
              <a:cxnSpLocks/>
              <a:stCxn id="113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47EF4604-7B66-E6EE-139D-2F1E207531E4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829B752E-881C-2185-175F-9DDC4F2F4A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40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15CBA79E-036C-E01E-03FD-E80BBEB6C9DC}"/>
              </a:ext>
            </a:extLst>
          </p:cNvPr>
          <p:cNvCxnSpPr>
            <a:cxnSpLocks/>
            <a:stCxn id="106" idx="3"/>
            <a:endCxn id="16" idx="2"/>
          </p:cNvCxnSpPr>
          <p:nvPr/>
        </p:nvCxnSpPr>
        <p:spPr>
          <a:xfrm>
            <a:off x="5526381" y="721452"/>
            <a:ext cx="1128393" cy="1372446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线箭头连接符 117">
            <a:extLst>
              <a:ext uri="{FF2B5EF4-FFF2-40B4-BE49-F238E27FC236}">
                <a16:creationId xmlns:a16="http://schemas.microsoft.com/office/drawing/2014/main" id="{876136E9-074B-F082-FCCB-EE5F3E8745C0}"/>
              </a:ext>
            </a:extLst>
          </p:cNvPr>
          <p:cNvCxnSpPr>
            <a:cxnSpLocks/>
            <a:stCxn id="106" idx="3"/>
            <a:endCxn id="12" idx="2"/>
          </p:cNvCxnSpPr>
          <p:nvPr/>
        </p:nvCxnSpPr>
        <p:spPr>
          <a:xfrm>
            <a:off x="5526381" y="721452"/>
            <a:ext cx="1128393" cy="38848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3679A021-D68A-1377-CA76-09303BE3B065}"/>
              </a:ext>
            </a:extLst>
          </p:cNvPr>
          <p:cNvCxnSpPr>
            <a:cxnSpLocks/>
            <a:stCxn id="106" idx="3"/>
            <a:endCxn id="18" idx="2"/>
          </p:cNvCxnSpPr>
          <p:nvPr/>
        </p:nvCxnSpPr>
        <p:spPr>
          <a:xfrm>
            <a:off x="5526381" y="721452"/>
            <a:ext cx="1128393" cy="2706045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A3FF41F5-8C7F-9933-FCE6-673813EE127A}"/>
              </a:ext>
            </a:extLst>
          </p:cNvPr>
          <p:cNvCxnSpPr>
            <a:cxnSpLocks/>
            <a:stCxn id="106" idx="3"/>
            <a:endCxn id="15" idx="2"/>
          </p:cNvCxnSpPr>
          <p:nvPr/>
        </p:nvCxnSpPr>
        <p:spPr>
          <a:xfrm>
            <a:off x="5526381" y="721452"/>
            <a:ext cx="1128393" cy="4039644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线箭头连接符 136">
            <a:extLst>
              <a:ext uri="{FF2B5EF4-FFF2-40B4-BE49-F238E27FC236}">
                <a16:creationId xmlns:a16="http://schemas.microsoft.com/office/drawing/2014/main" id="{B4B80445-134F-6DEC-3D3F-3A2BD91E322F}"/>
              </a:ext>
            </a:extLst>
          </p:cNvPr>
          <p:cNvCxnSpPr>
            <a:cxnSpLocks/>
            <a:stCxn id="107" idx="3"/>
            <a:endCxn id="12" idx="2"/>
          </p:cNvCxnSpPr>
          <p:nvPr/>
        </p:nvCxnSpPr>
        <p:spPr>
          <a:xfrm flipV="1">
            <a:off x="5531703" y="760300"/>
            <a:ext cx="1123071" cy="1244782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线箭头连接符 139">
            <a:extLst>
              <a:ext uri="{FF2B5EF4-FFF2-40B4-BE49-F238E27FC236}">
                <a16:creationId xmlns:a16="http://schemas.microsoft.com/office/drawing/2014/main" id="{C95AC15B-4F45-81A0-4B88-4EF2D761F286}"/>
              </a:ext>
            </a:extLst>
          </p:cNvPr>
          <p:cNvCxnSpPr>
            <a:cxnSpLocks/>
            <a:stCxn id="107" idx="3"/>
            <a:endCxn id="16" idx="2"/>
          </p:cNvCxnSpPr>
          <p:nvPr/>
        </p:nvCxnSpPr>
        <p:spPr>
          <a:xfrm>
            <a:off x="5531703" y="2005082"/>
            <a:ext cx="1123071" cy="88816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箭头连接符 165">
            <a:extLst>
              <a:ext uri="{FF2B5EF4-FFF2-40B4-BE49-F238E27FC236}">
                <a16:creationId xmlns:a16="http://schemas.microsoft.com/office/drawing/2014/main" id="{901143EC-43FC-38CF-96C1-F68E8C8D47C4}"/>
              </a:ext>
            </a:extLst>
          </p:cNvPr>
          <p:cNvCxnSpPr>
            <a:cxnSpLocks/>
            <a:stCxn id="107" idx="3"/>
            <a:endCxn id="18" idx="2"/>
          </p:cNvCxnSpPr>
          <p:nvPr/>
        </p:nvCxnSpPr>
        <p:spPr>
          <a:xfrm>
            <a:off x="5531703" y="2005082"/>
            <a:ext cx="1123071" cy="1422415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箭头连接符 168">
            <a:extLst>
              <a:ext uri="{FF2B5EF4-FFF2-40B4-BE49-F238E27FC236}">
                <a16:creationId xmlns:a16="http://schemas.microsoft.com/office/drawing/2014/main" id="{B0E588DE-B6EB-9945-32E9-CB852D37349F}"/>
              </a:ext>
            </a:extLst>
          </p:cNvPr>
          <p:cNvCxnSpPr>
            <a:cxnSpLocks/>
            <a:stCxn id="107" idx="3"/>
            <a:endCxn id="15" idx="2"/>
          </p:cNvCxnSpPr>
          <p:nvPr/>
        </p:nvCxnSpPr>
        <p:spPr>
          <a:xfrm>
            <a:off x="5531703" y="2005082"/>
            <a:ext cx="1123071" cy="2756014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F6077B4E-97BD-E57E-D4B9-48F5F6775DB0}"/>
              </a:ext>
            </a:extLst>
          </p:cNvPr>
          <p:cNvCxnSpPr>
            <a:cxnSpLocks/>
            <a:stCxn id="108" idx="3"/>
            <a:endCxn id="12" idx="2"/>
          </p:cNvCxnSpPr>
          <p:nvPr/>
        </p:nvCxnSpPr>
        <p:spPr>
          <a:xfrm flipV="1">
            <a:off x="5531703" y="760300"/>
            <a:ext cx="1123071" cy="2633038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线箭头连接符 176">
            <a:extLst>
              <a:ext uri="{FF2B5EF4-FFF2-40B4-BE49-F238E27FC236}">
                <a16:creationId xmlns:a16="http://schemas.microsoft.com/office/drawing/2014/main" id="{EF937D9A-3B76-E6B9-0254-E25832DBE668}"/>
              </a:ext>
            </a:extLst>
          </p:cNvPr>
          <p:cNvCxnSpPr>
            <a:cxnSpLocks/>
            <a:stCxn id="108" idx="3"/>
            <a:endCxn id="16" idx="2"/>
          </p:cNvCxnSpPr>
          <p:nvPr/>
        </p:nvCxnSpPr>
        <p:spPr>
          <a:xfrm flipV="1">
            <a:off x="5531703" y="2093898"/>
            <a:ext cx="1123071" cy="129944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线箭头连接符 179">
            <a:extLst>
              <a:ext uri="{FF2B5EF4-FFF2-40B4-BE49-F238E27FC236}">
                <a16:creationId xmlns:a16="http://schemas.microsoft.com/office/drawing/2014/main" id="{942B961A-D4A6-9D30-C714-0D42C60BDAB0}"/>
              </a:ext>
            </a:extLst>
          </p:cNvPr>
          <p:cNvCxnSpPr>
            <a:cxnSpLocks/>
            <a:stCxn id="108" idx="3"/>
            <a:endCxn id="18" idx="2"/>
          </p:cNvCxnSpPr>
          <p:nvPr/>
        </p:nvCxnSpPr>
        <p:spPr>
          <a:xfrm>
            <a:off x="5531703" y="3393338"/>
            <a:ext cx="1123071" cy="34159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箭头连接符 182">
            <a:extLst>
              <a:ext uri="{FF2B5EF4-FFF2-40B4-BE49-F238E27FC236}">
                <a16:creationId xmlns:a16="http://schemas.microsoft.com/office/drawing/2014/main" id="{A9DD21B8-4D79-8709-F54B-D5F6570A4C32}"/>
              </a:ext>
            </a:extLst>
          </p:cNvPr>
          <p:cNvCxnSpPr>
            <a:cxnSpLocks/>
            <a:stCxn id="108" idx="3"/>
            <a:endCxn id="15" idx="2"/>
          </p:cNvCxnSpPr>
          <p:nvPr/>
        </p:nvCxnSpPr>
        <p:spPr>
          <a:xfrm>
            <a:off x="5531703" y="3393338"/>
            <a:ext cx="1123071" cy="1367758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线箭头连接符 185">
            <a:extLst>
              <a:ext uri="{FF2B5EF4-FFF2-40B4-BE49-F238E27FC236}">
                <a16:creationId xmlns:a16="http://schemas.microsoft.com/office/drawing/2014/main" id="{CD339162-A66B-B493-741F-1CC4A30C5F60}"/>
              </a:ext>
            </a:extLst>
          </p:cNvPr>
          <p:cNvCxnSpPr>
            <a:cxnSpLocks/>
            <a:stCxn id="109" idx="3"/>
            <a:endCxn id="12" idx="2"/>
          </p:cNvCxnSpPr>
          <p:nvPr/>
        </p:nvCxnSpPr>
        <p:spPr>
          <a:xfrm flipV="1">
            <a:off x="5531703" y="760300"/>
            <a:ext cx="1123071" cy="3972837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线箭头连接符 188">
            <a:extLst>
              <a:ext uri="{FF2B5EF4-FFF2-40B4-BE49-F238E27FC236}">
                <a16:creationId xmlns:a16="http://schemas.microsoft.com/office/drawing/2014/main" id="{932B4F59-3B28-838F-E9CA-A0F2499AA041}"/>
              </a:ext>
            </a:extLst>
          </p:cNvPr>
          <p:cNvCxnSpPr>
            <a:cxnSpLocks/>
            <a:stCxn id="109" idx="3"/>
            <a:endCxn id="16" idx="2"/>
          </p:cNvCxnSpPr>
          <p:nvPr/>
        </p:nvCxnSpPr>
        <p:spPr>
          <a:xfrm flipV="1">
            <a:off x="5531703" y="2093898"/>
            <a:ext cx="1123071" cy="2639239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CB910512-F786-7964-CF6A-58EE7235D389}"/>
              </a:ext>
            </a:extLst>
          </p:cNvPr>
          <p:cNvCxnSpPr>
            <a:cxnSpLocks/>
            <a:stCxn id="109" idx="3"/>
            <a:endCxn id="18" idx="2"/>
          </p:cNvCxnSpPr>
          <p:nvPr/>
        </p:nvCxnSpPr>
        <p:spPr>
          <a:xfrm flipV="1">
            <a:off x="5531703" y="3427497"/>
            <a:ext cx="1123071" cy="130564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线箭头连接符 194">
            <a:extLst>
              <a:ext uri="{FF2B5EF4-FFF2-40B4-BE49-F238E27FC236}">
                <a16:creationId xmlns:a16="http://schemas.microsoft.com/office/drawing/2014/main" id="{D8D972EB-0302-1C1B-9BF3-F16183AD53E8}"/>
              </a:ext>
            </a:extLst>
          </p:cNvPr>
          <p:cNvCxnSpPr>
            <a:cxnSpLocks/>
            <a:stCxn id="109" idx="3"/>
            <a:endCxn id="15" idx="2"/>
          </p:cNvCxnSpPr>
          <p:nvPr/>
        </p:nvCxnSpPr>
        <p:spPr>
          <a:xfrm>
            <a:off x="5531703" y="4733137"/>
            <a:ext cx="1123071" cy="27959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文本框 197">
            <a:extLst>
              <a:ext uri="{FF2B5EF4-FFF2-40B4-BE49-F238E27FC236}">
                <a16:creationId xmlns:a16="http://schemas.microsoft.com/office/drawing/2014/main" id="{CAD47B97-65F1-8C09-E6A4-005EE64DE35D}"/>
              </a:ext>
            </a:extLst>
          </p:cNvPr>
          <p:cNvSpPr txBox="1"/>
          <p:nvPr/>
        </p:nvSpPr>
        <p:spPr>
          <a:xfrm>
            <a:off x="9313927" y="437134"/>
            <a:ext cx="423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/>
              <a:t>…</a:t>
            </a:r>
            <a:endParaRPr kumimoji="1" lang="zh-CN" altLang="en-US" sz="3600" b="1" dirty="0"/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822CE6A2-669E-5015-DB2D-720239846126}"/>
              </a:ext>
            </a:extLst>
          </p:cNvPr>
          <p:cNvSpPr txBox="1"/>
          <p:nvPr/>
        </p:nvSpPr>
        <p:spPr>
          <a:xfrm>
            <a:off x="9313926" y="1769197"/>
            <a:ext cx="423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/>
              <a:t>…</a:t>
            </a:r>
            <a:endParaRPr kumimoji="1" lang="zh-CN" altLang="en-US" sz="3600" b="1" dirty="0"/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B36AF8D7-48F7-B65B-8F3D-E79BD5CADA5C}"/>
              </a:ext>
            </a:extLst>
          </p:cNvPr>
          <p:cNvSpPr txBox="1"/>
          <p:nvPr/>
        </p:nvSpPr>
        <p:spPr>
          <a:xfrm>
            <a:off x="9313926" y="3140342"/>
            <a:ext cx="423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/>
              <a:t>…</a:t>
            </a:r>
            <a:endParaRPr kumimoji="1" lang="zh-CN" altLang="en-US" sz="3600" b="1" dirty="0"/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0CCC7300-8F3C-4768-8156-13A09D5E2728}"/>
              </a:ext>
            </a:extLst>
          </p:cNvPr>
          <p:cNvSpPr txBox="1"/>
          <p:nvPr/>
        </p:nvSpPr>
        <p:spPr>
          <a:xfrm>
            <a:off x="9313925" y="4511487"/>
            <a:ext cx="423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/>
              <a:t>…</a:t>
            </a:r>
            <a:endParaRPr kumimoji="1" lang="zh-CN" altLang="en-US" sz="3600" b="1" dirty="0"/>
          </a:p>
        </p:txBody>
      </p:sp>
      <p:cxnSp>
        <p:nvCxnSpPr>
          <p:cNvPr id="203" name="直线箭头连接符 202">
            <a:extLst>
              <a:ext uri="{FF2B5EF4-FFF2-40B4-BE49-F238E27FC236}">
                <a16:creationId xmlns:a16="http://schemas.microsoft.com/office/drawing/2014/main" id="{77D6A2A0-61C7-B285-9BDF-7B4035D15042}"/>
              </a:ext>
            </a:extLst>
          </p:cNvPr>
          <p:cNvCxnSpPr>
            <a:cxnSpLocks/>
            <a:endCxn id="215" idx="1"/>
          </p:cNvCxnSpPr>
          <p:nvPr/>
        </p:nvCxnSpPr>
        <p:spPr>
          <a:xfrm>
            <a:off x="9939867" y="760300"/>
            <a:ext cx="991311" cy="17834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线箭头连接符 203">
            <a:extLst>
              <a:ext uri="{FF2B5EF4-FFF2-40B4-BE49-F238E27FC236}">
                <a16:creationId xmlns:a16="http://schemas.microsoft.com/office/drawing/2014/main" id="{43D3DB91-BFCD-0896-23DF-4365DAAB23D5}"/>
              </a:ext>
            </a:extLst>
          </p:cNvPr>
          <p:cNvCxnSpPr>
            <a:cxnSpLocks/>
            <a:endCxn id="215" idx="2"/>
          </p:cNvCxnSpPr>
          <p:nvPr/>
        </p:nvCxnSpPr>
        <p:spPr>
          <a:xfrm>
            <a:off x="9939867" y="2092363"/>
            <a:ext cx="912230" cy="6423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箭头连接符 204">
            <a:extLst>
              <a:ext uri="{FF2B5EF4-FFF2-40B4-BE49-F238E27FC236}">
                <a16:creationId xmlns:a16="http://schemas.microsoft.com/office/drawing/2014/main" id="{73F5FB1B-23D1-3F8E-B5B8-BE57E97205E4}"/>
              </a:ext>
            </a:extLst>
          </p:cNvPr>
          <p:cNvCxnSpPr>
            <a:cxnSpLocks/>
            <a:endCxn id="215" idx="2"/>
          </p:cNvCxnSpPr>
          <p:nvPr/>
        </p:nvCxnSpPr>
        <p:spPr>
          <a:xfrm flipV="1">
            <a:off x="9939867" y="2734673"/>
            <a:ext cx="912230" cy="692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线箭头连接符 205">
            <a:extLst>
              <a:ext uri="{FF2B5EF4-FFF2-40B4-BE49-F238E27FC236}">
                <a16:creationId xmlns:a16="http://schemas.microsoft.com/office/drawing/2014/main" id="{8EA3F454-E631-0263-BA4D-5CEB41E3CB29}"/>
              </a:ext>
            </a:extLst>
          </p:cNvPr>
          <p:cNvCxnSpPr>
            <a:cxnSpLocks/>
            <a:endCxn id="215" idx="3"/>
          </p:cNvCxnSpPr>
          <p:nvPr/>
        </p:nvCxnSpPr>
        <p:spPr>
          <a:xfrm flipV="1">
            <a:off x="9939867" y="2925592"/>
            <a:ext cx="991311" cy="18725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线箭头连接符 206">
            <a:extLst>
              <a:ext uri="{FF2B5EF4-FFF2-40B4-BE49-F238E27FC236}">
                <a16:creationId xmlns:a16="http://schemas.microsoft.com/office/drawing/2014/main" id="{4F9D762F-4347-1F5B-F7A9-EDA1D43C1233}"/>
              </a:ext>
            </a:extLst>
          </p:cNvPr>
          <p:cNvCxnSpPr>
            <a:cxnSpLocks/>
            <a:stCxn id="216" idx="0"/>
            <a:endCxn id="215" idx="4"/>
          </p:cNvCxnSpPr>
          <p:nvPr/>
        </p:nvCxnSpPr>
        <p:spPr>
          <a:xfrm flipH="1" flipV="1">
            <a:off x="11122097" y="3004673"/>
            <a:ext cx="2371" cy="4997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E5A69EE5-7FFC-51A0-9110-E9FEF5D79B46}"/>
                  </a:ext>
                </a:extLst>
              </p:cNvPr>
              <p:cNvSpPr txBox="1"/>
              <p:nvPr/>
            </p:nvSpPr>
            <p:spPr>
              <a:xfrm>
                <a:off x="11122798" y="3155660"/>
                <a:ext cx="1926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E5A69EE5-7FFC-51A0-9110-E9FEF5D79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2798" y="3155660"/>
                <a:ext cx="192617" cy="276999"/>
              </a:xfrm>
              <a:prstGeom prst="rect">
                <a:avLst/>
              </a:prstGeom>
              <a:blipFill>
                <a:blip r:embed="rId41"/>
                <a:stretch>
                  <a:fillRect l="-33333" r="-26667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9" name="直线箭头连接符 208">
            <a:extLst>
              <a:ext uri="{FF2B5EF4-FFF2-40B4-BE49-F238E27FC236}">
                <a16:creationId xmlns:a16="http://schemas.microsoft.com/office/drawing/2014/main" id="{91683B75-1001-DD0F-3CAE-6A4619E20F0D}"/>
              </a:ext>
            </a:extLst>
          </p:cNvPr>
          <p:cNvCxnSpPr/>
          <p:nvPr/>
        </p:nvCxnSpPr>
        <p:spPr>
          <a:xfrm>
            <a:off x="11260662" y="2708850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7B1861D1-580E-95CE-D1FD-C4CE588B35D8}"/>
                  </a:ext>
                </a:extLst>
              </p:cNvPr>
              <p:cNvSpPr txBox="1"/>
              <p:nvPr/>
            </p:nvSpPr>
            <p:spPr>
              <a:xfrm flipH="1">
                <a:off x="11765072" y="2559786"/>
                <a:ext cx="4523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7B1861D1-580E-95CE-D1FD-C4CE588B3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765072" y="2559786"/>
                <a:ext cx="452347" cy="276999"/>
              </a:xfrm>
              <a:prstGeom prst="rect">
                <a:avLst/>
              </a:prstGeom>
              <a:blipFill>
                <a:blip r:embed="rId42"/>
                <a:stretch>
                  <a:fillRect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168694B5-F006-965D-8AA4-7639E3B45A04}"/>
                  </a:ext>
                </a:extLst>
              </p:cNvPr>
              <p:cNvSpPr txBox="1"/>
              <p:nvPr/>
            </p:nvSpPr>
            <p:spPr>
              <a:xfrm>
                <a:off x="10204260" y="1426726"/>
                <a:ext cx="2646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168694B5-F006-965D-8AA4-7639E3B45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4260" y="1426726"/>
                <a:ext cx="264688" cy="276999"/>
              </a:xfrm>
              <a:prstGeom prst="rect">
                <a:avLst/>
              </a:prstGeom>
              <a:blipFill>
                <a:blip r:embed="rId43"/>
                <a:stretch>
                  <a:fillRect l="-9091" r="-4545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4B418D8B-7488-19EF-9F9B-89D18994DBDD}"/>
                  </a:ext>
                </a:extLst>
              </p:cNvPr>
              <p:cNvSpPr txBox="1"/>
              <p:nvPr/>
            </p:nvSpPr>
            <p:spPr>
              <a:xfrm>
                <a:off x="10223111" y="2184999"/>
                <a:ext cx="2700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4B418D8B-7488-19EF-9F9B-89D18994D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3111" y="2184999"/>
                <a:ext cx="270010" cy="276999"/>
              </a:xfrm>
              <a:prstGeom prst="rect">
                <a:avLst/>
              </a:prstGeom>
              <a:blipFill>
                <a:blip r:embed="rId44"/>
                <a:stretch>
                  <a:fillRect l="-8696" r="-4348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CCE3E672-861A-1008-55EB-5CC774256AF7}"/>
                  </a:ext>
                </a:extLst>
              </p:cNvPr>
              <p:cNvSpPr txBox="1"/>
              <p:nvPr/>
            </p:nvSpPr>
            <p:spPr>
              <a:xfrm>
                <a:off x="10206637" y="2803815"/>
                <a:ext cx="2700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CCE3E672-861A-1008-55EB-5CC774256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6637" y="2803815"/>
                <a:ext cx="270010" cy="276999"/>
              </a:xfrm>
              <a:prstGeom prst="rect">
                <a:avLst/>
              </a:prstGeom>
              <a:blipFill>
                <a:blip r:embed="rId45"/>
                <a:stretch>
                  <a:fillRect l="-8696" r="-4348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75595E60-6CB6-E1E5-54A7-D0A873913848}"/>
                  </a:ext>
                </a:extLst>
              </p:cNvPr>
              <p:cNvSpPr txBox="1"/>
              <p:nvPr/>
            </p:nvSpPr>
            <p:spPr>
              <a:xfrm>
                <a:off x="10206637" y="3517342"/>
                <a:ext cx="2700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75595E60-6CB6-E1E5-54A7-D0A873913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6637" y="3517342"/>
                <a:ext cx="270010" cy="276999"/>
              </a:xfrm>
              <a:prstGeom prst="rect">
                <a:avLst/>
              </a:prstGeom>
              <a:blipFill>
                <a:blip r:embed="rId46"/>
                <a:stretch>
                  <a:fillRect l="-8696" r="-4348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" name="椭圆 214">
            <a:extLst>
              <a:ext uri="{FF2B5EF4-FFF2-40B4-BE49-F238E27FC236}">
                <a16:creationId xmlns:a16="http://schemas.microsoft.com/office/drawing/2014/main" id="{6BF0E1F5-AE35-6ACD-89CD-CADDABA22C64}"/>
              </a:ext>
            </a:extLst>
          </p:cNvPr>
          <p:cNvSpPr/>
          <p:nvPr/>
        </p:nvSpPr>
        <p:spPr>
          <a:xfrm>
            <a:off x="10852097" y="2464673"/>
            <a:ext cx="540000" cy="54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/>
              <a:t>+</a:t>
            </a:r>
            <a:endParaRPr kumimoji="1"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文本框 215">
                <a:extLst>
                  <a:ext uri="{FF2B5EF4-FFF2-40B4-BE49-F238E27FC236}">
                    <a16:creationId xmlns:a16="http://schemas.microsoft.com/office/drawing/2014/main" id="{DAB200BF-0AA1-C551-479B-78B2B0D5454F}"/>
                  </a:ext>
                </a:extLst>
              </p:cNvPr>
              <p:cNvSpPr txBox="1"/>
              <p:nvPr/>
            </p:nvSpPr>
            <p:spPr>
              <a:xfrm>
                <a:off x="11049928" y="3504405"/>
                <a:ext cx="149079" cy="21544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zh-CN" altLang="en-US" sz="1400" dirty="0"/>
              </a:p>
            </p:txBody>
          </p:sp>
        </mc:Choice>
        <mc:Fallback xmlns="">
          <p:sp>
            <p:nvSpPr>
              <p:cNvPr id="216" name="文本框 215">
                <a:extLst>
                  <a:ext uri="{FF2B5EF4-FFF2-40B4-BE49-F238E27FC236}">
                    <a16:creationId xmlns:a16="http://schemas.microsoft.com/office/drawing/2014/main" id="{DAB200BF-0AA1-C551-479B-78B2B0D54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928" y="3504405"/>
                <a:ext cx="149079" cy="215444"/>
              </a:xfrm>
              <a:prstGeom prst="rect">
                <a:avLst/>
              </a:prstGeom>
              <a:blipFill>
                <a:blip r:embed="rId47"/>
                <a:stretch>
                  <a:fillRect l="-25000" r="-25000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EBD00DE7-978D-89BD-217E-E8395AFAA89A}"/>
              </a:ext>
            </a:extLst>
          </p:cNvPr>
          <p:cNvGrpSpPr/>
          <p:nvPr/>
        </p:nvGrpSpPr>
        <p:grpSpPr>
          <a:xfrm>
            <a:off x="1721639" y="5842002"/>
            <a:ext cx="720000" cy="720000"/>
            <a:chOff x="1232438" y="5926667"/>
            <a:chExt cx="720000" cy="7200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DC7F5963-C3E8-2CC3-73BC-FCCEA256E2AB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ED2DDE10-7987-C63C-E432-D101B43B732C}"/>
                    </a:ext>
                  </a:extLst>
                </p:cNvPr>
                <p:cNvSpPr txBox="1"/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ED2DDE10-7987-C63C-E432-D101B43B73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blipFill>
                  <a:blip r:embed="rId48"/>
                  <a:stretch>
                    <a:fillRect b="-38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5" name="组合 224">
            <a:extLst>
              <a:ext uri="{FF2B5EF4-FFF2-40B4-BE49-F238E27FC236}">
                <a16:creationId xmlns:a16="http://schemas.microsoft.com/office/drawing/2014/main" id="{259D3B63-8BA6-A0A0-26F3-B796C4E2C1F4}"/>
              </a:ext>
            </a:extLst>
          </p:cNvPr>
          <p:cNvGrpSpPr/>
          <p:nvPr/>
        </p:nvGrpSpPr>
        <p:grpSpPr>
          <a:xfrm>
            <a:off x="5612046" y="5843468"/>
            <a:ext cx="720000" cy="720000"/>
            <a:chOff x="1232438" y="5926667"/>
            <a:chExt cx="720000" cy="7200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C6AFFB4F-2468-BDFC-5893-8C497EABC8BE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77EE1911-42D6-1ACB-F631-979F6372C390}"/>
                    </a:ext>
                  </a:extLst>
                </p:cNvPr>
                <p:cNvSpPr txBox="1"/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77EE1911-42D6-1ACB-F631-979F6372C3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blipFill>
                  <a:blip r:embed="rId49"/>
                  <a:stretch>
                    <a:fillRect b="-38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1A1D6344-EED7-5EB6-26C0-CF915A22090B}"/>
              </a:ext>
            </a:extLst>
          </p:cNvPr>
          <p:cNvGrpSpPr/>
          <p:nvPr/>
        </p:nvGrpSpPr>
        <p:grpSpPr>
          <a:xfrm>
            <a:off x="2757159" y="5842002"/>
            <a:ext cx="360000" cy="720000"/>
            <a:chOff x="1232438" y="5926667"/>
            <a:chExt cx="720000" cy="7200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B5B3D675-622F-8C07-0246-C195CB30318D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47B3AE35-70A7-CA21-888B-5D48A6A2611A}"/>
                    </a:ext>
                  </a:extLst>
                </p:cNvPr>
                <p:cNvSpPr txBox="1"/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47B3AE35-70A7-CA21-888B-5D48A6A261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blipFill>
                  <a:blip r:embed="rId50"/>
                  <a:stretch>
                    <a:fillRect l="-25000" r="-12500" b="-769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1" name="组合 230">
            <a:extLst>
              <a:ext uri="{FF2B5EF4-FFF2-40B4-BE49-F238E27FC236}">
                <a16:creationId xmlns:a16="http://schemas.microsoft.com/office/drawing/2014/main" id="{D569C1A7-F0F0-333B-27AC-510D35061290}"/>
              </a:ext>
            </a:extLst>
          </p:cNvPr>
          <p:cNvGrpSpPr/>
          <p:nvPr/>
        </p:nvGrpSpPr>
        <p:grpSpPr>
          <a:xfrm>
            <a:off x="6749719" y="5842002"/>
            <a:ext cx="360000" cy="720000"/>
            <a:chOff x="1232438" y="5926667"/>
            <a:chExt cx="720000" cy="7200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32" name="矩形 231">
              <a:extLst>
                <a:ext uri="{FF2B5EF4-FFF2-40B4-BE49-F238E27FC236}">
                  <a16:creationId xmlns:a16="http://schemas.microsoft.com/office/drawing/2014/main" id="{88B5F436-AD43-B9E9-E05E-675FFE42546E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文本框 232">
                  <a:extLst>
                    <a:ext uri="{FF2B5EF4-FFF2-40B4-BE49-F238E27FC236}">
                      <a16:creationId xmlns:a16="http://schemas.microsoft.com/office/drawing/2014/main" id="{89F8DC2D-B4D1-C767-7F31-E973DC0D725F}"/>
                    </a:ext>
                  </a:extLst>
                </p:cNvPr>
                <p:cNvSpPr txBox="1"/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233" name="文本框 232">
                  <a:extLst>
                    <a:ext uri="{FF2B5EF4-FFF2-40B4-BE49-F238E27FC236}">
                      <a16:creationId xmlns:a16="http://schemas.microsoft.com/office/drawing/2014/main" id="{89F8DC2D-B4D1-C767-7F31-E973DC0D72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blipFill>
                  <a:blip r:embed="rId51"/>
                  <a:stretch>
                    <a:fillRect l="-25000" r="-12500" b="-769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4" name="组合 233">
            <a:extLst>
              <a:ext uri="{FF2B5EF4-FFF2-40B4-BE49-F238E27FC236}">
                <a16:creationId xmlns:a16="http://schemas.microsoft.com/office/drawing/2014/main" id="{72E8AED6-7BBB-2866-964B-BDA2702BA356}"/>
              </a:ext>
            </a:extLst>
          </p:cNvPr>
          <p:cNvGrpSpPr/>
          <p:nvPr/>
        </p:nvGrpSpPr>
        <p:grpSpPr>
          <a:xfrm>
            <a:off x="10255522" y="5842002"/>
            <a:ext cx="360000" cy="720000"/>
            <a:chOff x="1232438" y="5926667"/>
            <a:chExt cx="720000" cy="7200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35" name="矩形 234">
              <a:extLst>
                <a:ext uri="{FF2B5EF4-FFF2-40B4-BE49-F238E27FC236}">
                  <a16:creationId xmlns:a16="http://schemas.microsoft.com/office/drawing/2014/main" id="{BBA7673D-C4A3-05C6-AFA6-06F104CAAB66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文本框 235">
                  <a:extLst>
                    <a:ext uri="{FF2B5EF4-FFF2-40B4-BE49-F238E27FC236}">
                      <a16:creationId xmlns:a16="http://schemas.microsoft.com/office/drawing/2014/main" id="{4538AD1C-D69F-D667-C9FB-15982AF536C1}"/>
                    </a:ext>
                  </a:extLst>
                </p:cNvPr>
                <p:cNvSpPr txBox="1"/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kumimoji="1" lang="en-US" altLang="zh-CN" sz="200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236" name="文本框 235">
                  <a:extLst>
                    <a:ext uri="{FF2B5EF4-FFF2-40B4-BE49-F238E27FC236}">
                      <a16:creationId xmlns:a16="http://schemas.microsoft.com/office/drawing/2014/main" id="{4538AD1C-D69F-D667-C9FB-15982AF536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7" name="组合 236">
            <a:extLst>
              <a:ext uri="{FF2B5EF4-FFF2-40B4-BE49-F238E27FC236}">
                <a16:creationId xmlns:a16="http://schemas.microsoft.com/office/drawing/2014/main" id="{C2EEEDCC-62F9-3B58-F262-379D9EFBC8ED}"/>
              </a:ext>
            </a:extLst>
          </p:cNvPr>
          <p:cNvGrpSpPr/>
          <p:nvPr/>
        </p:nvGrpSpPr>
        <p:grpSpPr>
          <a:xfrm>
            <a:off x="10985327" y="5979169"/>
            <a:ext cx="360000" cy="360000"/>
            <a:chOff x="1232438" y="5926667"/>
            <a:chExt cx="720000" cy="720000"/>
          </a:xfrm>
          <a:solidFill>
            <a:schemeClr val="bg1">
              <a:lumMod val="75000"/>
            </a:schemeClr>
          </a:solidFill>
        </p:grpSpPr>
        <p:sp>
          <p:nvSpPr>
            <p:cNvPr id="238" name="矩形 237">
              <a:extLst>
                <a:ext uri="{FF2B5EF4-FFF2-40B4-BE49-F238E27FC236}">
                  <a16:creationId xmlns:a16="http://schemas.microsoft.com/office/drawing/2014/main" id="{6BA5A3AC-9401-6C19-2C7C-16F8F7B17534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462B90BB-BE66-9875-082F-85E88D92DC00}"/>
                    </a:ext>
                  </a:extLst>
                </p:cNvPr>
                <p:cNvSpPr txBox="1"/>
                <p:nvPr/>
              </p:nvSpPr>
              <p:spPr>
                <a:xfrm>
                  <a:off x="1318438" y="5985325"/>
                  <a:ext cx="576000" cy="61555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462B90BB-BE66-9875-082F-85E88D92DC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5985325"/>
                  <a:ext cx="576000" cy="615554"/>
                </a:xfrm>
                <a:prstGeom prst="rect">
                  <a:avLst/>
                </a:prstGeom>
                <a:blipFill>
                  <a:blip r:embed="rId53"/>
                  <a:stretch>
                    <a:fillRect l="-8696" r="-4348" b="-8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13481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B82B1-D6FA-F1DC-E8BC-080576E9D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6DED46DE-CEC0-C72D-6DE4-BECDD4F23714}"/>
              </a:ext>
            </a:extLst>
          </p:cNvPr>
          <p:cNvGrpSpPr/>
          <p:nvPr/>
        </p:nvGrpSpPr>
        <p:grpSpPr>
          <a:xfrm>
            <a:off x="862116" y="2428664"/>
            <a:ext cx="540000" cy="1939634"/>
            <a:chOff x="2297151" y="1489901"/>
            <a:chExt cx="540000" cy="19396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1297425B-54C8-4E00-571A-D03A480B9074}"/>
                    </a:ext>
                  </a:extLst>
                </p:cNvPr>
                <p:cNvSpPr txBox="1"/>
                <p:nvPr/>
              </p:nvSpPr>
              <p:spPr>
                <a:xfrm>
                  <a:off x="2297151" y="1489901"/>
                  <a:ext cx="540000" cy="46800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05DD6316-72F5-380C-C0C3-726886FC47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151" y="1489901"/>
                  <a:ext cx="540000" cy="4680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F7E3926B-A718-8E06-51DE-2F7750C25E14}"/>
                    </a:ext>
                  </a:extLst>
                </p:cNvPr>
                <p:cNvSpPr txBox="1"/>
                <p:nvPr/>
              </p:nvSpPr>
              <p:spPr>
                <a:xfrm>
                  <a:off x="2297151" y="2961535"/>
                  <a:ext cx="540000" cy="46800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FA1D103C-CD4A-A24F-3475-6AF1E1CA2A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151" y="2961535"/>
                  <a:ext cx="540000" cy="468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DBC9B79-2D69-DD09-08FB-4FB6E133F822}"/>
              </a:ext>
            </a:extLst>
          </p:cNvPr>
          <p:cNvGrpSpPr/>
          <p:nvPr/>
        </p:nvGrpSpPr>
        <p:grpSpPr>
          <a:xfrm>
            <a:off x="3204201" y="1736900"/>
            <a:ext cx="540000" cy="3207197"/>
            <a:chOff x="4410636" y="817548"/>
            <a:chExt cx="540000" cy="3207197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0AA48C1-CC5B-73CA-8D6B-FB8051E26956}"/>
                </a:ext>
              </a:extLst>
            </p:cNvPr>
            <p:cNvSpPr/>
            <p:nvPr/>
          </p:nvSpPr>
          <p:spPr>
            <a:xfrm>
              <a:off x="4410636" y="817548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43A4E29F-85E2-59A2-64CE-08B96BAC3947}"/>
                </a:ext>
              </a:extLst>
            </p:cNvPr>
            <p:cNvSpPr/>
            <p:nvPr/>
          </p:nvSpPr>
          <p:spPr>
            <a:xfrm>
              <a:off x="4410636" y="2151146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378F0EB2-E12D-49B5-DBBE-5EA623CFB0BC}"/>
                </a:ext>
              </a:extLst>
            </p:cNvPr>
            <p:cNvSpPr/>
            <p:nvPr/>
          </p:nvSpPr>
          <p:spPr>
            <a:xfrm>
              <a:off x="4410636" y="3484745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</p:grp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159428CC-659C-0CB6-2CDF-313B5ABE64B6}"/>
              </a:ext>
            </a:extLst>
          </p:cNvPr>
          <p:cNvCxnSpPr>
            <a:stCxn id="5" idx="3"/>
            <a:endCxn id="9" idx="2"/>
          </p:cNvCxnSpPr>
          <p:nvPr/>
        </p:nvCxnSpPr>
        <p:spPr>
          <a:xfrm flipV="1">
            <a:off x="1402116" y="2006900"/>
            <a:ext cx="1802085" cy="655764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0F5C928B-E0ED-6269-5913-DC48BCB6D6B6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 flipV="1">
            <a:off x="1402116" y="2006900"/>
            <a:ext cx="1802085" cy="2127398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2D39B80-A3B0-1D67-5899-5C878EB42B70}"/>
                  </a:ext>
                </a:extLst>
              </p:cNvPr>
              <p:cNvSpPr txBox="1"/>
              <p:nvPr/>
            </p:nvSpPr>
            <p:spPr>
              <a:xfrm>
                <a:off x="2604165" y="1912942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2D39B80-A3B0-1D67-5899-5C878EB42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165" y="1912942"/>
                <a:ext cx="540000" cy="224870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EE86D3B-5703-F8D4-EBF5-8F2483FC4C66}"/>
                  </a:ext>
                </a:extLst>
              </p:cNvPr>
              <p:cNvSpPr txBox="1"/>
              <p:nvPr/>
            </p:nvSpPr>
            <p:spPr>
              <a:xfrm>
                <a:off x="2622453" y="2283426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EE86D3B-5703-F8D4-EBF5-8F2483FC4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453" y="2283426"/>
                <a:ext cx="540000" cy="224870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2DB4FD89-86B9-A898-0AE8-70734B86B378}"/>
              </a:ext>
            </a:extLst>
          </p:cNvPr>
          <p:cNvCxnSpPr>
            <a:cxnSpLocks/>
            <a:stCxn id="5" idx="3"/>
            <a:endCxn id="3" idx="2"/>
          </p:cNvCxnSpPr>
          <p:nvPr/>
        </p:nvCxnSpPr>
        <p:spPr>
          <a:xfrm>
            <a:off x="1402116" y="2662664"/>
            <a:ext cx="1802085" cy="6778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8A6B3BF1-F4A2-625F-7840-40426A674CDF}"/>
              </a:ext>
            </a:extLst>
          </p:cNvPr>
          <p:cNvCxnSpPr>
            <a:cxnSpLocks/>
            <a:stCxn id="7" idx="3"/>
            <a:endCxn id="3" idx="2"/>
          </p:cNvCxnSpPr>
          <p:nvPr/>
        </p:nvCxnSpPr>
        <p:spPr>
          <a:xfrm flipV="1">
            <a:off x="1402116" y="3340498"/>
            <a:ext cx="1802085" cy="7938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6B4003D-7595-5FA6-F03B-1E6DE68B30AC}"/>
                  </a:ext>
                </a:extLst>
              </p:cNvPr>
              <p:cNvSpPr txBox="1"/>
              <p:nvPr/>
            </p:nvSpPr>
            <p:spPr>
              <a:xfrm>
                <a:off x="2602676" y="3014759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6B4003D-7595-5FA6-F03B-1E6DE68B3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676" y="3014759"/>
                <a:ext cx="540000" cy="224870"/>
              </a:xfrm>
              <a:prstGeom prst="rect">
                <a:avLst/>
              </a:prstGeom>
              <a:blipFill>
                <a:blip r:embed="rId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99C770A6-B61E-A655-E4F0-3B7400560CE1}"/>
                  </a:ext>
                </a:extLst>
              </p:cNvPr>
              <p:cNvSpPr txBox="1"/>
              <p:nvPr/>
            </p:nvSpPr>
            <p:spPr>
              <a:xfrm>
                <a:off x="2604165" y="3340498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99C770A6-B61E-A655-E4F0-3B7400560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165" y="3340498"/>
                <a:ext cx="540000" cy="224870"/>
              </a:xfrm>
              <a:prstGeom prst="rect">
                <a:avLst/>
              </a:prstGeom>
              <a:blipFill>
                <a:blip r:embed="rId7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7F7C3252-AF84-3814-7F6F-6B7D662A133D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>
            <a:off x="1402116" y="2662664"/>
            <a:ext cx="1802085" cy="2011433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AAEFC8C0-2591-8975-48FB-6DA9B9F72203}"/>
              </a:ext>
            </a:extLst>
          </p:cNvPr>
          <p:cNvCxnSpPr>
            <a:cxnSpLocks/>
            <a:stCxn id="7" idx="3"/>
            <a:endCxn id="4" idx="2"/>
          </p:cNvCxnSpPr>
          <p:nvPr/>
        </p:nvCxnSpPr>
        <p:spPr>
          <a:xfrm>
            <a:off x="1402116" y="4134298"/>
            <a:ext cx="1802085" cy="539799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986FEBFC-BC5E-D379-3BBC-6B8488AF1A16}"/>
                  </a:ext>
                </a:extLst>
              </p:cNvPr>
              <p:cNvSpPr txBox="1"/>
              <p:nvPr/>
            </p:nvSpPr>
            <p:spPr>
              <a:xfrm>
                <a:off x="2604165" y="4128328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986FEBFC-BC5E-D379-3BBC-6B8488AF1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165" y="4128328"/>
                <a:ext cx="540000" cy="224870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759F8CF7-E258-C634-5880-B57C78A6992A}"/>
                  </a:ext>
                </a:extLst>
              </p:cNvPr>
              <p:cNvSpPr txBox="1"/>
              <p:nvPr/>
            </p:nvSpPr>
            <p:spPr>
              <a:xfrm>
                <a:off x="2604165" y="4457976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759F8CF7-E258-C634-5880-B57C78A69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165" y="4457976"/>
                <a:ext cx="540000" cy="224870"/>
              </a:xfrm>
              <a:prstGeom prst="rect">
                <a:avLst/>
              </a:prstGeom>
              <a:blipFill>
                <a:blip r:embed="rId9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直线箭头连接符 99">
            <a:extLst>
              <a:ext uri="{FF2B5EF4-FFF2-40B4-BE49-F238E27FC236}">
                <a16:creationId xmlns:a16="http://schemas.microsoft.com/office/drawing/2014/main" id="{74D212C4-0DB5-C887-A506-0317CD640C9F}"/>
              </a:ext>
            </a:extLst>
          </p:cNvPr>
          <p:cNvCxnSpPr/>
          <p:nvPr/>
        </p:nvCxnSpPr>
        <p:spPr>
          <a:xfrm>
            <a:off x="3776253" y="2006900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29C0A4FB-6BC6-693E-80C5-ECE2F26B806A}"/>
              </a:ext>
            </a:extLst>
          </p:cNvPr>
          <p:cNvCxnSpPr/>
          <p:nvPr/>
        </p:nvCxnSpPr>
        <p:spPr>
          <a:xfrm>
            <a:off x="3776253" y="3340498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DA18707E-08A4-D84B-A0C0-3C3FA8063F3E}"/>
              </a:ext>
            </a:extLst>
          </p:cNvPr>
          <p:cNvCxnSpPr/>
          <p:nvPr/>
        </p:nvCxnSpPr>
        <p:spPr>
          <a:xfrm>
            <a:off x="3776253" y="4703355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6EB5C14-3AF9-D067-29A9-56C18245DD1B}"/>
              </a:ext>
            </a:extLst>
          </p:cNvPr>
          <p:cNvGrpSpPr/>
          <p:nvPr/>
        </p:nvGrpSpPr>
        <p:grpSpPr>
          <a:xfrm>
            <a:off x="4288416" y="1556899"/>
            <a:ext cx="900000" cy="900000"/>
            <a:chOff x="5038703" y="745136"/>
            <a:chExt cx="900000" cy="900000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1BCC9B2C-FC41-F400-A08D-4B346BC7F463}"/>
                </a:ext>
              </a:extLst>
            </p:cNvPr>
            <p:cNvSpPr/>
            <p:nvPr/>
          </p:nvSpPr>
          <p:spPr>
            <a:xfrm>
              <a:off x="5038703" y="745136"/>
              <a:ext cx="900000" cy="90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A9744C66-8DDC-2A04-ADC7-5F1B40E8F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85054" y="863661"/>
              <a:ext cx="607297" cy="655736"/>
            </a:xfrm>
            <a:prstGeom prst="rect">
              <a:avLst/>
            </a:prstGeom>
          </p:spPr>
        </p:pic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D96207A-BA9F-0DB2-F28C-EAD1A1BB42EA}"/>
              </a:ext>
            </a:extLst>
          </p:cNvPr>
          <p:cNvGrpSpPr/>
          <p:nvPr/>
        </p:nvGrpSpPr>
        <p:grpSpPr>
          <a:xfrm>
            <a:off x="4288416" y="2837115"/>
            <a:ext cx="900000" cy="900000"/>
            <a:chOff x="5038703" y="745136"/>
            <a:chExt cx="900000" cy="900000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39614669-B988-88CC-C5C4-C2A0508E49A5}"/>
                </a:ext>
              </a:extLst>
            </p:cNvPr>
            <p:cNvSpPr/>
            <p:nvPr/>
          </p:nvSpPr>
          <p:spPr>
            <a:xfrm>
              <a:off x="5038703" y="745136"/>
              <a:ext cx="900000" cy="90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F58C22E1-33DD-6850-3CF1-4DCDF0FEC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85054" y="863661"/>
              <a:ext cx="607297" cy="655736"/>
            </a:xfrm>
            <a:prstGeom prst="rect">
              <a:avLst/>
            </a:prstGeom>
          </p:spPr>
        </p:pic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69B0A0E-E93D-60B0-0A59-7EDDC3B87DBD}"/>
              </a:ext>
            </a:extLst>
          </p:cNvPr>
          <p:cNvGrpSpPr/>
          <p:nvPr/>
        </p:nvGrpSpPr>
        <p:grpSpPr>
          <a:xfrm>
            <a:off x="4288416" y="4207588"/>
            <a:ext cx="900000" cy="900000"/>
            <a:chOff x="5038703" y="745136"/>
            <a:chExt cx="900000" cy="900000"/>
          </a:xfrm>
        </p:grpSpPr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8704197C-92C0-EA63-AE67-B4646C668388}"/>
                </a:ext>
              </a:extLst>
            </p:cNvPr>
            <p:cNvSpPr/>
            <p:nvPr/>
          </p:nvSpPr>
          <p:spPr>
            <a:xfrm>
              <a:off x="5038703" y="745136"/>
              <a:ext cx="900000" cy="90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CDF6C883-CAFC-68A5-E469-1F96AE359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85054" y="863661"/>
              <a:ext cx="607297" cy="655736"/>
            </a:xfrm>
            <a:prstGeom prst="rect">
              <a:avLst/>
            </a:prstGeom>
          </p:spPr>
        </p:pic>
      </p:grp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C3B1FFFD-B3A5-5C37-16EE-E6B5CAA1E143}"/>
              </a:ext>
            </a:extLst>
          </p:cNvPr>
          <p:cNvCxnSpPr/>
          <p:nvPr/>
        </p:nvCxnSpPr>
        <p:spPr>
          <a:xfrm>
            <a:off x="5221063" y="2006963"/>
            <a:ext cx="28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1DF67A3E-42B3-1A87-1284-EFDC6B8160C9}"/>
              </a:ext>
            </a:extLst>
          </p:cNvPr>
          <p:cNvCxnSpPr/>
          <p:nvPr/>
        </p:nvCxnSpPr>
        <p:spPr>
          <a:xfrm>
            <a:off x="5222650" y="3338963"/>
            <a:ext cx="28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8A99128F-F45A-27C2-0664-F9F43D3CB344}"/>
              </a:ext>
            </a:extLst>
          </p:cNvPr>
          <p:cNvCxnSpPr/>
          <p:nvPr/>
        </p:nvCxnSpPr>
        <p:spPr>
          <a:xfrm>
            <a:off x="5222650" y="4703363"/>
            <a:ext cx="28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6E283936-A51C-CB79-8469-80A29E4E93D7}"/>
                  </a:ext>
                </a:extLst>
              </p:cNvPr>
              <p:cNvSpPr txBox="1"/>
              <p:nvPr/>
            </p:nvSpPr>
            <p:spPr>
              <a:xfrm>
                <a:off x="5508437" y="1863112"/>
                <a:ext cx="2927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6E283936-A51C-CB79-8469-80A29E4E9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437" y="1863112"/>
                <a:ext cx="292772" cy="276999"/>
              </a:xfrm>
              <a:prstGeom prst="rect">
                <a:avLst/>
              </a:prstGeom>
              <a:blipFill>
                <a:blip r:embed="rId11"/>
                <a:stretch>
                  <a:fillRect l="-16667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CFB50A1D-039D-DBF5-006C-08BDE9812231}"/>
                  </a:ext>
                </a:extLst>
              </p:cNvPr>
              <p:cNvSpPr txBox="1"/>
              <p:nvPr/>
            </p:nvSpPr>
            <p:spPr>
              <a:xfrm>
                <a:off x="5508437" y="3183318"/>
                <a:ext cx="2980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CFB50A1D-039D-DBF5-006C-08BDE9812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437" y="3183318"/>
                <a:ext cx="298094" cy="276999"/>
              </a:xfrm>
              <a:prstGeom prst="rect">
                <a:avLst/>
              </a:prstGeom>
              <a:blipFill>
                <a:blip r:embed="rId12"/>
                <a:stretch>
                  <a:fillRect l="-16000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0BB26D68-2A67-C4DB-E45F-C02A2F7ECB73}"/>
                  </a:ext>
                </a:extLst>
              </p:cNvPr>
              <p:cNvSpPr txBox="1"/>
              <p:nvPr/>
            </p:nvSpPr>
            <p:spPr>
              <a:xfrm>
                <a:off x="5508437" y="4534998"/>
                <a:ext cx="2980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0BB26D68-2A67-C4DB-E45F-C02A2F7EC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437" y="4534998"/>
                <a:ext cx="298094" cy="276999"/>
              </a:xfrm>
              <a:prstGeom prst="rect">
                <a:avLst/>
              </a:prstGeom>
              <a:blipFill>
                <a:blip r:embed="rId13"/>
                <a:stretch>
                  <a:fillRect l="-16000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7499D28C-8848-85F1-A9D9-7681D965210B}"/>
              </a:ext>
            </a:extLst>
          </p:cNvPr>
          <p:cNvGrpSpPr/>
          <p:nvPr/>
        </p:nvGrpSpPr>
        <p:grpSpPr>
          <a:xfrm>
            <a:off x="3367304" y="4939756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E98B359E-21E7-FA22-5077-94EE58E20D72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967248B2-A117-9510-A557-B51AF51DF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3"/>
                  <a:stretch>
                    <a:fillRect b="-111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7" name="直线箭头连接符 146">
              <a:extLst>
                <a:ext uri="{FF2B5EF4-FFF2-40B4-BE49-F238E27FC236}">
                  <a16:creationId xmlns:a16="http://schemas.microsoft.com/office/drawing/2014/main" id="{D82906EF-7888-C1CB-A0B3-0D66A0EAA3E5}"/>
                </a:ext>
              </a:extLst>
            </p:cNvPr>
            <p:cNvCxnSpPr>
              <a:cxnSpLocks/>
              <a:stCxn id="148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CE8836F0-8B18-B506-FC64-3DE00F766571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4F346BD7-2497-0C23-E6D5-C37A428323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4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6AD5FC3D-A029-CFB0-FA45-9D7D674E7FD2}"/>
              </a:ext>
            </a:extLst>
          </p:cNvPr>
          <p:cNvGrpSpPr/>
          <p:nvPr/>
        </p:nvGrpSpPr>
        <p:grpSpPr>
          <a:xfrm>
            <a:off x="3367304" y="3621946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BFFAC530-2ED0-6534-F1B8-334917229452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0F3E2B02-146D-86F6-AA1E-AA06613B49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5"/>
                  <a:stretch>
                    <a:fillRect b="-1176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1" name="直线箭头连接符 150">
              <a:extLst>
                <a:ext uri="{FF2B5EF4-FFF2-40B4-BE49-F238E27FC236}">
                  <a16:creationId xmlns:a16="http://schemas.microsoft.com/office/drawing/2014/main" id="{FEAC62D3-9E61-EC16-7F9F-56ED5B5AFF4A}"/>
                </a:ext>
              </a:extLst>
            </p:cNvPr>
            <p:cNvCxnSpPr>
              <a:cxnSpLocks/>
              <a:stCxn id="152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07C3CA21-23D0-8D5F-6A53-12B3252956CC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CA65116-D803-518A-9056-D150530FE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6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AF500A78-8F35-90DB-2D01-41FBEC7AA156}"/>
              </a:ext>
            </a:extLst>
          </p:cNvPr>
          <p:cNvGrpSpPr/>
          <p:nvPr/>
        </p:nvGrpSpPr>
        <p:grpSpPr>
          <a:xfrm>
            <a:off x="3367304" y="2281061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6BBB1B2C-F259-6BB0-BF76-318D0A1A4CD0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8DD0A483-4B6A-E8AF-479C-00BE4AF203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7"/>
                  <a:stretch>
                    <a:fillRect b="-111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5" name="直线箭头连接符 154">
              <a:extLst>
                <a:ext uri="{FF2B5EF4-FFF2-40B4-BE49-F238E27FC236}">
                  <a16:creationId xmlns:a16="http://schemas.microsoft.com/office/drawing/2014/main" id="{7920CFDD-08CC-8658-53EB-CF3CCFE0D5AE}"/>
                </a:ext>
              </a:extLst>
            </p:cNvPr>
            <p:cNvCxnSpPr>
              <a:cxnSpLocks/>
              <a:stCxn id="156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96F8DC97-0C32-0016-9226-40356F9FDCDE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2DFAFCF9-2494-4EA7-EAF0-9552F96BC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8"/>
                  <a:stretch>
                    <a:fillRect l="-23077" r="-15385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886D082-3AD5-2834-176E-D07C66626663}"/>
              </a:ext>
            </a:extLst>
          </p:cNvPr>
          <p:cNvGrpSpPr/>
          <p:nvPr/>
        </p:nvGrpSpPr>
        <p:grpSpPr>
          <a:xfrm>
            <a:off x="7089114" y="2182448"/>
            <a:ext cx="540000" cy="1873598"/>
            <a:chOff x="4410636" y="817548"/>
            <a:chExt cx="540000" cy="1873598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235C707C-D049-F45F-C007-38225A848716}"/>
                </a:ext>
              </a:extLst>
            </p:cNvPr>
            <p:cNvSpPr/>
            <p:nvPr/>
          </p:nvSpPr>
          <p:spPr>
            <a:xfrm>
              <a:off x="4410636" y="817548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CAEC775-99CD-AAEA-00F1-C9AAFD161CD7}"/>
                </a:ext>
              </a:extLst>
            </p:cNvPr>
            <p:cNvSpPr/>
            <p:nvPr/>
          </p:nvSpPr>
          <p:spPr>
            <a:xfrm>
              <a:off x="4410636" y="2151146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</p:grp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70F43EA7-122B-1327-9B6A-20CBBA42A6FF}"/>
              </a:ext>
            </a:extLst>
          </p:cNvPr>
          <p:cNvCxnSpPr/>
          <p:nvPr/>
        </p:nvCxnSpPr>
        <p:spPr>
          <a:xfrm>
            <a:off x="7661166" y="2452448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22210CDB-DDAA-E179-4587-69507F81E737}"/>
              </a:ext>
            </a:extLst>
          </p:cNvPr>
          <p:cNvCxnSpPr/>
          <p:nvPr/>
        </p:nvCxnSpPr>
        <p:spPr>
          <a:xfrm>
            <a:off x="7661166" y="3786046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68C483E4-F8B2-5C09-859B-004CE5B1E5B5}"/>
              </a:ext>
            </a:extLst>
          </p:cNvPr>
          <p:cNvGrpSpPr/>
          <p:nvPr/>
        </p:nvGrpSpPr>
        <p:grpSpPr>
          <a:xfrm>
            <a:off x="8241057" y="2020735"/>
            <a:ext cx="900000" cy="900000"/>
            <a:chOff x="5038703" y="745136"/>
            <a:chExt cx="900000" cy="900000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B3B5ABDE-E7F7-E6D3-1EDE-125C5302118D}"/>
                </a:ext>
              </a:extLst>
            </p:cNvPr>
            <p:cNvSpPr/>
            <p:nvPr/>
          </p:nvSpPr>
          <p:spPr>
            <a:xfrm>
              <a:off x="5038703" y="745136"/>
              <a:ext cx="900000" cy="90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DC259737-5F75-45FD-86CF-AA40EE26E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85054" y="863661"/>
              <a:ext cx="607297" cy="655736"/>
            </a:xfrm>
            <a:prstGeom prst="rect">
              <a:avLst/>
            </a:prstGeom>
          </p:spPr>
        </p:pic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10C049A6-B0A8-7C33-378A-D425D42B040A}"/>
              </a:ext>
            </a:extLst>
          </p:cNvPr>
          <p:cNvGrpSpPr/>
          <p:nvPr/>
        </p:nvGrpSpPr>
        <p:grpSpPr>
          <a:xfrm>
            <a:off x="8241057" y="3300951"/>
            <a:ext cx="900000" cy="900000"/>
            <a:chOff x="5038703" y="745136"/>
            <a:chExt cx="900000" cy="900000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16758E41-A74D-6294-594E-A11DCE0AF931}"/>
                </a:ext>
              </a:extLst>
            </p:cNvPr>
            <p:cNvSpPr/>
            <p:nvPr/>
          </p:nvSpPr>
          <p:spPr>
            <a:xfrm>
              <a:off x="5038703" y="745136"/>
              <a:ext cx="900000" cy="90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D53A0E9-5BC2-82F1-467F-8C5A57E27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85054" y="863661"/>
              <a:ext cx="607297" cy="655736"/>
            </a:xfrm>
            <a:prstGeom prst="rect">
              <a:avLst/>
            </a:prstGeom>
          </p:spPr>
        </p:pic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0685F931-4D3A-C18B-7F95-B2C17C6C942D}"/>
              </a:ext>
            </a:extLst>
          </p:cNvPr>
          <p:cNvGrpSpPr/>
          <p:nvPr/>
        </p:nvGrpSpPr>
        <p:grpSpPr>
          <a:xfrm>
            <a:off x="7277456" y="4067494"/>
            <a:ext cx="149079" cy="589824"/>
            <a:chOff x="3342078" y="931113"/>
            <a:chExt cx="149079" cy="589824"/>
          </a:xfrm>
        </p:grpSpPr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B55A98D4-ACCB-F354-C70F-70D8D84296D1}"/>
                </a:ext>
              </a:extLst>
            </p:cNvPr>
            <p:cNvCxnSpPr>
              <a:cxnSpLocks/>
              <a:stCxn id="91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7D65A9A0-FEDC-1D74-004A-DB4659290567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CA65116-D803-518A-9056-D150530FE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6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0A9854C9-484F-25A2-3D0C-9540DA2B2250}"/>
              </a:ext>
            </a:extLst>
          </p:cNvPr>
          <p:cNvGrpSpPr/>
          <p:nvPr/>
        </p:nvGrpSpPr>
        <p:grpSpPr>
          <a:xfrm>
            <a:off x="7277456" y="2726609"/>
            <a:ext cx="149079" cy="589824"/>
            <a:chOff x="3342078" y="931113"/>
            <a:chExt cx="149079" cy="589824"/>
          </a:xfrm>
        </p:grpSpPr>
        <p:cxnSp>
          <p:nvCxnSpPr>
            <p:cNvPr id="98" name="直线箭头连接符 97">
              <a:extLst>
                <a:ext uri="{FF2B5EF4-FFF2-40B4-BE49-F238E27FC236}">
                  <a16:creationId xmlns:a16="http://schemas.microsoft.com/office/drawing/2014/main" id="{7684BAE6-D4B8-F9AB-F396-68AA0B2D2EBD}"/>
                </a:ext>
              </a:extLst>
            </p:cNvPr>
            <p:cNvCxnSpPr>
              <a:cxnSpLocks/>
              <a:stCxn id="99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31EFFFCF-0566-2F21-8F1A-395DE75062BB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2DFAFCF9-2494-4EA7-EAF0-9552F96BC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8"/>
                  <a:stretch>
                    <a:fillRect l="-23077" r="-15385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7427EDE7-D8D9-CF1B-846D-98F0529288F6}"/>
              </a:ext>
            </a:extLst>
          </p:cNvPr>
          <p:cNvCxnSpPr>
            <a:cxnSpLocks/>
            <a:stCxn id="106" idx="3"/>
            <a:endCxn id="16" idx="2"/>
          </p:cNvCxnSpPr>
          <p:nvPr/>
        </p:nvCxnSpPr>
        <p:spPr>
          <a:xfrm>
            <a:off x="5801209" y="2001612"/>
            <a:ext cx="1287905" cy="17844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线箭头连接符 117">
            <a:extLst>
              <a:ext uri="{FF2B5EF4-FFF2-40B4-BE49-F238E27FC236}">
                <a16:creationId xmlns:a16="http://schemas.microsoft.com/office/drawing/2014/main" id="{4C65419C-46B1-0842-2638-E34AF0C2D97A}"/>
              </a:ext>
            </a:extLst>
          </p:cNvPr>
          <p:cNvCxnSpPr>
            <a:cxnSpLocks/>
            <a:stCxn id="106" idx="3"/>
            <a:endCxn id="12" idx="2"/>
          </p:cNvCxnSpPr>
          <p:nvPr/>
        </p:nvCxnSpPr>
        <p:spPr>
          <a:xfrm>
            <a:off x="5801209" y="2001612"/>
            <a:ext cx="1287905" cy="450836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线箭头连接符 136">
            <a:extLst>
              <a:ext uri="{FF2B5EF4-FFF2-40B4-BE49-F238E27FC236}">
                <a16:creationId xmlns:a16="http://schemas.microsoft.com/office/drawing/2014/main" id="{A615DD59-AE43-A823-6803-A5DE1BB78529}"/>
              </a:ext>
            </a:extLst>
          </p:cNvPr>
          <p:cNvCxnSpPr>
            <a:cxnSpLocks/>
            <a:stCxn id="107" idx="3"/>
            <a:endCxn id="12" idx="2"/>
          </p:cNvCxnSpPr>
          <p:nvPr/>
        </p:nvCxnSpPr>
        <p:spPr>
          <a:xfrm flipV="1">
            <a:off x="5806531" y="2452448"/>
            <a:ext cx="1282583" cy="869370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线箭头连接符 139">
            <a:extLst>
              <a:ext uri="{FF2B5EF4-FFF2-40B4-BE49-F238E27FC236}">
                <a16:creationId xmlns:a16="http://schemas.microsoft.com/office/drawing/2014/main" id="{57F3661F-BDA8-4140-063F-DBAA8FA882D0}"/>
              </a:ext>
            </a:extLst>
          </p:cNvPr>
          <p:cNvCxnSpPr>
            <a:cxnSpLocks/>
            <a:stCxn id="107" idx="3"/>
            <a:endCxn id="16" idx="2"/>
          </p:cNvCxnSpPr>
          <p:nvPr/>
        </p:nvCxnSpPr>
        <p:spPr>
          <a:xfrm>
            <a:off x="5806531" y="3321818"/>
            <a:ext cx="1282583" cy="46422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468C2CC-350F-26B5-6B4E-49DB0FD801FC}"/>
              </a:ext>
            </a:extLst>
          </p:cNvPr>
          <p:cNvCxnSpPr>
            <a:cxnSpLocks/>
            <a:stCxn id="108" idx="3"/>
            <a:endCxn id="12" idx="2"/>
          </p:cNvCxnSpPr>
          <p:nvPr/>
        </p:nvCxnSpPr>
        <p:spPr>
          <a:xfrm flipV="1">
            <a:off x="5806531" y="2452448"/>
            <a:ext cx="1282583" cy="2221050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线箭头连接符 176">
            <a:extLst>
              <a:ext uri="{FF2B5EF4-FFF2-40B4-BE49-F238E27FC236}">
                <a16:creationId xmlns:a16="http://schemas.microsoft.com/office/drawing/2014/main" id="{CBDBA9CD-FCC7-8CD7-8CEE-6180BEB8B1D5}"/>
              </a:ext>
            </a:extLst>
          </p:cNvPr>
          <p:cNvCxnSpPr>
            <a:cxnSpLocks/>
            <a:stCxn id="108" idx="3"/>
            <a:endCxn id="16" idx="2"/>
          </p:cNvCxnSpPr>
          <p:nvPr/>
        </p:nvCxnSpPr>
        <p:spPr>
          <a:xfrm flipV="1">
            <a:off x="5806531" y="3786046"/>
            <a:ext cx="1282583" cy="88745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线箭头连接符 202">
            <a:extLst>
              <a:ext uri="{FF2B5EF4-FFF2-40B4-BE49-F238E27FC236}">
                <a16:creationId xmlns:a16="http://schemas.microsoft.com/office/drawing/2014/main" id="{71EE75F5-3740-558D-43EA-ED33DF442F15}"/>
              </a:ext>
            </a:extLst>
          </p:cNvPr>
          <p:cNvCxnSpPr>
            <a:cxnSpLocks/>
            <a:stCxn id="82" idx="3"/>
            <a:endCxn id="215" idx="2"/>
          </p:cNvCxnSpPr>
          <p:nvPr/>
        </p:nvCxnSpPr>
        <p:spPr>
          <a:xfrm>
            <a:off x="9799027" y="2464908"/>
            <a:ext cx="700518" cy="5679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线箭头连接符 203">
            <a:extLst>
              <a:ext uri="{FF2B5EF4-FFF2-40B4-BE49-F238E27FC236}">
                <a16:creationId xmlns:a16="http://schemas.microsoft.com/office/drawing/2014/main" id="{DEA8AD51-39C8-43F8-EDE0-C0030169134B}"/>
              </a:ext>
            </a:extLst>
          </p:cNvPr>
          <p:cNvCxnSpPr>
            <a:cxnSpLocks/>
            <a:stCxn id="83" idx="3"/>
            <a:endCxn id="215" idx="2"/>
          </p:cNvCxnSpPr>
          <p:nvPr/>
        </p:nvCxnSpPr>
        <p:spPr>
          <a:xfrm flipV="1">
            <a:off x="9804349" y="3032869"/>
            <a:ext cx="695196" cy="7156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线箭头连接符 206">
            <a:extLst>
              <a:ext uri="{FF2B5EF4-FFF2-40B4-BE49-F238E27FC236}">
                <a16:creationId xmlns:a16="http://schemas.microsoft.com/office/drawing/2014/main" id="{FEC6AF2B-DEDD-3750-6DAD-C086A7EA49DB}"/>
              </a:ext>
            </a:extLst>
          </p:cNvPr>
          <p:cNvCxnSpPr>
            <a:cxnSpLocks/>
            <a:stCxn id="216" idx="0"/>
            <a:endCxn id="215" idx="4"/>
          </p:cNvCxnSpPr>
          <p:nvPr/>
        </p:nvCxnSpPr>
        <p:spPr>
          <a:xfrm flipH="1" flipV="1">
            <a:off x="10769545" y="3302869"/>
            <a:ext cx="2371" cy="4997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35F8D0F2-060C-40AD-59E2-9EAA41224744}"/>
                  </a:ext>
                </a:extLst>
              </p:cNvPr>
              <p:cNvSpPr txBox="1"/>
              <p:nvPr/>
            </p:nvSpPr>
            <p:spPr>
              <a:xfrm>
                <a:off x="10770246" y="3453856"/>
                <a:ext cx="1926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35F8D0F2-060C-40AD-59E2-9EAA41224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0246" y="3453856"/>
                <a:ext cx="192617" cy="276999"/>
              </a:xfrm>
              <a:prstGeom prst="rect">
                <a:avLst/>
              </a:prstGeom>
              <a:blipFill>
                <a:blip r:embed="rId39"/>
                <a:stretch>
                  <a:fillRect l="-31250" r="-18750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9" name="直线箭头连接符 208">
            <a:extLst>
              <a:ext uri="{FF2B5EF4-FFF2-40B4-BE49-F238E27FC236}">
                <a16:creationId xmlns:a16="http://schemas.microsoft.com/office/drawing/2014/main" id="{04ACBC23-B8BE-E278-D239-697D0719D98A}"/>
              </a:ext>
            </a:extLst>
          </p:cNvPr>
          <p:cNvCxnSpPr/>
          <p:nvPr/>
        </p:nvCxnSpPr>
        <p:spPr>
          <a:xfrm>
            <a:off x="10908110" y="3007046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53DABCC0-63D7-9DB6-ADA8-0FB3002FD17B}"/>
                  </a:ext>
                </a:extLst>
              </p:cNvPr>
              <p:cNvSpPr txBox="1"/>
              <p:nvPr/>
            </p:nvSpPr>
            <p:spPr>
              <a:xfrm>
                <a:off x="10073196" y="2613922"/>
                <a:ext cx="26468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53DABCC0-63D7-9DB6-ADA8-0FB3002FD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3196" y="2613922"/>
                <a:ext cx="264688" cy="276999"/>
              </a:xfrm>
              <a:prstGeom prst="rect">
                <a:avLst/>
              </a:prstGeom>
              <a:blipFill>
                <a:blip r:embed="rId41"/>
                <a:stretch>
                  <a:fillRect l="-8696" r="-8696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72C0FBA8-91F7-93DF-6E52-11945C9548C1}"/>
                  </a:ext>
                </a:extLst>
              </p:cNvPr>
              <p:cNvSpPr txBox="1"/>
              <p:nvPr/>
            </p:nvSpPr>
            <p:spPr>
              <a:xfrm>
                <a:off x="10056995" y="3239099"/>
                <a:ext cx="2926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72C0FBA8-91F7-93DF-6E52-11945C954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6995" y="3239099"/>
                <a:ext cx="292644" cy="276999"/>
              </a:xfrm>
              <a:prstGeom prst="rect">
                <a:avLst/>
              </a:prstGeom>
              <a:blipFill>
                <a:blip r:embed="rId42"/>
                <a:stretch>
                  <a:fillRect l="-12500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" name="椭圆 214">
            <a:extLst>
              <a:ext uri="{FF2B5EF4-FFF2-40B4-BE49-F238E27FC236}">
                <a16:creationId xmlns:a16="http://schemas.microsoft.com/office/drawing/2014/main" id="{6B75A31A-3803-99DE-86EF-F2C785E33CF2}"/>
              </a:ext>
            </a:extLst>
          </p:cNvPr>
          <p:cNvSpPr/>
          <p:nvPr/>
        </p:nvSpPr>
        <p:spPr>
          <a:xfrm>
            <a:off x="10499545" y="2762869"/>
            <a:ext cx="540000" cy="54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/>
              <a:t>+</a:t>
            </a:r>
            <a:endParaRPr kumimoji="1"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文本框 215">
                <a:extLst>
                  <a:ext uri="{FF2B5EF4-FFF2-40B4-BE49-F238E27FC236}">
                    <a16:creationId xmlns:a16="http://schemas.microsoft.com/office/drawing/2014/main" id="{EEE2CB30-8FD6-66C7-7115-8EAA8C1939AB}"/>
                  </a:ext>
                </a:extLst>
              </p:cNvPr>
              <p:cNvSpPr txBox="1"/>
              <p:nvPr/>
            </p:nvSpPr>
            <p:spPr>
              <a:xfrm>
                <a:off x="10697376" y="3802601"/>
                <a:ext cx="149079" cy="21544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zh-CN" altLang="en-US" sz="1400" dirty="0"/>
              </a:p>
            </p:txBody>
          </p:sp>
        </mc:Choice>
        <mc:Fallback xmlns="">
          <p:sp>
            <p:nvSpPr>
              <p:cNvPr id="216" name="文本框 215">
                <a:extLst>
                  <a:ext uri="{FF2B5EF4-FFF2-40B4-BE49-F238E27FC236}">
                    <a16:creationId xmlns:a16="http://schemas.microsoft.com/office/drawing/2014/main" id="{EEE2CB30-8FD6-66C7-7115-8EAA8C193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7376" y="3802601"/>
                <a:ext cx="149079" cy="215444"/>
              </a:xfrm>
              <a:prstGeom prst="rect">
                <a:avLst/>
              </a:prstGeom>
              <a:blipFill>
                <a:blip r:embed="rId43"/>
                <a:stretch>
                  <a:fillRect l="-25000" r="-25000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6917C57C-924C-7765-CD8D-1A408E56E344}"/>
              </a:ext>
            </a:extLst>
          </p:cNvPr>
          <p:cNvCxnSpPr/>
          <p:nvPr/>
        </p:nvCxnSpPr>
        <p:spPr>
          <a:xfrm>
            <a:off x="9195655" y="2433683"/>
            <a:ext cx="28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54D404AE-9C7A-596F-C519-877DF3619BAA}"/>
              </a:ext>
            </a:extLst>
          </p:cNvPr>
          <p:cNvCxnSpPr/>
          <p:nvPr/>
        </p:nvCxnSpPr>
        <p:spPr>
          <a:xfrm>
            <a:off x="9197242" y="3765683"/>
            <a:ext cx="28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F1A19D3F-AC37-5998-4822-ED3F6ECC2898}"/>
                  </a:ext>
                </a:extLst>
              </p:cNvPr>
              <p:cNvSpPr txBox="1"/>
              <p:nvPr/>
            </p:nvSpPr>
            <p:spPr>
              <a:xfrm>
                <a:off x="9501317" y="2326408"/>
                <a:ext cx="2977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F1A19D3F-AC37-5998-4822-ED3F6ECC2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1317" y="2326408"/>
                <a:ext cx="297710" cy="276999"/>
              </a:xfrm>
              <a:prstGeom prst="rect">
                <a:avLst/>
              </a:prstGeom>
              <a:blipFill>
                <a:blip r:embed="rId44"/>
                <a:stretch>
                  <a:fillRect l="-16667" r="-4167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5B3C36C0-DCF4-E8DB-5306-625F27B25F0A}"/>
                  </a:ext>
                </a:extLst>
              </p:cNvPr>
              <p:cNvSpPr txBox="1"/>
              <p:nvPr/>
            </p:nvSpPr>
            <p:spPr>
              <a:xfrm>
                <a:off x="9501317" y="3610038"/>
                <a:ext cx="3030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5B3C36C0-DCF4-E8DB-5306-625F27B25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1317" y="3610038"/>
                <a:ext cx="303032" cy="276999"/>
              </a:xfrm>
              <a:prstGeom prst="rect">
                <a:avLst/>
              </a:prstGeom>
              <a:blipFill>
                <a:blip r:embed="rId45"/>
                <a:stretch>
                  <a:fillRect l="-16667" r="-4167" b="-2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EC45EA58-12E4-F29F-3A26-76BDA20F0BF9}"/>
                  </a:ext>
                </a:extLst>
              </p:cNvPr>
              <p:cNvSpPr txBox="1"/>
              <p:nvPr/>
            </p:nvSpPr>
            <p:spPr>
              <a:xfrm>
                <a:off x="6505605" y="2175070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EC45EA58-12E4-F29F-3A26-76BDA20F0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605" y="2175070"/>
                <a:ext cx="540000" cy="224870"/>
              </a:xfrm>
              <a:prstGeom prst="rect">
                <a:avLst/>
              </a:prstGeom>
              <a:blipFill>
                <a:blip r:embed="rId4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830DF8E2-9CC0-8422-B37C-BDCD27D6D5E4}"/>
                  </a:ext>
                </a:extLst>
              </p:cNvPr>
              <p:cNvSpPr txBox="1"/>
              <p:nvPr/>
            </p:nvSpPr>
            <p:spPr>
              <a:xfrm>
                <a:off x="6511701" y="2473774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830DF8E2-9CC0-8422-B37C-BDCD27D6D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701" y="2473774"/>
                <a:ext cx="540000" cy="224870"/>
              </a:xfrm>
              <a:prstGeom prst="rect">
                <a:avLst/>
              </a:prstGeom>
              <a:blipFill>
                <a:blip r:embed="rId4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BF4FC230-F11E-3C70-0D19-9F87175F7A77}"/>
                  </a:ext>
                </a:extLst>
              </p:cNvPr>
              <p:cNvSpPr txBox="1"/>
              <p:nvPr/>
            </p:nvSpPr>
            <p:spPr>
              <a:xfrm>
                <a:off x="6517797" y="2809054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BF4FC230-F11E-3C70-0D19-9F87175F7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797" y="2809054"/>
                <a:ext cx="540000" cy="224870"/>
              </a:xfrm>
              <a:prstGeom prst="rect">
                <a:avLst/>
              </a:prstGeom>
              <a:blipFill>
                <a:blip r:embed="rId4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403FFF95-9C81-A153-6738-E3C728D8CC10}"/>
                  </a:ext>
                </a:extLst>
              </p:cNvPr>
              <p:cNvSpPr txBox="1"/>
              <p:nvPr/>
            </p:nvSpPr>
            <p:spPr>
              <a:xfrm>
                <a:off x="6548277" y="3223582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403FFF95-9C81-A153-6738-E3C728D8C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277" y="3223582"/>
                <a:ext cx="540000" cy="224870"/>
              </a:xfrm>
              <a:prstGeom prst="rect">
                <a:avLst/>
              </a:prstGeom>
              <a:blipFill>
                <a:blip r:embed="rId49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02A1CED5-005B-BE29-3D9F-F8FA18EAED19}"/>
                  </a:ext>
                </a:extLst>
              </p:cNvPr>
              <p:cNvSpPr txBox="1"/>
              <p:nvPr/>
            </p:nvSpPr>
            <p:spPr>
              <a:xfrm>
                <a:off x="6536085" y="3540574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02A1CED5-005B-BE29-3D9F-F8FA18EAE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085" y="3540574"/>
                <a:ext cx="540000" cy="224870"/>
              </a:xfrm>
              <a:prstGeom prst="rect">
                <a:avLst/>
              </a:prstGeom>
              <a:blipFill>
                <a:blip r:embed="rId5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1763B85D-F1A6-A084-E95F-4CBD01A84E3E}"/>
                  </a:ext>
                </a:extLst>
              </p:cNvPr>
              <p:cNvSpPr txBox="1"/>
              <p:nvPr/>
            </p:nvSpPr>
            <p:spPr>
              <a:xfrm>
                <a:off x="6523893" y="3949006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1763B85D-F1A6-A084-E95F-4CBD01A84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3893" y="3949006"/>
                <a:ext cx="540000" cy="224870"/>
              </a:xfrm>
              <a:prstGeom prst="rect">
                <a:avLst/>
              </a:prstGeom>
              <a:blipFill>
                <a:blip r:embed="rId51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7F0FFB7F-AEE6-471F-2815-A2B525FEAD1C}"/>
                  </a:ext>
                </a:extLst>
              </p:cNvPr>
              <p:cNvSpPr txBox="1"/>
              <p:nvPr/>
            </p:nvSpPr>
            <p:spPr>
              <a:xfrm>
                <a:off x="7268744" y="4174287"/>
                <a:ext cx="435974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/>
              </a:p>
            </p:txBody>
          </p:sp>
        </mc:Choice>
        <mc:Fallback xmlns="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7F0FFB7F-AEE6-471F-2815-A2B525FEA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8744" y="4174287"/>
                <a:ext cx="435974" cy="215444"/>
              </a:xfrm>
              <a:prstGeom prst="rect">
                <a:avLst/>
              </a:prstGeom>
              <a:blipFill>
                <a:blip r:embed="rId52"/>
                <a:stretch>
                  <a:fillRect b="-11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B76517B0-6259-ED62-FB34-CF99506CCF90}"/>
                  </a:ext>
                </a:extLst>
              </p:cNvPr>
              <p:cNvSpPr txBox="1"/>
              <p:nvPr/>
            </p:nvSpPr>
            <p:spPr>
              <a:xfrm>
                <a:off x="7274840" y="2808783"/>
                <a:ext cx="435974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/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B76517B0-6259-ED62-FB34-CF99506CC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840" y="2808783"/>
                <a:ext cx="435974" cy="215444"/>
              </a:xfrm>
              <a:prstGeom prst="rect">
                <a:avLst/>
              </a:prstGeom>
              <a:blipFill>
                <a:blip r:embed="rId53"/>
                <a:stretch>
                  <a:fillRect b="-11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097571F-FA4B-FAFD-0640-E7063BC30D25}"/>
                  </a:ext>
                </a:extLst>
              </p:cNvPr>
              <p:cNvSpPr txBox="1"/>
              <p:nvPr/>
            </p:nvSpPr>
            <p:spPr>
              <a:xfrm>
                <a:off x="11437346" y="2885218"/>
                <a:ext cx="1963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097571F-FA4B-FAFD-0640-E7063BC30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7346" y="2885218"/>
                <a:ext cx="196336" cy="276999"/>
              </a:xfrm>
              <a:prstGeom prst="rect">
                <a:avLst/>
              </a:prstGeom>
              <a:blipFill>
                <a:blip r:embed="rId54"/>
                <a:stretch>
                  <a:fillRect l="-25000" t="-13043" r="-25000" b="-2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8020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6DAA2-67DE-9E7D-E870-3EB6379B4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BF82CF1E-916D-81B1-F2AF-793D7CCD7D75}"/>
              </a:ext>
            </a:extLst>
          </p:cNvPr>
          <p:cNvGrpSpPr/>
          <p:nvPr/>
        </p:nvGrpSpPr>
        <p:grpSpPr>
          <a:xfrm>
            <a:off x="666804" y="1430857"/>
            <a:ext cx="540000" cy="979102"/>
            <a:chOff x="758245" y="632790"/>
            <a:chExt cx="540000" cy="9791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1D3D5C2-048D-5251-923A-6022A34F147E}"/>
                    </a:ext>
                  </a:extLst>
                </p:cNvPr>
                <p:cNvSpPr txBox="1"/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1D3D5C2-048D-5251-923A-6022A34F14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B366048-CD05-53BC-DB04-287DF404CE4B}"/>
                    </a:ext>
                  </a:extLst>
                </p:cNvPr>
                <p:cNvSpPr txBox="1"/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B366048-CD05-53BC-DB04-287DF404CE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B53E4A4-D741-C897-F428-8E823FE26929}"/>
                    </a:ext>
                  </a:extLst>
                </p:cNvPr>
                <p:cNvSpPr txBox="1"/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B53E4A4-D741-C897-F428-8E823FE26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椭圆 11">
            <a:extLst>
              <a:ext uri="{FF2B5EF4-FFF2-40B4-BE49-F238E27FC236}">
                <a16:creationId xmlns:a16="http://schemas.microsoft.com/office/drawing/2014/main" id="{2C0473BD-7280-2CBD-C1B9-164ED327A3CB}"/>
              </a:ext>
            </a:extLst>
          </p:cNvPr>
          <p:cNvSpPr/>
          <p:nvPr/>
        </p:nvSpPr>
        <p:spPr>
          <a:xfrm>
            <a:off x="2005383" y="727327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AADBF9A-3487-7ECF-32A5-233EDA9792CF}"/>
                  </a:ext>
                </a:extLst>
              </p:cNvPr>
              <p:cNvSpPr txBox="1"/>
              <p:nvPr/>
            </p:nvSpPr>
            <p:spPr>
              <a:xfrm>
                <a:off x="2125757" y="892550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AADBF9A-3487-7ECF-32A5-233EDA979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757" y="892550"/>
                <a:ext cx="269817" cy="153888"/>
              </a:xfrm>
              <a:prstGeom prst="rect">
                <a:avLst/>
              </a:prstGeom>
              <a:blipFill>
                <a:blip r:embed="rId6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0AA6F2A-D7C2-2F18-4365-98F7DF438D4C}"/>
                  </a:ext>
                </a:extLst>
              </p:cNvPr>
              <p:cNvSpPr txBox="1"/>
              <p:nvPr/>
            </p:nvSpPr>
            <p:spPr>
              <a:xfrm>
                <a:off x="2176030" y="541463"/>
                <a:ext cx="15151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0AA6F2A-D7C2-2F18-4365-98F7DF438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030" y="541463"/>
                <a:ext cx="151515" cy="153888"/>
              </a:xfrm>
              <a:prstGeom prst="rect">
                <a:avLst/>
              </a:prstGeom>
              <a:blipFill>
                <a:blip r:embed="rId7"/>
                <a:stretch>
                  <a:fillRect l="-15385" r="-7692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椭圆 15">
            <a:extLst>
              <a:ext uri="{FF2B5EF4-FFF2-40B4-BE49-F238E27FC236}">
                <a16:creationId xmlns:a16="http://schemas.microsoft.com/office/drawing/2014/main" id="{F37279E1-A5C2-D1D6-026D-A9B07D0D650B}"/>
              </a:ext>
            </a:extLst>
          </p:cNvPr>
          <p:cNvSpPr/>
          <p:nvPr/>
        </p:nvSpPr>
        <p:spPr>
          <a:xfrm>
            <a:off x="3043915" y="728601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CA002B2-28F7-3736-3F26-B9D4AF8C903E}"/>
                  </a:ext>
                </a:extLst>
              </p:cNvPr>
              <p:cNvSpPr txBox="1"/>
              <p:nvPr/>
            </p:nvSpPr>
            <p:spPr>
              <a:xfrm>
                <a:off x="3242530" y="887669"/>
                <a:ext cx="1137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1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CA002B2-28F7-3736-3F26-B9D4AF8C9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530" y="887669"/>
                <a:ext cx="113749" cy="153888"/>
              </a:xfrm>
              <a:prstGeom prst="rect">
                <a:avLst/>
              </a:prstGeom>
              <a:blipFill>
                <a:blip r:embed="rId8"/>
                <a:stretch>
                  <a:fillRect l="-20000"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8DAAB8F-2AD2-6735-82C8-8B68FD580690}"/>
                  </a:ext>
                </a:extLst>
              </p:cNvPr>
              <p:cNvSpPr txBox="1"/>
              <p:nvPr/>
            </p:nvSpPr>
            <p:spPr>
              <a:xfrm>
                <a:off x="3222647" y="542738"/>
                <a:ext cx="16267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8DAAB8F-2AD2-6735-82C8-8B68FD580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647" y="542738"/>
                <a:ext cx="162673" cy="153888"/>
              </a:xfrm>
              <a:prstGeom prst="rect">
                <a:avLst/>
              </a:prstGeom>
              <a:blipFill>
                <a:blip r:embed="rId9"/>
                <a:stretch>
                  <a:fillRect l="-14286" r="-714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E99BB6F2-2C1C-129E-39FC-9DEBFA265825}"/>
              </a:ext>
            </a:extLst>
          </p:cNvPr>
          <p:cNvCxnSpPr>
            <a:cxnSpLocks/>
            <a:stCxn id="12" idx="6"/>
            <a:endCxn id="16" idx="2"/>
          </p:cNvCxnSpPr>
          <p:nvPr/>
        </p:nvCxnSpPr>
        <p:spPr>
          <a:xfrm>
            <a:off x="2509382" y="979327"/>
            <a:ext cx="534533" cy="127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1DDD9E70-AE92-FB61-E789-D4A9C3318FF4}"/>
              </a:ext>
            </a:extLst>
          </p:cNvPr>
          <p:cNvCxnSpPr>
            <a:cxnSpLocks/>
            <a:stCxn id="16" idx="6"/>
            <a:endCxn id="82" idx="2"/>
          </p:cNvCxnSpPr>
          <p:nvPr/>
        </p:nvCxnSpPr>
        <p:spPr>
          <a:xfrm flipV="1">
            <a:off x="3547914" y="959440"/>
            <a:ext cx="2496933" cy="2116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168829ED-39BC-1210-7081-79DDBFA9EB0E}"/>
              </a:ext>
            </a:extLst>
          </p:cNvPr>
          <p:cNvCxnSpPr>
            <a:cxnSpLocks/>
            <a:stCxn id="16" idx="6"/>
            <a:endCxn id="87" idx="2"/>
          </p:cNvCxnSpPr>
          <p:nvPr/>
        </p:nvCxnSpPr>
        <p:spPr>
          <a:xfrm>
            <a:off x="3547914" y="980601"/>
            <a:ext cx="2508658" cy="85215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A040E894-F1DC-0B03-027A-AF0D6BC85985}"/>
              </a:ext>
            </a:extLst>
          </p:cNvPr>
          <p:cNvCxnSpPr>
            <a:cxnSpLocks/>
            <a:stCxn id="82" idx="6"/>
            <a:endCxn id="92" idx="2"/>
          </p:cNvCxnSpPr>
          <p:nvPr/>
        </p:nvCxnSpPr>
        <p:spPr>
          <a:xfrm flipV="1">
            <a:off x="6548846" y="958100"/>
            <a:ext cx="453583" cy="134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2AFD4B32-42C4-7D01-8544-9490E3A2D68A}"/>
              </a:ext>
            </a:extLst>
          </p:cNvPr>
          <p:cNvCxnSpPr>
            <a:cxnSpLocks/>
            <a:stCxn id="87" idx="6"/>
            <a:endCxn id="96" idx="2"/>
          </p:cNvCxnSpPr>
          <p:nvPr/>
        </p:nvCxnSpPr>
        <p:spPr>
          <a:xfrm flipV="1">
            <a:off x="6560571" y="1832757"/>
            <a:ext cx="441858" cy="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0193ECBE-13CE-6B13-699C-778AF891CE54}"/>
              </a:ext>
            </a:extLst>
          </p:cNvPr>
          <p:cNvCxnSpPr>
            <a:cxnSpLocks/>
            <a:stCxn id="92" idx="6"/>
            <a:endCxn id="104" idx="2"/>
          </p:cNvCxnSpPr>
          <p:nvPr/>
        </p:nvCxnSpPr>
        <p:spPr>
          <a:xfrm>
            <a:off x="7506428" y="958100"/>
            <a:ext cx="1488327" cy="49207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05593703-DCDC-7794-5E93-5EA834350733}"/>
              </a:ext>
            </a:extLst>
          </p:cNvPr>
          <p:cNvCxnSpPr>
            <a:cxnSpLocks/>
            <a:stCxn id="96" idx="6"/>
            <a:endCxn id="104" idx="2"/>
          </p:cNvCxnSpPr>
          <p:nvPr/>
        </p:nvCxnSpPr>
        <p:spPr>
          <a:xfrm flipV="1">
            <a:off x="7506428" y="1450172"/>
            <a:ext cx="1488327" cy="3825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椭圆 81">
            <a:extLst>
              <a:ext uri="{FF2B5EF4-FFF2-40B4-BE49-F238E27FC236}">
                <a16:creationId xmlns:a16="http://schemas.microsoft.com/office/drawing/2014/main" id="{7F482C27-AB34-C84B-A92C-368B26E201C6}"/>
              </a:ext>
            </a:extLst>
          </p:cNvPr>
          <p:cNvSpPr/>
          <p:nvPr/>
        </p:nvSpPr>
        <p:spPr>
          <a:xfrm>
            <a:off x="6044847" y="707440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24E43824-7571-504A-7495-287294C21CED}"/>
                  </a:ext>
                </a:extLst>
              </p:cNvPr>
              <p:cNvSpPr txBox="1"/>
              <p:nvPr/>
            </p:nvSpPr>
            <p:spPr>
              <a:xfrm>
                <a:off x="6165221" y="872663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24E43824-7571-504A-7495-287294C21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221" y="872663"/>
                <a:ext cx="269817" cy="153888"/>
              </a:xfrm>
              <a:prstGeom prst="rect">
                <a:avLst/>
              </a:prstGeom>
              <a:blipFill>
                <a:blip r:embed="rId10"/>
                <a:stretch>
                  <a:fillRect l="-9091" r="-9091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E3668183-A6EB-D284-8F94-8495656E5BFE}"/>
                  </a:ext>
                </a:extLst>
              </p:cNvPr>
              <p:cNvSpPr txBox="1"/>
              <p:nvPr/>
            </p:nvSpPr>
            <p:spPr>
              <a:xfrm>
                <a:off x="6215494" y="521576"/>
                <a:ext cx="14157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E3668183-A6EB-D284-8F94-8495656E5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494" y="521576"/>
                <a:ext cx="141577" cy="153888"/>
              </a:xfrm>
              <a:prstGeom prst="rect">
                <a:avLst/>
              </a:prstGeom>
              <a:blipFill>
                <a:blip r:embed="rId11"/>
                <a:stretch>
                  <a:fillRect l="-16667" r="-8333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椭圆 86">
            <a:extLst>
              <a:ext uri="{FF2B5EF4-FFF2-40B4-BE49-F238E27FC236}">
                <a16:creationId xmlns:a16="http://schemas.microsoft.com/office/drawing/2014/main" id="{8FE23685-1993-D30F-6946-45272DA4B29E}"/>
              </a:ext>
            </a:extLst>
          </p:cNvPr>
          <p:cNvSpPr/>
          <p:nvPr/>
        </p:nvSpPr>
        <p:spPr>
          <a:xfrm>
            <a:off x="6056572" y="1580758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9609DB48-DE4F-1E88-AD1B-CA71D6B9A19E}"/>
                  </a:ext>
                </a:extLst>
              </p:cNvPr>
              <p:cNvSpPr txBox="1"/>
              <p:nvPr/>
            </p:nvSpPr>
            <p:spPr>
              <a:xfrm>
                <a:off x="6176946" y="1745981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9609DB48-DE4F-1E88-AD1B-CA71D6B9A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946" y="1745981"/>
                <a:ext cx="269817" cy="153888"/>
              </a:xfrm>
              <a:prstGeom prst="rect">
                <a:avLst/>
              </a:prstGeom>
              <a:blipFill>
                <a:blip r:embed="rId12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4717E0B6-89DD-4B66-F78B-55C8CF4687D9}"/>
                  </a:ext>
                </a:extLst>
              </p:cNvPr>
              <p:cNvSpPr txBox="1"/>
              <p:nvPr/>
            </p:nvSpPr>
            <p:spPr>
              <a:xfrm>
                <a:off x="6313137" y="1394894"/>
                <a:ext cx="16222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4717E0B6-89DD-4B66-F78B-55C8CF468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137" y="1394894"/>
                <a:ext cx="162224" cy="153888"/>
              </a:xfrm>
              <a:prstGeom prst="rect">
                <a:avLst/>
              </a:prstGeom>
              <a:blipFill>
                <a:blip r:embed="rId13"/>
                <a:stretch>
                  <a:fillRect l="-23077" r="-7692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椭圆 91">
            <a:extLst>
              <a:ext uri="{FF2B5EF4-FFF2-40B4-BE49-F238E27FC236}">
                <a16:creationId xmlns:a16="http://schemas.microsoft.com/office/drawing/2014/main" id="{73F54EA1-EF78-237A-D30A-3EE271559A0F}"/>
              </a:ext>
            </a:extLst>
          </p:cNvPr>
          <p:cNvSpPr/>
          <p:nvPr/>
        </p:nvSpPr>
        <p:spPr>
          <a:xfrm>
            <a:off x="7002429" y="706100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8C3C94AF-AE90-FEEF-6591-40FAAB2AF390}"/>
                  </a:ext>
                </a:extLst>
              </p:cNvPr>
              <p:cNvSpPr txBox="1"/>
              <p:nvPr/>
            </p:nvSpPr>
            <p:spPr>
              <a:xfrm>
                <a:off x="7201044" y="865168"/>
                <a:ext cx="1137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1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8C3C94AF-AE90-FEEF-6591-40FAAB2AF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044" y="865168"/>
                <a:ext cx="113749" cy="153888"/>
              </a:xfrm>
              <a:prstGeom prst="rect">
                <a:avLst/>
              </a:prstGeom>
              <a:blipFill>
                <a:blip r:embed="rId14"/>
                <a:stretch>
                  <a:fillRect l="-10000"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49FF9139-DA9D-904C-546C-F897289CC8E2}"/>
                  </a:ext>
                </a:extLst>
              </p:cNvPr>
              <p:cNvSpPr txBox="1"/>
              <p:nvPr/>
            </p:nvSpPr>
            <p:spPr>
              <a:xfrm>
                <a:off x="7254805" y="520237"/>
                <a:ext cx="16318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49FF9139-DA9D-904C-546C-F897289CC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805" y="520237"/>
                <a:ext cx="163185" cy="153888"/>
              </a:xfrm>
              <a:prstGeom prst="rect">
                <a:avLst/>
              </a:prstGeom>
              <a:blipFill>
                <a:blip r:embed="rId15"/>
                <a:stretch>
                  <a:fillRect l="-21429" r="-7143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椭圆 95">
            <a:extLst>
              <a:ext uri="{FF2B5EF4-FFF2-40B4-BE49-F238E27FC236}">
                <a16:creationId xmlns:a16="http://schemas.microsoft.com/office/drawing/2014/main" id="{4FEEEF18-7BDA-46FF-250B-5F01D9BAA858}"/>
              </a:ext>
            </a:extLst>
          </p:cNvPr>
          <p:cNvSpPr/>
          <p:nvPr/>
        </p:nvSpPr>
        <p:spPr>
          <a:xfrm>
            <a:off x="7002429" y="1580757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C8817570-AC35-2591-74AA-AED2EF60CAF4}"/>
                  </a:ext>
                </a:extLst>
              </p:cNvPr>
              <p:cNvSpPr txBox="1"/>
              <p:nvPr/>
            </p:nvSpPr>
            <p:spPr>
              <a:xfrm>
                <a:off x="7201044" y="1739825"/>
                <a:ext cx="1137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1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C8817570-AC35-2591-74AA-AED2EF60C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044" y="1739825"/>
                <a:ext cx="113749" cy="153888"/>
              </a:xfrm>
              <a:prstGeom prst="rect">
                <a:avLst/>
              </a:prstGeom>
              <a:blipFill>
                <a:blip r:embed="rId16"/>
                <a:stretch>
                  <a:fillRect l="-10000"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2F69396E-1027-7F87-47C8-20706D648762}"/>
                  </a:ext>
                </a:extLst>
              </p:cNvPr>
              <p:cNvSpPr txBox="1"/>
              <p:nvPr/>
            </p:nvSpPr>
            <p:spPr>
              <a:xfrm>
                <a:off x="7260942" y="1394894"/>
                <a:ext cx="16318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2F69396E-1027-7F87-47C8-20706D648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942" y="1394894"/>
                <a:ext cx="163185" cy="153888"/>
              </a:xfrm>
              <a:prstGeom prst="rect">
                <a:avLst/>
              </a:prstGeom>
              <a:blipFill>
                <a:blip r:embed="rId17"/>
                <a:stretch>
                  <a:fillRect l="-14286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椭圆 103">
            <a:extLst>
              <a:ext uri="{FF2B5EF4-FFF2-40B4-BE49-F238E27FC236}">
                <a16:creationId xmlns:a16="http://schemas.microsoft.com/office/drawing/2014/main" id="{212306A8-65DA-DE8C-8D7A-66167158A440}"/>
              </a:ext>
            </a:extLst>
          </p:cNvPr>
          <p:cNvSpPr/>
          <p:nvPr/>
        </p:nvSpPr>
        <p:spPr>
          <a:xfrm>
            <a:off x="8994755" y="1198172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ABFC811C-4168-8C84-8C9B-CF8DB84FE0AD}"/>
                  </a:ext>
                </a:extLst>
              </p:cNvPr>
              <p:cNvSpPr txBox="1"/>
              <p:nvPr/>
            </p:nvSpPr>
            <p:spPr>
              <a:xfrm>
                <a:off x="9115129" y="1363395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ABFC811C-4168-8C84-8C9B-CF8DB84FE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129" y="1363395"/>
                <a:ext cx="269817" cy="153888"/>
              </a:xfrm>
              <a:prstGeom prst="rect">
                <a:avLst/>
              </a:prstGeom>
              <a:blipFill>
                <a:blip r:embed="rId18"/>
                <a:stretch>
                  <a:fillRect l="-8696" r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F615FDE1-E719-48C4-7A18-462CDD6EFEF0}"/>
                  </a:ext>
                </a:extLst>
              </p:cNvPr>
              <p:cNvSpPr txBox="1"/>
              <p:nvPr/>
            </p:nvSpPr>
            <p:spPr>
              <a:xfrm>
                <a:off x="9256843" y="986182"/>
                <a:ext cx="16318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F615FDE1-E719-48C4-7A18-462CDD6EF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6843" y="986182"/>
                <a:ext cx="163185" cy="153888"/>
              </a:xfrm>
              <a:prstGeom prst="rect">
                <a:avLst/>
              </a:prstGeom>
              <a:blipFill>
                <a:blip r:embed="rId19"/>
                <a:stretch>
                  <a:fillRect l="-23077" r="-7692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直线箭头连接符 110">
            <a:extLst>
              <a:ext uri="{FF2B5EF4-FFF2-40B4-BE49-F238E27FC236}">
                <a16:creationId xmlns:a16="http://schemas.microsoft.com/office/drawing/2014/main" id="{76F8C1BB-6E77-1D1E-F399-2860D942CC9F}"/>
              </a:ext>
            </a:extLst>
          </p:cNvPr>
          <p:cNvCxnSpPr>
            <a:cxnSpLocks/>
            <a:stCxn id="4" idx="3"/>
            <a:endCxn id="12" idx="2"/>
          </p:cNvCxnSpPr>
          <p:nvPr/>
        </p:nvCxnSpPr>
        <p:spPr>
          <a:xfrm flipV="1">
            <a:off x="1206804" y="979327"/>
            <a:ext cx="798579" cy="59380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71A5F91F-A2CF-C509-84D0-669887CDB122}"/>
              </a:ext>
            </a:extLst>
          </p:cNvPr>
          <p:cNvCxnSpPr>
            <a:cxnSpLocks/>
            <a:stCxn id="7" idx="3"/>
            <a:endCxn id="12" idx="2"/>
          </p:cNvCxnSpPr>
          <p:nvPr/>
        </p:nvCxnSpPr>
        <p:spPr>
          <a:xfrm flipV="1">
            <a:off x="1206804" y="979327"/>
            <a:ext cx="798579" cy="94108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CA8FACB9-4284-17D2-2D7E-8FAC7C381F4C}"/>
              </a:ext>
            </a:extLst>
          </p:cNvPr>
          <p:cNvCxnSpPr>
            <a:cxnSpLocks/>
            <a:stCxn id="8" idx="3"/>
            <a:endCxn id="12" idx="2"/>
          </p:cNvCxnSpPr>
          <p:nvPr/>
        </p:nvCxnSpPr>
        <p:spPr>
          <a:xfrm flipV="1">
            <a:off x="1206804" y="979327"/>
            <a:ext cx="798579" cy="12883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0B921A4A-81A2-DC3F-47CB-9839DC6109AE}"/>
              </a:ext>
            </a:extLst>
          </p:cNvPr>
          <p:cNvCxnSpPr>
            <a:cxnSpLocks/>
            <a:stCxn id="4" idx="3"/>
            <a:endCxn id="225" idx="2"/>
          </p:cNvCxnSpPr>
          <p:nvPr/>
        </p:nvCxnSpPr>
        <p:spPr>
          <a:xfrm>
            <a:off x="1206804" y="1573135"/>
            <a:ext cx="798579" cy="102170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0D86130A-4CD4-9210-7167-9429103DC22F}"/>
              </a:ext>
            </a:extLst>
          </p:cNvPr>
          <p:cNvCxnSpPr>
            <a:cxnSpLocks/>
            <a:stCxn id="7" idx="3"/>
            <a:endCxn id="225" idx="2"/>
          </p:cNvCxnSpPr>
          <p:nvPr/>
        </p:nvCxnSpPr>
        <p:spPr>
          <a:xfrm>
            <a:off x="1206804" y="1920408"/>
            <a:ext cx="798579" cy="67443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线箭头连接符 160">
            <a:extLst>
              <a:ext uri="{FF2B5EF4-FFF2-40B4-BE49-F238E27FC236}">
                <a16:creationId xmlns:a16="http://schemas.microsoft.com/office/drawing/2014/main" id="{A05BBD66-5B62-2B12-C94E-77A229E111C8}"/>
              </a:ext>
            </a:extLst>
          </p:cNvPr>
          <p:cNvCxnSpPr>
            <a:cxnSpLocks/>
            <a:stCxn id="8" idx="3"/>
            <a:endCxn id="225" idx="2"/>
          </p:cNvCxnSpPr>
          <p:nvPr/>
        </p:nvCxnSpPr>
        <p:spPr>
          <a:xfrm>
            <a:off x="1206804" y="2267681"/>
            <a:ext cx="798579" cy="32715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65B82E9E-10AC-FDD9-5EAB-6CC6AC0F131E}"/>
              </a:ext>
            </a:extLst>
          </p:cNvPr>
          <p:cNvGrpSpPr/>
          <p:nvPr/>
        </p:nvGrpSpPr>
        <p:grpSpPr>
          <a:xfrm>
            <a:off x="666804" y="3488712"/>
            <a:ext cx="540000" cy="979102"/>
            <a:chOff x="758245" y="632790"/>
            <a:chExt cx="540000" cy="9791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7542C9DD-F562-D9BD-3F1E-2C8A3C8BE122}"/>
                    </a:ext>
                  </a:extLst>
                </p:cNvPr>
                <p:cNvSpPr txBox="1"/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7542C9DD-F562-D9BD-3F1E-2C8A3C8BE1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988E2558-460B-9E3A-8644-F93037CDF88A}"/>
                    </a:ext>
                  </a:extLst>
                </p:cNvPr>
                <p:cNvSpPr txBox="1"/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988E2558-460B-9E3A-8644-F93037CDF8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A4C7923D-9733-740A-9E62-66DF1375ED2C}"/>
                    </a:ext>
                  </a:extLst>
                </p:cNvPr>
                <p:cNvSpPr txBox="1"/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A4C7923D-9733-740A-9E62-66DF1375E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1DB216E2-ADF9-9112-550D-4AC5595B495B}"/>
              </a:ext>
            </a:extLst>
          </p:cNvPr>
          <p:cNvGrpSpPr/>
          <p:nvPr/>
        </p:nvGrpSpPr>
        <p:grpSpPr>
          <a:xfrm>
            <a:off x="2005383" y="3269269"/>
            <a:ext cx="503999" cy="503999"/>
            <a:chOff x="1931233" y="4090635"/>
            <a:chExt cx="503999" cy="503999"/>
          </a:xfrm>
        </p:grpSpPr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E21A4681-F843-225F-A369-407CACCC5B03}"/>
                </a:ext>
              </a:extLst>
            </p:cNvPr>
            <p:cNvSpPr/>
            <p:nvPr/>
          </p:nvSpPr>
          <p:spPr>
            <a:xfrm>
              <a:off x="1931233" y="409063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30749DCF-B65D-CA32-8DD6-3AC2CC69F475}"/>
                    </a:ext>
                  </a:extLst>
                </p:cNvPr>
                <p:cNvSpPr txBox="1"/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+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30749DCF-B65D-CA32-8DD6-3AC2CC69F4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blipFill>
                  <a:blip r:embed="rId23"/>
                  <a:stretch>
                    <a:fillRect l="-9091" r="-9091"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25113EFD-DA71-3395-46C3-05DD5CC2A6BE}"/>
              </a:ext>
            </a:extLst>
          </p:cNvPr>
          <p:cNvGrpSpPr/>
          <p:nvPr/>
        </p:nvGrpSpPr>
        <p:grpSpPr>
          <a:xfrm>
            <a:off x="2005383" y="4183258"/>
            <a:ext cx="503999" cy="503999"/>
            <a:chOff x="1931233" y="4090635"/>
            <a:chExt cx="503999" cy="503999"/>
          </a:xfrm>
        </p:grpSpPr>
        <p:sp>
          <p:nvSpPr>
            <p:cNvPr id="176" name="椭圆 175">
              <a:extLst>
                <a:ext uri="{FF2B5EF4-FFF2-40B4-BE49-F238E27FC236}">
                  <a16:creationId xmlns:a16="http://schemas.microsoft.com/office/drawing/2014/main" id="{049894FB-6773-AD94-89A2-804ACBFE77D8}"/>
                </a:ext>
              </a:extLst>
            </p:cNvPr>
            <p:cNvSpPr/>
            <p:nvPr/>
          </p:nvSpPr>
          <p:spPr>
            <a:xfrm>
              <a:off x="1931233" y="409063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69EB014B-6397-EBB3-B873-0315CE2B106A}"/>
                    </a:ext>
                  </a:extLst>
                </p:cNvPr>
                <p:cNvSpPr txBox="1"/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+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69EB014B-6397-EBB3-B873-0315CE2B10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blipFill>
                  <a:blip r:embed="rId23"/>
                  <a:stretch>
                    <a:fillRect l="-9091" r="-9091"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3DFA900A-DAC6-C608-EF5E-E7E176FDB643}"/>
              </a:ext>
            </a:extLst>
          </p:cNvPr>
          <p:cNvCxnSpPr>
            <a:cxnSpLocks/>
            <a:stCxn id="166" idx="3"/>
            <a:endCxn id="171" idx="2"/>
          </p:cNvCxnSpPr>
          <p:nvPr/>
        </p:nvCxnSpPr>
        <p:spPr>
          <a:xfrm flipV="1">
            <a:off x="1206804" y="3521269"/>
            <a:ext cx="798579" cy="10972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线箭头连接符 180">
            <a:extLst>
              <a:ext uri="{FF2B5EF4-FFF2-40B4-BE49-F238E27FC236}">
                <a16:creationId xmlns:a16="http://schemas.microsoft.com/office/drawing/2014/main" id="{7C1CBF35-D9B2-E585-B939-EF0287E7DCE1}"/>
              </a:ext>
            </a:extLst>
          </p:cNvPr>
          <p:cNvCxnSpPr>
            <a:cxnSpLocks/>
            <a:stCxn id="167" idx="3"/>
            <a:endCxn id="171" idx="2"/>
          </p:cNvCxnSpPr>
          <p:nvPr/>
        </p:nvCxnSpPr>
        <p:spPr>
          <a:xfrm flipV="1">
            <a:off x="1206804" y="3521269"/>
            <a:ext cx="798579" cy="4569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613A425D-B6D3-4241-391E-A1D9A19DEEC3}"/>
              </a:ext>
            </a:extLst>
          </p:cNvPr>
          <p:cNvCxnSpPr>
            <a:cxnSpLocks/>
            <a:stCxn id="168" idx="3"/>
            <a:endCxn id="171" idx="2"/>
          </p:cNvCxnSpPr>
          <p:nvPr/>
        </p:nvCxnSpPr>
        <p:spPr>
          <a:xfrm flipV="1">
            <a:off x="1206804" y="3521269"/>
            <a:ext cx="798579" cy="80426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线箭头连接符 186">
            <a:extLst>
              <a:ext uri="{FF2B5EF4-FFF2-40B4-BE49-F238E27FC236}">
                <a16:creationId xmlns:a16="http://schemas.microsoft.com/office/drawing/2014/main" id="{1CD9BF10-2A29-B3CB-B199-BD2C9192B139}"/>
              </a:ext>
            </a:extLst>
          </p:cNvPr>
          <p:cNvCxnSpPr>
            <a:cxnSpLocks/>
            <a:stCxn id="166" idx="3"/>
            <a:endCxn id="176" idx="2"/>
          </p:cNvCxnSpPr>
          <p:nvPr/>
        </p:nvCxnSpPr>
        <p:spPr>
          <a:xfrm>
            <a:off x="1206804" y="3630990"/>
            <a:ext cx="798579" cy="80426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箭头连接符 189">
            <a:extLst>
              <a:ext uri="{FF2B5EF4-FFF2-40B4-BE49-F238E27FC236}">
                <a16:creationId xmlns:a16="http://schemas.microsoft.com/office/drawing/2014/main" id="{90B6A671-BA9E-21D8-C94E-D51BC76E7F19}"/>
              </a:ext>
            </a:extLst>
          </p:cNvPr>
          <p:cNvCxnSpPr>
            <a:cxnSpLocks/>
            <a:stCxn id="167" idx="3"/>
            <a:endCxn id="176" idx="2"/>
          </p:cNvCxnSpPr>
          <p:nvPr/>
        </p:nvCxnSpPr>
        <p:spPr>
          <a:xfrm>
            <a:off x="1206804" y="3978263"/>
            <a:ext cx="798579" cy="45699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线箭头连接符 194">
            <a:extLst>
              <a:ext uri="{FF2B5EF4-FFF2-40B4-BE49-F238E27FC236}">
                <a16:creationId xmlns:a16="http://schemas.microsoft.com/office/drawing/2014/main" id="{84B5330D-BB09-69F7-C094-47DBE4384C5E}"/>
              </a:ext>
            </a:extLst>
          </p:cNvPr>
          <p:cNvCxnSpPr>
            <a:cxnSpLocks/>
            <a:stCxn id="168" idx="3"/>
            <a:endCxn id="176" idx="2"/>
          </p:cNvCxnSpPr>
          <p:nvPr/>
        </p:nvCxnSpPr>
        <p:spPr>
          <a:xfrm>
            <a:off x="1206804" y="4325536"/>
            <a:ext cx="798579" cy="10972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C7C6D4C5-5ADF-C744-97BE-1FB7F7E74ECD}"/>
              </a:ext>
            </a:extLst>
          </p:cNvPr>
          <p:cNvGrpSpPr/>
          <p:nvPr/>
        </p:nvGrpSpPr>
        <p:grpSpPr>
          <a:xfrm>
            <a:off x="3043915" y="3269269"/>
            <a:ext cx="503999" cy="503999"/>
            <a:chOff x="3130691" y="4132355"/>
            <a:chExt cx="503999" cy="503999"/>
          </a:xfrm>
        </p:grpSpPr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17FAD1BD-43EF-0A93-551C-DD1F6CDF8B53}"/>
                </a:ext>
              </a:extLst>
            </p:cNvPr>
            <p:cNvSpPr/>
            <p:nvPr/>
          </p:nvSpPr>
          <p:spPr>
            <a:xfrm>
              <a:off x="3130691" y="413235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2454F809-C849-D8A5-A474-9618EDACB431}"/>
                    </a:ext>
                  </a:extLst>
                </p:cNvPr>
                <p:cNvSpPr txBox="1"/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zh-CN" altLang="en-US" sz="10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2454F809-C849-D8A5-A474-9618EDACB4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blipFill>
                  <a:blip r:embed="rId24"/>
                  <a:stretch>
                    <a:fillRect l="-10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6" name="直线箭头连接符 205">
            <a:extLst>
              <a:ext uri="{FF2B5EF4-FFF2-40B4-BE49-F238E27FC236}">
                <a16:creationId xmlns:a16="http://schemas.microsoft.com/office/drawing/2014/main" id="{4D91CCA9-8CC1-0948-D3DE-A29C49DB14CA}"/>
              </a:ext>
            </a:extLst>
          </p:cNvPr>
          <p:cNvCxnSpPr>
            <a:cxnSpLocks/>
            <a:stCxn id="171" idx="6"/>
            <a:endCxn id="199" idx="2"/>
          </p:cNvCxnSpPr>
          <p:nvPr/>
        </p:nvCxnSpPr>
        <p:spPr>
          <a:xfrm>
            <a:off x="2509382" y="3521269"/>
            <a:ext cx="534533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8" name="组合 207">
            <a:extLst>
              <a:ext uri="{FF2B5EF4-FFF2-40B4-BE49-F238E27FC236}">
                <a16:creationId xmlns:a16="http://schemas.microsoft.com/office/drawing/2014/main" id="{78BE91AA-08CB-D1DA-213D-2A74EB2168E0}"/>
              </a:ext>
            </a:extLst>
          </p:cNvPr>
          <p:cNvGrpSpPr/>
          <p:nvPr/>
        </p:nvGrpSpPr>
        <p:grpSpPr>
          <a:xfrm>
            <a:off x="3043915" y="4183258"/>
            <a:ext cx="503999" cy="503999"/>
            <a:chOff x="3130691" y="4132355"/>
            <a:chExt cx="503999" cy="503999"/>
          </a:xfrm>
        </p:grpSpPr>
        <p:sp>
          <p:nvSpPr>
            <p:cNvPr id="209" name="椭圆 208">
              <a:extLst>
                <a:ext uri="{FF2B5EF4-FFF2-40B4-BE49-F238E27FC236}">
                  <a16:creationId xmlns:a16="http://schemas.microsoft.com/office/drawing/2014/main" id="{39313FC6-068F-2D3D-4F56-71CAE47F3F13}"/>
                </a:ext>
              </a:extLst>
            </p:cNvPr>
            <p:cNvSpPr/>
            <p:nvPr/>
          </p:nvSpPr>
          <p:spPr>
            <a:xfrm>
              <a:off x="3130691" y="413235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28B71678-BB34-C0AA-3182-638694784892}"/>
                    </a:ext>
                  </a:extLst>
                </p:cNvPr>
                <p:cNvSpPr txBox="1"/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zh-CN" altLang="en-US" sz="10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28B71678-BB34-C0AA-3182-6386947848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blipFill>
                  <a:blip r:embed="rId24"/>
                  <a:stretch>
                    <a:fillRect l="-10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FD5B1838-9DBA-CC39-7443-38E877B05D79}"/>
              </a:ext>
            </a:extLst>
          </p:cNvPr>
          <p:cNvGrpSpPr/>
          <p:nvPr/>
        </p:nvGrpSpPr>
        <p:grpSpPr>
          <a:xfrm>
            <a:off x="3877698" y="303677"/>
            <a:ext cx="540000" cy="1326375"/>
            <a:chOff x="4325511" y="5428463"/>
            <a:chExt cx="540000" cy="13263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文本框 218">
                  <a:extLst>
                    <a:ext uri="{FF2B5EF4-FFF2-40B4-BE49-F238E27FC236}">
                      <a16:creationId xmlns:a16="http://schemas.microsoft.com/office/drawing/2014/main" id="{C20E9C3F-BAEF-8C6F-AF14-8EB73FBEB284}"/>
                    </a:ext>
                  </a:extLst>
                </p:cNvPr>
                <p:cNvSpPr txBox="1"/>
                <p:nvPr/>
              </p:nvSpPr>
              <p:spPr>
                <a:xfrm>
                  <a:off x="4325511" y="5428463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19" name="文本框 218">
                  <a:extLst>
                    <a:ext uri="{FF2B5EF4-FFF2-40B4-BE49-F238E27FC236}">
                      <a16:creationId xmlns:a16="http://schemas.microsoft.com/office/drawing/2014/main" id="{C20E9C3F-BAEF-8C6F-AF14-8EB73FBEB2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5428463"/>
                  <a:ext cx="540000" cy="284556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F12B5B8E-81EF-2BED-E56E-50FF447222D1}"/>
                    </a:ext>
                  </a:extLst>
                </p:cNvPr>
                <p:cNvSpPr txBox="1"/>
                <p:nvPr/>
              </p:nvSpPr>
              <p:spPr>
                <a:xfrm>
                  <a:off x="4325511" y="5775736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F12B5B8E-81EF-2BED-E56E-50FF447222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5775736"/>
                  <a:ext cx="540000" cy="284556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668BF93A-0AB7-3C3C-0004-B70EC643C420}"/>
                    </a:ext>
                  </a:extLst>
                </p:cNvPr>
                <p:cNvSpPr txBox="1"/>
                <p:nvPr/>
              </p:nvSpPr>
              <p:spPr>
                <a:xfrm>
                  <a:off x="4325511" y="6470282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668BF93A-0AB7-3C3C-0004-B70EC643C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6470282"/>
                  <a:ext cx="540000" cy="284556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3A1442D4-C39B-5EE6-4C80-C086D59C1F28}"/>
                    </a:ext>
                  </a:extLst>
                </p:cNvPr>
                <p:cNvSpPr txBox="1"/>
                <p:nvPr/>
              </p:nvSpPr>
              <p:spPr>
                <a:xfrm>
                  <a:off x="4325511" y="6123009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3A1442D4-C39B-5EE6-4C80-C086D59C1F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6123009"/>
                  <a:ext cx="540000" cy="284556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5" name="椭圆 224">
            <a:extLst>
              <a:ext uri="{FF2B5EF4-FFF2-40B4-BE49-F238E27FC236}">
                <a16:creationId xmlns:a16="http://schemas.microsoft.com/office/drawing/2014/main" id="{E8FB0E5F-B08D-D578-BA42-3B344E6CE2DF}"/>
              </a:ext>
            </a:extLst>
          </p:cNvPr>
          <p:cNvSpPr/>
          <p:nvPr/>
        </p:nvSpPr>
        <p:spPr>
          <a:xfrm>
            <a:off x="2005383" y="2342839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1CE0ED7B-49E7-2734-1907-D6D269D7FA15}"/>
                  </a:ext>
                </a:extLst>
              </p:cNvPr>
              <p:cNvSpPr txBox="1"/>
              <p:nvPr/>
            </p:nvSpPr>
            <p:spPr>
              <a:xfrm>
                <a:off x="2125757" y="2508062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1CE0ED7B-49E7-2734-1907-D6D269D7F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757" y="2508062"/>
                <a:ext cx="269817" cy="153888"/>
              </a:xfrm>
              <a:prstGeom prst="rect">
                <a:avLst/>
              </a:prstGeom>
              <a:blipFill>
                <a:blip r:embed="rId12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5843D05A-C18B-7F39-29D1-9CC1838DA4E3}"/>
                  </a:ext>
                </a:extLst>
              </p:cNvPr>
              <p:cNvSpPr txBox="1"/>
              <p:nvPr/>
            </p:nvSpPr>
            <p:spPr>
              <a:xfrm>
                <a:off x="2176030" y="2156975"/>
                <a:ext cx="15151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5843D05A-C18B-7F39-29D1-9CC1838DA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030" y="2156975"/>
                <a:ext cx="151515" cy="153888"/>
              </a:xfrm>
              <a:prstGeom prst="rect">
                <a:avLst/>
              </a:prstGeom>
              <a:blipFill>
                <a:blip r:embed="rId29"/>
                <a:stretch>
                  <a:fillRect l="-15385" r="-7692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椭圆 228">
            <a:extLst>
              <a:ext uri="{FF2B5EF4-FFF2-40B4-BE49-F238E27FC236}">
                <a16:creationId xmlns:a16="http://schemas.microsoft.com/office/drawing/2014/main" id="{C31555FF-0FC6-B673-AD7D-34C0764BAA4F}"/>
              </a:ext>
            </a:extLst>
          </p:cNvPr>
          <p:cNvSpPr/>
          <p:nvPr/>
        </p:nvSpPr>
        <p:spPr>
          <a:xfrm>
            <a:off x="3043915" y="2344113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5172D15C-5087-562A-5B8D-E92A49FC29F9}"/>
                  </a:ext>
                </a:extLst>
              </p:cNvPr>
              <p:cNvSpPr txBox="1"/>
              <p:nvPr/>
            </p:nvSpPr>
            <p:spPr>
              <a:xfrm>
                <a:off x="3242530" y="2503181"/>
                <a:ext cx="1137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1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5172D15C-5087-562A-5B8D-E92A49FC2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530" y="2503181"/>
                <a:ext cx="113749" cy="153888"/>
              </a:xfrm>
              <a:prstGeom prst="rect">
                <a:avLst/>
              </a:prstGeom>
              <a:blipFill>
                <a:blip r:embed="rId8"/>
                <a:stretch>
                  <a:fillRect l="-20000"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5A718D1E-0162-1787-945A-A49D877C4FE5}"/>
                  </a:ext>
                </a:extLst>
              </p:cNvPr>
              <p:cNvSpPr txBox="1"/>
              <p:nvPr/>
            </p:nvSpPr>
            <p:spPr>
              <a:xfrm>
                <a:off x="3222647" y="2158250"/>
                <a:ext cx="16267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5A718D1E-0162-1787-945A-A49D877C4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647" y="2158250"/>
                <a:ext cx="162673" cy="153888"/>
              </a:xfrm>
              <a:prstGeom prst="rect">
                <a:avLst/>
              </a:prstGeom>
              <a:blipFill>
                <a:blip r:embed="rId30"/>
                <a:stretch>
                  <a:fillRect l="-14286" r="-714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2" name="直线箭头连接符 231">
            <a:extLst>
              <a:ext uri="{FF2B5EF4-FFF2-40B4-BE49-F238E27FC236}">
                <a16:creationId xmlns:a16="http://schemas.microsoft.com/office/drawing/2014/main" id="{5042C662-CC4C-C490-AB83-2080A125CD74}"/>
              </a:ext>
            </a:extLst>
          </p:cNvPr>
          <p:cNvCxnSpPr>
            <a:cxnSpLocks/>
            <a:stCxn id="225" idx="6"/>
            <a:endCxn id="229" idx="2"/>
          </p:cNvCxnSpPr>
          <p:nvPr/>
        </p:nvCxnSpPr>
        <p:spPr>
          <a:xfrm>
            <a:off x="2509382" y="2594839"/>
            <a:ext cx="534533" cy="127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箭头连接符 232">
            <a:extLst>
              <a:ext uri="{FF2B5EF4-FFF2-40B4-BE49-F238E27FC236}">
                <a16:creationId xmlns:a16="http://schemas.microsoft.com/office/drawing/2014/main" id="{97CA8F25-57E4-0415-162D-70AAD96BFF13}"/>
              </a:ext>
            </a:extLst>
          </p:cNvPr>
          <p:cNvCxnSpPr>
            <a:cxnSpLocks/>
            <a:stCxn id="229" idx="6"/>
            <a:endCxn id="240" idx="2"/>
          </p:cNvCxnSpPr>
          <p:nvPr/>
        </p:nvCxnSpPr>
        <p:spPr>
          <a:xfrm flipV="1">
            <a:off x="3547914" y="2574952"/>
            <a:ext cx="2496933" cy="2116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2DB026C2-141B-B7FE-B515-F6ED571B5E73}"/>
              </a:ext>
            </a:extLst>
          </p:cNvPr>
          <p:cNvCxnSpPr>
            <a:cxnSpLocks/>
            <a:stCxn id="229" idx="6"/>
            <a:endCxn id="244" idx="2"/>
          </p:cNvCxnSpPr>
          <p:nvPr/>
        </p:nvCxnSpPr>
        <p:spPr>
          <a:xfrm>
            <a:off x="3547914" y="2596113"/>
            <a:ext cx="2508658" cy="85215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81219F2C-8965-E714-4A91-A48CA7602A1B}"/>
              </a:ext>
            </a:extLst>
          </p:cNvPr>
          <p:cNvCxnSpPr>
            <a:cxnSpLocks/>
            <a:stCxn id="240" idx="6"/>
            <a:endCxn id="248" idx="2"/>
          </p:cNvCxnSpPr>
          <p:nvPr/>
        </p:nvCxnSpPr>
        <p:spPr>
          <a:xfrm flipV="1">
            <a:off x="6548846" y="2573612"/>
            <a:ext cx="453583" cy="134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箭头连接符 235">
            <a:extLst>
              <a:ext uri="{FF2B5EF4-FFF2-40B4-BE49-F238E27FC236}">
                <a16:creationId xmlns:a16="http://schemas.microsoft.com/office/drawing/2014/main" id="{AB8A6C19-AE1A-5937-709F-BF96BF388DDC}"/>
              </a:ext>
            </a:extLst>
          </p:cNvPr>
          <p:cNvCxnSpPr>
            <a:cxnSpLocks/>
            <a:stCxn id="244" idx="6"/>
            <a:endCxn id="252" idx="2"/>
          </p:cNvCxnSpPr>
          <p:nvPr/>
        </p:nvCxnSpPr>
        <p:spPr>
          <a:xfrm flipV="1">
            <a:off x="6560571" y="3448269"/>
            <a:ext cx="441858" cy="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箭头连接符 236">
            <a:extLst>
              <a:ext uri="{FF2B5EF4-FFF2-40B4-BE49-F238E27FC236}">
                <a16:creationId xmlns:a16="http://schemas.microsoft.com/office/drawing/2014/main" id="{5BEAD064-2215-4819-E646-A4A589A2CD34}"/>
              </a:ext>
            </a:extLst>
          </p:cNvPr>
          <p:cNvCxnSpPr>
            <a:cxnSpLocks/>
            <a:stCxn id="248" idx="6"/>
            <a:endCxn id="256" idx="2"/>
          </p:cNvCxnSpPr>
          <p:nvPr/>
        </p:nvCxnSpPr>
        <p:spPr>
          <a:xfrm>
            <a:off x="7506428" y="2573612"/>
            <a:ext cx="1488327" cy="49207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659F7933-E88E-5CC2-2873-7ECC7B766041}"/>
              </a:ext>
            </a:extLst>
          </p:cNvPr>
          <p:cNvCxnSpPr>
            <a:cxnSpLocks/>
            <a:stCxn id="252" idx="6"/>
            <a:endCxn id="256" idx="2"/>
          </p:cNvCxnSpPr>
          <p:nvPr/>
        </p:nvCxnSpPr>
        <p:spPr>
          <a:xfrm flipV="1">
            <a:off x="7506428" y="3065684"/>
            <a:ext cx="1488327" cy="38258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椭圆 239">
            <a:extLst>
              <a:ext uri="{FF2B5EF4-FFF2-40B4-BE49-F238E27FC236}">
                <a16:creationId xmlns:a16="http://schemas.microsoft.com/office/drawing/2014/main" id="{5A88C9F0-BD1F-60DD-DE9E-997FBE10E949}"/>
              </a:ext>
            </a:extLst>
          </p:cNvPr>
          <p:cNvSpPr/>
          <p:nvPr/>
        </p:nvSpPr>
        <p:spPr>
          <a:xfrm>
            <a:off x="6044847" y="2322952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FA445931-24E9-358C-7C8E-C02A8DBB660F}"/>
                  </a:ext>
                </a:extLst>
              </p:cNvPr>
              <p:cNvSpPr txBox="1"/>
              <p:nvPr/>
            </p:nvSpPr>
            <p:spPr>
              <a:xfrm>
                <a:off x="6165221" y="2488175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FA445931-24E9-358C-7C8E-C02A8DBB6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221" y="2488175"/>
                <a:ext cx="269817" cy="153888"/>
              </a:xfrm>
              <a:prstGeom prst="rect">
                <a:avLst/>
              </a:prstGeom>
              <a:blipFill>
                <a:blip r:embed="rId31"/>
                <a:stretch>
                  <a:fillRect l="-9091" r="-9091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20E963C4-E58D-D005-3B32-11BAD46565F8}"/>
                  </a:ext>
                </a:extLst>
              </p:cNvPr>
              <p:cNvSpPr txBox="1"/>
              <p:nvPr/>
            </p:nvSpPr>
            <p:spPr>
              <a:xfrm>
                <a:off x="6301412" y="2149362"/>
                <a:ext cx="21473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20E963C4-E58D-D005-3B32-11BAD4656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412" y="2149362"/>
                <a:ext cx="214739" cy="153888"/>
              </a:xfrm>
              <a:prstGeom prst="rect">
                <a:avLst/>
              </a:prstGeom>
              <a:blipFill>
                <a:blip r:embed="rId32"/>
                <a:stretch>
                  <a:fillRect l="-16667" r="-5556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4" name="椭圆 243">
            <a:extLst>
              <a:ext uri="{FF2B5EF4-FFF2-40B4-BE49-F238E27FC236}">
                <a16:creationId xmlns:a16="http://schemas.microsoft.com/office/drawing/2014/main" id="{F2ACE088-9663-839D-E3E4-4F13F66CA808}"/>
              </a:ext>
            </a:extLst>
          </p:cNvPr>
          <p:cNvSpPr/>
          <p:nvPr/>
        </p:nvSpPr>
        <p:spPr>
          <a:xfrm>
            <a:off x="6056572" y="3196270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F6DC57D1-C4B4-5D11-B755-76300126E874}"/>
                  </a:ext>
                </a:extLst>
              </p:cNvPr>
              <p:cNvSpPr txBox="1"/>
              <p:nvPr/>
            </p:nvSpPr>
            <p:spPr>
              <a:xfrm>
                <a:off x="6176946" y="3361493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F6DC57D1-C4B4-5D11-B755-76300126E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946" y="3361493"/>
                <a:ext cx="269817" cy="153888"/>
              </a:xfrm>
              <a:prstGeom prst="rect">
                <a:avLst/>
              </a:prstGeom>
              <a:blipFill>
                <a:blip r:embed="rId12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8" name="椭圆 247">
            <a:extLst>
              <a:ext uri="{FF2B5EF4-FFF2-40B4-BE49-F238E27FC236}">
                <a16:creationId xmlns:a16="http://schemas.microsoft.com/office/drawing/2014/main" id="{95617C4A-FD53-093D-DD01-3244AB612C16}"/>
              </a:ext>
            </a:extLst>
          </p:cNvPr>
          <p:cNvSpPr/>
          <p:nvPr/>
        </p:nvSpPr>
        <p:spPr>
          <a:xfrm>
            <a:off x="7002429" y="2321612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7F9DAA53-9F3A-66CC-B891-EED543308F40}"/>
                  </a:ext>
                </a:extLst>
              </p:cNvPr>
              <p:cNvSpPr txBox="1"/>
              <p:nvPr/>
            </p:nvSpPr>
            <p:spPr>
              <a:xfrm>
                <a:off x="7201044" y="2480680"/>
                <a:ext cx="1137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1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7F9DAA53-9F3A-66CC-B891-EED543308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044" y="2480680"/>
                <a:ext cx="113749" cy="153888"/>
              </a:xfrm>
              <a:prstGeom prst="rect">
                <a:avLst/>
              </a:prstGeom>
              <a:blipFill>
                <a:blip r:embed="rId14"/>
                <a:stretch>
                  <a:fillRect l="-10000"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2" name="椭圆 251">
            <a:extLst>
              <a:ext uri="{FF2B5EF4-FFF2-40B4-BE49-F238E27FC236}">
                <a16:creationId xmlns:a16="http://schemas.microsoft.com/office/drawing/2014/main" id="{17141D84-E956-356E-B553-021EB18766BC}"/>
              </a:ext>
            </a:extLst>
          </p:cNvPr>
          <p:cNvSpPr/>
          <p:nvPr/>
        </p:nvSpPr>
        <p:spPr>
          <a:xfrm>
            <a:off x="7002429" y="3196269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文本框 252">
                <a:extLst>
                  <a:ext uri="{FF2B5EF4-FFF2-40B4-BE49-F238E27FC236}">
                    <a16:creationId xmlns:a16="http://schemas.microsoft.com/office/drawing/2014/main" id="{C15B8D02-1878-3A4E-F2C1-5C3D9D6E11B8}"/>
                  </a:ext>
                </a:extLst>
              </p:cNvPr>
              <p:cNvSpPr txBox="1"/>
              <p:nvPr/>
            </p:nvSpPr>
            <p:spPr>
              <a:xfrm>
                <a:off x="7201044" y="3355337"/>
                <a:ext cx="1137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1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53" name="文本框 252">
                <a:extLst>
                  <a:ext uri="{FF2B5EF4-FFF2-40B4-BE49-F238E27FC236}">
                    <a16:creationId xmlns:a16="http://schemas.microsoft.com/office/drawing/2014/main" id="{C15B8D02-1878-3A4E-F2C1-5C3D9D6E1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044" y="3355337"/>
                <a:ext cx="113749" cy="153888"/>
              </a:xfrm>
              <a:prstGeom prst="rect">
                <a:avLst/>
              </a:prstGeom>
              <a:blipFill>
                <a:blip r:embed="rId14"/>
                <a:stretch>
                  <a:fillRect l="-10000"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椭圆 255">
            <a:extLst>
              <a:ext uri="{FF2B5EF4-FFF2-40B4-BE49-F238E27FC236}">
                <a16:creationId xmlns:a16="http://schemas.microsoft.com/office/drawing/2014/main" id="{9FECC43A-F127-EB64-1368-6AF936A59B3C}"/>
              </a:ext>
            </a:extLst>
          </p:cNvPr>
          <p:cNvSpPr/>
          <p:nvPr/>
        </p:nvSpPr>
        <p:spPr>
          <a:xfrm>
            <a:off x="8994755" y="2813684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A39A8F5C-F17D-D339-F1B2-755B97E10E54}"/>
                  </a:ext>
                </a:extLst>
              </p:cNvPr>
              <p:cNvSpPr txBox="1"/>
              <p:nvPr/>
            </p:nvSpPr>
            <p:spPr>
              <a:xfrm>
                <a:off x="9115129" y="2978907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A39A8F5C-F17D-D339-F1B2-755B97E10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129" y="2978907"/>
                <a:ext cx="269817" cy="153888"/>
              </a:xfrm>
              <a:prstGeom prst="rect">
                <a:avLst/>
              </a:prstGeom>
              <a:blipFill>
                <a:blip r:embed="rId33"/>
                <a:stretch>
                  <a:fillRect l="-8696" r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直线箭头连接符 263">
            <a:extLst>
              <a:ext uri="{FF2B5EF4-FFF2-40B4-BE49-F238E27FC236}">
                <a16:creationId xmlns:a16="http://schemas.microsoft.com/office/drawing/2014/main" id="{FA6B8F31-A102-C157-61F2-D4FDC2721F19}"/>
              </a:ext>
            </a:extLst>
          </p:cNvPr>
          <p:cNvCxnSpPr>
            <a:cxnSpLocks/>
            <a:stCxn id="176" idx="6"/>
            <a:endCxn id="209" idx="2"/>
          </p:cNvCxnSpPr>
          <p:nvPr/>
        </p:nvCxnSpPr>
        <p:spPr>
          <a:xfrm>
            <a:off x="2509382" y="4435258"/>
            <a:ext cx="534533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7" name="组合 266">
            <a:extLst>
              <a:ext uri="{FF2B5EF4-FFF2-40B4-BE49-F238E27FC236}">
                <a16:creationId xmlns:a16="http://schemas.microsoft.com/office/drawing/2014/main" id="{CEF9D0BC-1AC8-7741-4B99-03E979787041}"/>
              </a:ext>
            </a:extLst>
          </p:cNvPr>
          <p:cNvGrpSpPr/>
          <p:nvPr/>
        </p:nvGrpSpPr>
        <p:grpSpPr>
          <a:xfrm>
            <a:off x="666804" y="5318794"/>
            <a:ext cx="540000" cy="979102"/>
            <a:chOff x="758245" y="632790"/>
            <a:chExt cx="540000" cy="9791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文本框 267">
                  <a:extLst>
                    <a:ext uri="{FF2B5EF4-FFF2-40B4-BE49-F238E27FC236}">
                      <a16:creationId xmlns:a16="http://schemas.microsoft.com/office/drawing/2014/main" id="{7123E703-B97D-ACAE-1573-B3CCEB24AEAA}"/>
                    </a:ext>
                  </a:extLst>
                </p:cNvPr>
                <p:cNvSpPr txBox="1"/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68" name="文本框 267">
                  <a:extLst>
                    <a:ext uri="{FF2B5EF4-FFF2-40B4-BE49-F238E27FC236}">
                      <a16:creationId xmlns:a16="http://schemas.microsoft.com/office/drawing/2014/main" id="{7123E703-B97D-ACAE-1573-B3CCEB24A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1AFA3BEF-3472-AB68-AE1F-E129E76A708C}"/>
                    </a:ext>
                  </a:extLst>
                </p:cNvPr>
                <p:cNvSpPr txBox="1"/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1AFA3BEF-3472-AB68-AE1F-E129E76A70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8493844F-0020-7EA7-6574-5E9B323605D5}"/>
                    </a:ext>
                  </a:extLst>
                </p:cNvPr>
                <p:cNvSpPr txBox="1"/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8493844F-0020-7EA7-6574-5E9B323605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1" name="组合 270">
            <a:extLst>
              <a:ext uri="{FF2B5EF4-FFF2-40B4-BE49-F238E27FC236}">
                <a16:creationId xmlns:a16="http://schemas.microsoft.com/office/drawing/2014/main" id="{6348CE9F-4486-D7FD-C1D6-02E0BD2583B5}"/>
              </a:ext>
            </a:extLst>
          </p:cNvPr>
          <p:cNvGrpSpPr/>
          <p:nvPr/>
        </p:nvGrpSpPr>
        <p:grpSpPr>
          <a:xfrm>
            <a:off x="2005383" y="5099351"/>
            <a:ext cx="503999" cy="503999"/>
            <a:chOff x="1931233" y="4090635"/>
            <a:chExt cx="503999" cy="503999"/>
          </a:xfrm>
        </p:grpSpPr>
        <p:sp>
          <p:nvSpPr>
            <p:cNvPr id="272" name="椭圆 271">
              <a:extLst>
                <a:ext uri="{FF2B5EF4-FFF2-40B4-BE49-F238E27FC236}">
                  <a16:creationId xmlns:a16="http://schemas.microsoft.com/office/drawing/2014/main" id="{F785BC77-8BC0-D739-1042-A9BCFB1E33AE}"/>
                </a:ext>
              </a:extLst>
            </p:cNvPr>
            <p:cNvSpPr/>
            <p:nvPr/>
          </p:nvSpPr>
          <p:spPr>
            <a:xfrm>
              <a:off x="1931233" y="409063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文本框 272">
                  <a:extLst>
                    <a:ext uri="{FF2B5EF4-FFF2-40B4-BE49-F238E27FC236}">
                      <a16:creationId xmlns:a16="http://schemas.microsoft.com/office/drawing/2014/main" id="{3D1B8F71-7415-816F-DE39-BE986035DDAB}"/>
                    </a:ext>
                  </a:extLst>
                </p:cNvPr>
                <p:cNvSpPr txBox="1"/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+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273" name="文本框 272">
                  <a:extLst>
                    <a:ext uri="{FF2B5EF4-FFF2-40B4-BE49-F238E27FC236}">
                      <a16:creationId xmlns:a16="http://schemas.microsoft.com/office/drawing/2014/main" id="{3D1B8F71-7415-816F-DE39-BE986035DD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blipFill>
                  <a:blip r:embed="rId23"/>
                  <a:stretch>
                    <a:fillRect l="-9091"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4" name="组合 273">
            <a:extLst>
              <a:ext uri="{FF2B5EF4-FFF2-40B4-BE49-F238E27FC236}">
                <a16:creationId xmlns:a16="http://schemas.microsoft.com/office/drawing/2014/main" id="{9A24E8BB-543C-E155-8304-11B53EF47334}"/>
              </a:ext>
            </a:extLst>
          </p:cNvPr>
          <p:cNvGrpSpPr/>
          <p:nvPr/>
        </p:nvGrpSpPr>
        <p:grpSpPr>
          <a:xfrm>
            <a:off x="2005383" y="6013340"/>
            <a:ext cx="503999" cy="503999"/>
            <a:chOff x="1931233" y="4090635"/>
            <a:chExt cx="503999" cy="503999"/>
          </a:xfrm>
        </p:grpSpPr>
        <p:sp>
          <p:nvSpPr>
            <p:cNvPr id="275" name="椭圆 274">
              <a:extLst>
                <a:ext uri="{FF2B5EF4-FFF2-40B4-BE49-F238E27FC236}">
                  <a16:creationId xmlns:a16="http://schemas.microsoft.com/office/drawing/2014/main" id="{CEEF15C6-66D3-2FD3-0279-67A88ADC441A}"/>
                </a:ext>
              </a:extLst>
            </p:cNvPr>
            <p:cNvSpPr/>
            <p:nvPr/>
          </p:nvSpPr>
          <p:spPr>
            <a:xfrm>
              <a:off x="1931233" y="409063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" name="文本框 275">
                  <a:extLst>
                    <a:ext uri="{FF2B5EF4-FFF2-40B4-BE49-F238E27FC236}">
                      <a16:creationId xmlns:a16="http://schemas.microsoft.com/office/drawing/2014/main" id="{3C76A775-B531-638E-8DEE-723B5FC04227}"/>
                    </a:ext>
                  </a:extLst>
                </p:cNvPr>
                <p:cNvSpPr txBox="1"/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+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276" name="文本框 275">
                  <a:extLst>
                    <a:ext uri="{FF2B5EF4-FFF2-40B4-BE49-F238E27FC236}">
                      <a16:creationId xmlns:a16="http://schemas.microsoft.com/office/drawing/2014/main" id="{3C76A775-B531-638E-8DEE-723B5FC042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blipFill>
                  <a:blip r:embed="rId23"/>
                  <a:stretch>
                    <a:fillRect l="-9091"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514957A9-7E08-B4BD-4150-D54FCE9E06BF}"/>
              </a:ext>
            </a:extLst>
          </p:cNvPr>
          <p:cNvCxnSpPr>
            <a:cxnSpLocks/>
            <a:stCxn id="268" idx="3"/>
            <a:endCxn id="272" idx="2"/>
          </p:cNvCxnSpPr>
          <p:nvPr/>
        </p:nvCxnSpPr>
        <p:spPr>
          <a:xfrm flipV="1">
            <a:off x="1206804" y="5351351"/>
            <a:ext cx="798579" cy="10972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线箭头连接符 277">
            <a:extLst>
              <a:ext uri="{FF2B5EF4-FFF2-40B4-BE49-F238E27FC236}">
                <a16:creationId xmlns:a16="http://schemas.microsoft.com/office/drawing/2014/main" id="{4ED201BC-33D3-DED6-B735-899AE63CF4D6}"/>
              </a:ext>
            </a:extLst>
          </p:cNvPr>
          <p:cNvCxnSpPr>
            <a:cxnSpLocks/>
            <a:stCxn id="269" idx="3"/>
            <a:endCxn id="272" idx="2"/>
          </p:cNvCxnSpPr>
          <p:nvPr/>
        </p:nvCxnSpPr>
        <p:spPr>
          <a:xfrm flipV="1">
            <a:off x="1206804" y="5351351"/>
            <a:ext cx="798579" cy="4569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直线箭头连接符 278">
            <a:extLst>
              <a:ext uri="{FF2B5EF4-FFF2-40B4-BE49-F238E27FC236}">
                <a16:creationId xmlns:a16="http://schemas.microsoft.com/office/drawing/2014/main" id="{541B70D4-DFF0-59DB-8AFF-7C7FF487DE04}"/>
              </a:ext>
            </a:extLst>
          </p:cNvPr>
          <p:cNvCxnSpPr>
            <a:cxnSpLocks/>
            <a:stCxn id="270" idx="3"/>
            <a:endCxn id="272" idx="2"/>
          </p:cNvCxnSpPr>
          <p:nvPr/>
        </p:nvCxnSpPr>
        <p:spPr>
          <a:xfrm flipV="1">
            <a:off x="1206804" y="5351351"/>
            <a:ext cx="798579" cy="80426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线箭头连接符 279">
            <a:extLst>
              <a:ext uri="{FF2B5EF4-FFF2-40B4-BE49-F238E27FC236}">
                <a16:creationId xmlns:a16="http://schemas.microsoft.com/office/drawing/2014/main" id="{77C87A88-53C1-5BA4-268B-BCCF7AE567FF}"/>
              </a:ext>
            </a:extLst>
          </p:cNvPr>
          <p:cNvCxnSpPr>
            <a:cxnSpLocks/>
            <a:stCxn id="268" idx="3"/>
            <a:endCxn id="275" idx="2"/>
          </p:cNvCxnSpPr>
          <p:nvPr/>
        </p:nvCxnSpPr>
        <p:spPr>
          <a:xfrm>
            <a:off x="1206804" y="5461072"/>
            <a:ext cx="798579" cy="80426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线箭头连接符 280">
            <a:extLst>
              <a:ext uri="{FF2B5EF4-FFF2-40B4-BE49-F238E27FC236}">
                <a16:creationId xmlns:a16="http://schemas.microsoft.com/office/drawing/2014/main" id="{34B54D30-B3E8-F3C2-A36D-0CAA465C2C37}"/>
              </a:ext>
            </a:extLst>
          </p:cNvPr>
          <p:cNvCxnSpPr>
            <a:cxnSpLocks/>
            <a:stCxn id="269" idx="3"/>
            <a:endCxn id="275" idx="2"/>
          </p:cNvCxnSpPr>
          <p:nvPr/>
        </p:nvCxnSpPr>
        <p:spPr>
          <a:xfrm>
            <a:off x="1206804" y="5808345"/>
            <a:ext cx="798579" cy="45699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直线箭头连接符 281">
            <a:extLst>
              <a:ext uri="{FF2B5EF4-FFF2-40B4-BE49-F238E27FC236}">
                <a16:creationId xmlns:a16="http://schemas.microsoft.com/office/drawing/2014/main" id="{B9CFD54B-62F9-509E-F897-61B57CEA71A7}"/>
              </a:ext>
            </a:extLst>
          </p:cNvPr>
          <p:cNvCxnSpPr>
            <a:cxnSpLocks/>
            <a:stCxn id="270" idx="3"/>
            <a:endCxn id="275" idx="2"/>
          </p:cNvCxnSpPr>
          <p:nvPr/>
        </p:nvCxnSpPr>
        <p:spPr>
          <a:xfrm>
            <a:off x="1206804" y="6155618"/>
            <a:ext cx="798579" cy="10972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3" name="组合 282">
            <a:extLst>
              <a:ext uri="{FF2B5EF4-FFF2-40B4-BE49-F238E27FC236}">
                <a16:creationId xmlns:a16="http://schemas.microsoft.com/office/drawing/2014/main" id="{CA6442A4-6469-469C-8D35-EA1A8C293ABA}"/>
              </a:ext>
            </a:extLst>
          </p:cNvPr>
          <p:cNvGrpSpPr/>
          <p:nvPr/>
        </p:nvGrpSpPr>
        <p:grpSpPr>
          <a:xfrm>
            <a:off x="3043915" y="5099351"/>
            <a:ext cx="503999" cy="503999"/>
            <a:chOff x="3130691" y="4132355"/>
            <a:chExt cx="503999" cy="503999"/>
          </a:xfrm>
        </p:grpSpPr>
        <p:sp>
          <p:nvSpPr>
            <p:cNvPr id="284" name="椭圆 283">
              <a:extLst>
                <a:ext uri="{FF2B5EF4-FFF2-40B4-BE49-F238E27FC236}">
                  <a16:creationId xmlns:a16="http://schemas.microsoft.com/office/drawing/2014/main" id="{70531FA7-1046-2047-130B-5BE022264080}"/>
                </a:ext>
              </a:extLst>
            </p:cNvPr>
            <p:cNvSpPr/>
            <p:nvPr/>
          </p:nvSpPr>
          <p:spPr>
            <a:xfrm>
              <a:off x="3130691" y="413235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5" name="文本框 284">
                  <a:extLst>
                    <a:ext uri="{FF2B5EF4-FFF2-40B4-BE49-F238E27FC236}">
                      <a16:creationId xmlns:a16="http://schemas.microsoft.com/office/drawing/2014/main" id="{302E9F00-9795-291F-87C4-3933182ED389}"/>
                    </a:ext>
                  </a:extLst>
                </p:cNvPr>
                <p:cNvSpPr txBox="1"/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zh-CN" altLang="en-US" sz="10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285" name="文本框 284">
                  <a:extLst>
                    <a:ext uri="{FF2B5EF4-FFF2-40B4-BE49-F238E27FC236}">
                      <a16:creationId xmlns:a16="http://schemas.microsoft.com/office/drawing/2014/main" id="{302E9F00-9795-291F-87C4-3933182ED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blipFill>
                  <a:blip r:embed="rId41"/>
                  <a:stretch>
                    <a:fillRect l="-10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6" name="直线箭头连接符 285">
            <a:extLst>
              <a:ext uri="{FF2B5EF4-FFF2-40B4-BE49-F238E27FC236}">
                <a16:creationId xmlns:a16="http://schemas.microsoft.com/office/drawing/2014/main" id="{7E04B73F-BAFE-F790-651A-D22A0F505491}"/>
              </a:ext>
            </a:extLst>
          </p:cNvPr>
          <p:cNvCxnSpPr>
            <a:cxnSpLocks/>
            <a:stCxn id="272" idx="6"/>
            <a:endCxn id="284" idx="2"/>
          </p:cNvCxnSpPr>
          <p:nvPr/>
        </p:nvCxnSpPr>
        <p:spPr>
          <a:xfrm>
            <a:off x="2509382" y="5351351"/>
            <a:ext cx="534533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7" name="组合 286">
            <a:extLst>
              <a:ext uri="{FF2B5EF4-FFF2-40B4-BE49-F238E27FC236}">
                <a16:creationId xmlns:a16="http://schemas.microsoft.com/office/drawing/2014/main" id="{52240FA0-15B1-4AF8-9660-DEA3A39478D8}"/>
              </a:ext>
            </a:extLst>
          </p:cNvPr>
          <p:cNvGrpSpPr/>
          <p:nvPr/>
        </p:nvGrpSpPr>
        <p:grpSpPr>
          <a:xfrm>
            <a:off x="3043915" y="6013340"/>
            <a:ext cx="503999" cy="503999"/>
            <a:chOff x="3130691" y="4132355"/>
            <a:chExt cx="503999" cy="503999"/>
          </a:xfrm>
        </p:grpSpPr>
        <p:sp>
          <p:nvSpPr>
            <p:cNvPr id="288" name="椭圆 287">
              <a:extLst>
                <a:ext uri="{FF2B5EF4-FFF2-40B4-BE49-F238E27FC236}">
                  <a16:creationId xmlns:a16="http://schemas.microsoft.com/office/drawing/2014/main" id="{4C07EC84-74EE-A0FF-34DC-F1F642363091}"/>
                </a:ext>
              </a:extLst>
            </p:cNvPr>
            <p:cNvSpPr/>
            <p:nvPr/>
          </p:nvSpPr>
          <p:spPr>
            <a:xfrm>
              <a:off x="3130691" y="413235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9" name="文本框 288">
                  <a:extLst>
                    <a:ext uri="{FF2B5EF4-FFF2-40B4-BE49-F238E27FC236}">
                      <a16:creationId xmlns:a16="http://schemas.microsoft.com/office/drawing/2014/main" id="{876D0B94-EDF4-15CE-F639-59FB39646C38}"/>
                    </a:ext>
                  </a:extLst>
                </p:cNvPr>
                <p:cNvSpPr txBox="1"/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zh-CN" altLang="en-US" sz="10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289" name="文本框 288">
                  <a:extLst>
                    <a:ext uri="{FF2B5EF4-FFF2-40B4-BE49-F238E27FC236}">
                      <a16:creationId xmlns:a16="http://schemas.microsoft.com/office/drawing/2014/main" id="{876D0B94-EDF4-15CE-F639-59FB39646C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blipFill>
                  <a:blip r:embed="rId24"/>
                  <a:stretch>
                    <a:fillRect l="-10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90" name="直线箭头连接符 289">
            <a:extLst>
              <a:ext uri="{FF2B5EF4-FFF2-40B4-BE49-F238E27FC236}">
                <a16:creationId xmlns:a16="http://schemas.microsoft.com/office/drawing/2014/main" id="{4AC2E5CE-5944-DE24-DC50-6227025934A1}"/>
              </a:ext>
            </a:extLst>
          </p:cNvPr>
          <p:cNvCxnSpPr>
            <a:cxnSpLocks/>
            <a:stCxn id="275" idx="6"/>
            <a:endCxn id="288" idx="2"/>
          </p:cNvCxnSpPr>
          <p:nvPr/>
        </p:nvCxnSpPr>
        <p:spPr>
          <a:xfrm>
            <a:off x="2509382" y="6265340"/>
            <a:ext cx="534533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线箭头连接符 291">
            <a:extLst>
              <a:ext uri="{FF2B5EF4-FFF2-40B4-BE49-F238E27FC236}">
                <a16:creationId xmlns:a16="http://schemas.microsoft.com/office/drawing/2014/main" id="{344C359D-6CDA-B5FF-6608-585B0CE6C92E}"/>
              </a:ext>
            </a:extLst>
          </p:cNvPr>
          <p:cNvCxnSpPr>
            <a:cxnSpLocks/>
            <a:stCxn id="199" idx="6"/>
            <a:endCxn id="82" idx="2"/>
          </p:cNvCxnSpPr>
          <p:nvPr/>
        </p:nvCxnSpPr>
        <p:spPr>
          <a:xfrm flipV="1">
            <a:off x="3547914" y="959440"/>
            <a:ext cx="2496933" cy="256182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线箭头连接符 294">
            <a:extLst>
              <a:ext uri="{FF2B5EF4-FFF2-40B4-BE49-F238E27FC236}">
                <a16:creationId xmlns:a16="http://schemas.microsoft.com/office/drawing/2014/main" id="{CCA8D671-B08E-B6EA-BBCD-4DC7D035C7F5}"/>
              </a:ext>
            </a:extLst>
          </p:cNvPr>
          <p:cNvCxnSpPr>
            <a:cxnSpLocks/>
            <a:stCxn id="284" idx="6"/>
            <a:endCxn id="82" idx="2"/>
          </p:cNvCxnSpPr>
          <p:nvPr/>
        </p:nvCxnSpPr>
        <p:spPr>
          <a:xfrm flipV="1">
            <a:off x="3547914" y="959440"/>
            <a:ext cx="2496933" cy="439191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0" name="组合 309">
            <a:extLst>
              <a:ext uri="{FF2B5EF4-FFF2-40B4-BE49-F238E27FC236}">
                <a16:creationId xmlns:a16="http://schemas.microsoft.com/office/drawing/2014/main" id="{4ED5C64E-A13E-08D7-4DA0-1CD989913E2B}"/>
              </a:ext>
            </a:extLst>
          </p:cNvPr>
          <p:cNvGrpSpPr/>
          <p:nvPr/>
        </p:nvGrpSpPr>
        <p:grpSpPr>
          <a:xfrm>
            <a:off x="3877698" y="1895621"/>
            <a:ext cx="540000" cy="1326375"/>
            <a:chOff x="4325511" y="5428463"/>
            <a:chExt cx="540000" cy="13263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1" name="文本框 310">
                  <a:extLst>
                    <a:ext uri="{FF2B5EF4-FFF2-40B4-BE49-F238E27FC236}">
                      <a16:creationId xmlns:a16="http://schemas.microsoft.com/office/drawing/2014/main" id="{94F3DC61-CCB0-5FEA-94BD-70139982F110}"/>
                    </a:ext>
                  </a:extLst>
                </p:cNvPr>
                <p:cNvSpPr txBox="1"/>
                <p:nvPr/>
              </p:nvSpPr>
              <p:spPr>
                <a:xfrm>
                  <a:off x="4325511" y="5428463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11" name="文本框 310">
                  <a:extLst>
                    <a:ext uri="{FF2B5EF4-FFF2-40B4-BE49-F238E27FC236}">
                      <a16:creationId xmlns:a16="http://schemas.microsoft.com/office/drawing/2014/main" id="{94F3DC61-CCB0-5FEA-94BD-70139982F1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5428463"/>
                  <a:ext cx="540000" cy="284556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2" name="文本框 311">
                  <a:extLst>
                    <a:ext uri="{FF2B5EF4-FFF2-40B4-BE49-F238E27FC236}">
                      <a16:creationId xmlns:a16="http://schemas.microsoft.com/office/drawing/2014/main" id="{EFEB566D-98AA-FD7B-C959-2A13BC03435E}"/>
                    </a:ext>
                  </a:extLst>
                </p:cNvPr>
                <p:cNvSpPr txBox="1"/>
                <p:nvPr/>
              </p:nvSpPr>
              <p:spPr>
                <a:xfrm>
                  <a:off x="4325511" y="5775736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12" name="文本框 311">
                  <a:extLst>
                    <a:ext uri="{FF2B5EF4-FFF2-40B4-BE49-F238E27FC236}">
                      <a16:creationId xmlns:a16="http://schemas.microsoft.com/office/drawing/2014/main" id="{EFEB566D-98AA-FD7B-C959-2A13BC0343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5775736"/>
                  <a:ext cx="540000" cy="284556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3" name="文本框 312">
                  <a:extLst>
                    <a:ext uri="{FF2B5EF4-FFF2-40B4-BE49-F238E27FC236}">
                      <a16:creationId xmlns:a16="http://schemas.microsoft.com/office/drawing/2014/main" id="{8153CA3A-E34D-3EFF-738B-184AA7E5FF82}"/>
                    </a:ext>
                  </a:extLst>
                </p:cNvPr>
                <p:cNvSpPr txBox="1"/>
                <p:nvPr/>
              </p:nvSpPr>
              <p:spPr>
                <a:xfrm>
                  <a:off x="4325511" y="6470282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13" name="文本框 312">
                  <a:extLst>
                    <a:ext uri="{FF2B5EF4-FFF2-40B4-BE49-F238E27FC236}">
                      <a16:creationId xmlns:a16="http://schemas.microsoft.com/office/drawing/2014/main" id="{8153CA3A-E34D-3EFF-738B-184AA7E5FF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6470282"/>
                  <a:ext cx="540000" cy="284556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4" name="文本框 313">
                  <a:extLst>
                    <a:ext uri="{FF2B5EF4-FFF2-40B4-BE49-F238E27FC236}">
                      <a16:creationId xmlns:a16="http://schemas.microsoft.com/office/drawing/2014/main" id="{49C5534C-73FC-AC20-7519-7C9733E3D08E}"/>
                    </a:ext>
                  </a:extLst>
                </p:cNvPr>
                <p:cNvSpPr txBox="1"/>
                <p:nvPr/>
              </p:nvSpPr>
              <p:spPr>
                <a:xfrm>
                  <a:off x="4325511" y="6123009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14" name="文本框 313">
                  <a:extLst>
                    <a:ext uri="{FF2B5EF4-FFF2-40B4-BE49-F238E27FC236}">
                      <a16:creationId xmlns:a16="http://schemas.microsoft.com/office/drawing/2014/main" id="{49C5534C-73FC-AC20-7519-7C9733E3D0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6123009"/>
                  <a:ext cx="540000" cy="284556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5" name="直线箭头连接符 314">
            <a:extLst>
              <a:ext uri="{FF2B5EF4-FFF2-40B4-BE49-F238E27FC236}">
                <a16:creationId xmlns:a16="http://schemas.microsoft.com/office/drawing/2014/main" id="{C7E3CB25-0225-EE7D-A25C-2F8C3B125464}"/>
              </a:ext>
            </a:extLst>
          </p:cNvPr>
          <p:cNvCxnSpPr>
            <a:cxnSpLocks/>
            <a:stCxn id="199" idx="6"/>
            <a:endCxn id="87" idx="2"/>
          </p:cNvCxnSpPr>
          <p:nvPr/>
        </p:nvCxnSpPr>
        <p:spPr>
          <a:xfrm flipV="1">
            <a:off x="3547914" y="1832758"/>
            <a:ext cx="2508658" cy="168851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线箭头连接符 317">
            <a:extLst>
              <a:ext uri="{FF2B5EF4-FFF2-40B4-BE49-F238E27FC236}">
                <a16:creationId xmlns:a16="http://schemas.microsoft.com/office/drawing/2014/main" id="{8F60AA53-AF85-614C-31FE-9F1025E51A74}"/>
              </a:ext>
            </a:extLst>
          </p:cNvPr>
          <p:cNvCxnSpPr>
            <a:cxnSpLocks/>
            <a:stCxn id="284" idx="6"/>
            <a:endCxn id="87" idx="2"/>
          </p:cNvCxnSpPr>
          <p:nvPr/>
        </p:nvCxnSpPr>
        <p:spPr>
          <a:xfrm flipV="1">
            <a:off x="3547914" y="1832758"/>
            <a:ext cx="2508658" cy="351859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线箭头连接符 333">
            <a:extLst>
              <a:ext uri="{FF2B5EF4-FFF2-40B4-BE49-F238E27FC236}">
                <a16:creationId xmlns:a16="http://schemas.microsoft.com/office/drawing/2014/main" id="{7F51BF64-6A5B-D324-AC7A-3165049F06AE}"/>
              </a:ext>
            </a:extLst>
          </p:cNvPr>
          <p:cNvCxnSpPr>
            <a:cxnSpLocks/>
            <a:stCxn id="219" idx="3"/>
            <a:endCxn id="82" idx="2"/>
          </p:cNvCxnSpPr>
          <p:nvPr/>
        </p:nvCxnSpPr>
        <p:spPr>
          <a:xfrm>
            <a:off x="4417698" y="445955"/>
            <a:ext cx="1627149" cy="5134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线箭头连接符 336">
            <a:extLst>
              <a:ext uri="{FF2B5EF4-FFF2-40B4-BE49-F238E27FC236}">
                <a16:creationId xmlns:a16="http://schemas.microsoft.com/office/drawing/2014/main" id="{9E58F510-041F-6C23-CAD0-2CBF4F09BC1F}"/>
              </a:ext>
            </a:extLst>
          </p:cNvPr>
          <p:cNvCxnSpPr>
            <a:cxnSpLocks/>
            <a:stCxn id="220" idx="3"/>
            <a:endCxn id="82" idx="2"/>
          </p:cNvCxnSpPr>
          <p:nvPr/>
        </p:nvCxnSpPr>
        <p:spPr>
          <a:xfrm>
            <a:off x="4417698" y="793228"/>
            <a:ext cx="1627149" cy="1662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直线箭头连接符 339">
            <a:extLst>
              <a:ext uri="{FF2B5EF4-FFF2-40B4-BE49-F238E27FC236}">
                <a16:creationId xmlns:a16="http://schemas.microsoft.com/office/drawing/2014/main" id="{4F277A4D-6634-35A6-A061-230BA1807607}"/>
              </a:ext>
            </a:extLst>
          </p:cNvPr>
          <p:cNvCxnSpPr>
            <a:cxnSpLocks/>
            <a:stCxn id="222" idx="3"/>
            <a:endCxn id="82" idx="2"/>
          </p:cNvCxnSpPr>
          <p:nvPr/>
        </p:nvCxnSpPr>
        <p:spPr>
          <a:xfrm flipV="1">
            <a:off x="4417698" y="959440"/>
            <a:ext cx="1627149" cy="18106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直线箭头连接符 342">
            <a:extLst>
              <a:ext uri="{FF2B5EF4-FFF2-40B4-BE49-F238E27FC236}">
                <a16:creationId xmlns:a16="http://schemas.microsoft.com/office/drawing/2014/main" id="{B0DD8DA0-2BEC-55BA-0B43-65BB8049635B}"/>
              </a:ext>
            </a:extLst>
          </p:cNvPr>
          <p:cNvCxnSpPr>
            <a:cxnSpLocks/>
            <a:stCxn id="221" idx="3"/>
            <a:endCxn id="82" idx="2"/>
          </p:cNvCxnSpPr>
          <p:nvPr/>
        </p:nvCxnSpPr>
        <p:spPr>
          <a:xfrm flipV="1">
            <a:off x="4417698" y="959440"/>
            <a:ext cx="1627149" cy="52833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直线箭头连接符 345">
            <a:extLst>
              <a:ext uri="{FF2B5EF4-FFF2-40B4-BE49-F238E27FC236}">
                <a16:creationId xmlns:a16="http://schemas.microsoft.com/office/drawing/2014/main" id="{6A5444E0-7AB3-135E-8AFF-ADDA5215911D}"/>
              </a:ext>
            </a:extLst>
          </p:cNvPr>
          <p:cNvCxnSpPr>
            <a:cxnSpLocks/>
            <a:stCxn id="311" idx="3"/>
            <a:endCxn id="87" idx="2"/>
          </p:cNvCxnSpPr>
          <p:nvPr/>
        </p:nvCxnSpPr>
        <p:spPr>
          <a:xfrm flipV="1">
            <a:off x="4417698" y="1832758"/>
            <a:ext cx="1638874" cy="20514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直线箭头连接符 348">
            <a:extLst>
              <a:ext uri="{FF2B5EF4-FFF2-40B4-BE49-F238E27FC236}">
                <a16:creationId xmlns:a16="http://schemas.microsoft.com/office/drawing/2014/main" id="{DAC6F9A6-9FD5-0AAF-23F2-796771A345CA}"/>
              </a:ext>
            </a:extLst>
          </p:cNvPr>
          <p:cNvCxnSpPr>
            <a:cxnSpLocks/>
            <a:stCxn id="312" idx="3"/>
            <a:endCxn id="87" idx="2"/>
          </p:cNvCxnSpPr>
          <p:nvPr/>
        </p:nvCxnSpPr>
        <p:spPr>
          <a:xfrm flipV="1">
            <a:off x="4417698" y="1832758"/>
            <a:ext cx="1638874" cy="5524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直线箭头连接符 351">
            <a:extLst>
              <a:ext uri="{FF2B5EF4-FFF2-40B4-BE49-F238E27FC236}">
                <a16:creationId xmlns:a16="http://schemas.microsoft.com/office/drawing/2014/main" id="{B3ADE4E7-6C5B-B662-6931-2857165EA278}"/>
              </a:ext>
            </a:extLst>
          </p:cNvPr>
          <p:cNvCxnSpPr>
            <a:cxnSpLocks/>
            <a:stCxn id="314" idx="3"/>
            <a:endCxn id="87" idx="2"/>
          </p:cNvCxnSpPr>
          <p:nvPr/>
        </p:nvCxnSpPr>
        <p:spPr>
          <a:xfrm flipV="1">
            <a:off x="4417698" y="1832758"/>
            <a:ext cx="1638874" cy="89968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线箭头连接符 354">
            <a:extLst>
              <a:ext uri="{FF2B5EF4-FFF2-40B4-BE49-F238E27FC236}">
                <a16:creationId xmlns:a16="http://schemas.microsoft.com/office/drawing/2014/main" id="{B776CA90-3D6E-7DDF-EA79-4BFEE19D3647}"/>
              </a:ext>
            </a:extLst>
          </p:cNvPr>
          <p:cNvCxnSpPr>
            <a:cxnSpLocks/>
            <a:stCxn id="313" idx="3"/>
            <a:endCxn id="87" idx="2"/>
          </p:cNvCxnSpPr>
          <p:nvPr/>
        </p:nvCxnSpPr>
        <p:spPr>
          <a:xfrm flipV="1">
            <a:off x="4417698" y="1832758"/>
            <a:ext cx="1638874" cy="124696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8" name="组合 357">
            <a:extLst>
              <a:ext uri="{FF2B5EF4-FFF2-40B4-BE49-F238E27FC236}">
                <a16:creationId xmlns:a16="http://schemas.microsoft.com/office/drawing/2014/main" id="{C0AF90B4-2DFA-4594-5D80-7ABC65787738}"/>
              </a:ext>
            </a:extLst>
          </p:cNvPr>
          <p:cNvGrpSpPr/>
          <p:nvPr/>
        </p:nvGrpSpPr>
        <p:grpSpPr>
          <a:xfrm>
            <a:off x="7812118" y="1727601"/>
            <a:ext cx="540000" cy="979102"/>
            <a:chOff x="758245" y="632790"/>
            <a:chExt cx="540000" cy="9791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9" name="文本框 358">
                  <a:extLst>
                    <a:ext uri="{FF2B5EF4-FFF2-40B4-BE49-F238E27FC236}">
                      <a16:creationId xmlns:a16="http://schemas.microsoft.com/office/drawing/2014/main" id="{F68B349A-5E0D-6010-E9F1-A61435C63CF0}"/>
                    </a:ext>
                  </a:extLst>
                </p:cNvPr>
                <p:cNvSpPr txBox="1"/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59" name="文本框 358">
                  <a:extLst>
                    <a:ext uri="{FF2B5EF4-FFF2-40B4-BE49-F238E27FC236}">
                      <a16:creationId xmlns:a16="http://schemas.microsoft.com/office/drawing/2014/main" id="{F68B349A-5E0D-6010-E9F1-A61435C63C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文本框 359">
                  <a:extLst>
                    <a:ext uri="{FF2B5EF4-FFF2-40B4-BE49-F238E27FC236}">
                      <a16:creationId xmlns:a16="http://schemas.microsoft.com/office/drawing/2014/main" id="{B3EB87AE-5171-4A56-5AA1-3EA243409FC7}"/>
                    </a:ext>
                  </a:extLst>
                </p:cNvPr>
                <p:cNvSpPr txBox="1"/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60" name="文本框 359">
                  <a:extLst>
                    <a:ext uri="{FF2B5EF4-FFF2-40B4-BE49-F238E27FC236}">
                      <a16:creationId xmlns:a16="http://schemas.microsoft.com/office/drawing/2014/main" id="{B3EB87AE-5171-4A56-5AA1-3EA243409F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1" name="文本框 360">
                  <a:extLst>
                    <a:ext uri="{FF2B5EF4-FFF2-40B4-BE49-F238E27FC236}">
                      <a16:creationId xmlns:a16="http://schemas.microsoft.com/office/drawing/2014/main" id="{881E1508-D728-DD7A-1569-8386CA06416B}"/>
                    </a:ext>
                  </a:extLst>
                </p:cNvPr>
                <p:cNvSpPr txBox="1"/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61" name="文本框 360">
                  <a:extLst>
                    <a:ext uri="{FF2B5EF4-FFF2-40B4-BE49-F238E27FC236}">
                      <a16:creationId xmlns:a16="http://schemas.microsoft.com/office/drawing/2014/main" id="{881E1508-D728-DD7A-1569-8386CA0641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62" name="直线箭头连接符 361">
            <a:extLst>
              <a:ext uri="{FF2B5EF4-FFF2-40B4-BE49-F238E27FC236}">
                <a16:creationId xmlns:a16="http://schemas.microsoft.com/office/drawing/2014/main" id="{F0375981-8BD5-78B9-E658-CC95A3C5ADAC}"/>
              </a:ext>
            </a:extLst>
          </p:cNvPr>
          <p:cNvCxnSpPr>
            <a:cxnSpLocks/>
            <a:stCxn id="359" idx="3"/>
            <a:endCxn id="104" idx="2"/>
          </p:cNvCxnSpPr>
          <p:nvPr/>
        </p:nvCxnSpPr>
        <p:spPr>
          <a:xfrm flipV="1">
            <a:off x="8352118" y="1450172"/>
            <a:ext cx="642637" cy="41970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直线箭头连接符 364">
            <a:extLst>
              <a:ext uri="{FF2B5EF4-FFF2-40B4-BE49-F238E27FC236}">
                <a16:creationId xmlns:a16="http://schemas.microsoft.com/office/drawing/2014/main" id="{FB180587-5BC8-3320-5A01-79377E1D23C2}"/>
              </a:ext>
            </a:extLst>
          </p:cNvPr>
          <p:cNvCxnSpPr>
            <a:cxnSpLocks/>
            <a:stCxn id="360" idx="3"/>
            <a:endCxn id="104" idx="2"/>
          </p:cNvCxnSpPr>
          <p:nvPr/>
        </p:nvCxnSpPr>
        <p:spPr>
          <a:xfrm flipV="1">
            <a:off x="8352118" y="1450172"/>
            <a:ext cx="642637" cy="7669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直线箭头连接符 367">
            <a:extLst>
              <a:ext uri="{FF2B5EF4-FFF2-40B4-BE49-F238E27FC236}">
                <a16:creationId xmlns:a16="http://schemas.microsoft.com/office/drawing/2014/main" id="{65348910-2A03-62D5-E4E1-ED8855683CB4}"/>
              </a:ext>
            </a:extLst>
          </p:cNvPr>
          <p:cNvCxnSpPr>
            <a:cxnSpLocks/>
            <a:stCxn id="361" idx="3"/>
            <a:endCxn id="104" idx="2"/>
          </p:cNvCxnSpPr>
          <p:nvPr/>
        </p:nvCxnSpPr>
        <p:spPr>
          <a:xfrm flipV="1">
            <a:off x="8352118" y="1450172"/>
            <a:ext cx="642637" cy="111425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0" name="组合 409">
            <a:extLst>
              <a:ext uri="{FF2B5EF4-FFF2-40B4-BE49-F238E27FC236}">
                <a16:creationId xmlns:a16="http://schemas.microsoft.com/office/drawing/2014/main" id="{A359EEFF-CEAB-7F8B-F93F-5965CACAAFAD}"/>
              </a:ext>
            </a:extLst>
          </p:cNvPr>
          <p:cNvGrpSpPr/>
          <p:nvPr/>
        </p:nvGrpSpPr>
        <p:grpSpPr>
          <a:xfrm>
            <a:off x="8250591" y="4710149"/>
            <a:ext cx="2364167" cy="1739397"/>
            <a:chOff x="8346222" y="4639548"/>
            <a:chExt cx="2364167" cy="1739397"/>
          </a:xfrm>
        </p:grpSpPr>
        <p:cxnSp>
          <p:nvCxnSpPr>
            <p:cNvPr id="371" name="直线箭头连接符 370">
              <a:extLst>
                <a:ext uri="{FF2B5EF4-FFF2-40B4-BE49-F238E27FC236}">
                  <a16:creationId xmlns:a16="http://schemas.microsoft.com/office/drawing/2014/main" id="{17CFFF33-D7DE-EE99-AA62-82B60E550386}"/>
                </a:ext>
              </a:extLst>
            </p:cNvPr>
            <p:cNvCxnSpPr>
              <a:cxnSpLocks/>
            </p:cNvCxnSpPr>
            <p:nvPr/>
          </p:nvCxnSpPr>
          <p:spPr>
            <a:xfrm>
              <a:off x="8346222" y="5132752"/>
              <a:ext cx="513186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4" name="文本框 373">
              <a:extLst>
                <a:ext uri="{FF2B5EF4-FFF2-40B4-BE49-F238E27FC236}">
                  <a16:creationId xmlns:a16="http://schemas.microsoft.com/office/drawing/2014/main" id="{FEB95623-932E-5F3C-7A41-86DB387FBAC6}"/>
                </a:ext>
              </a:extLst>
            </p:cNvPr>
            <p:cNvSpPr txBox="1"/>
            <p:nvPr/>
          </p:nvSpPr>
          <p:spPr>
            <a:xfrm>
              <a:off x="8977222" y="5022133"/>
              <a:ext cx="17331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000" dirty="0"/>
                <a:t>样本 </a:t>
              </a:r>
              <a:r>
                <a:rPr kumimoji="1" lang="en-US" altLang="zh-CN" sz="1000" dirty="0"/>
                <a:t>2</a:t>
              </a:r>
              <a:r>
                <a:rPr kumimoji="1" lang="zh-CN" altLang="en-US" sz="1000" dirty="0"/>
                <a:t> 计算路径（未画全）</a:t>
              </a:r>
            </a:p>
          </p:txBody>
        </p:sp>
        <p:sp>
          <p:nvSpPr>
            <p:cNvPr id="376" name="文本框 375">
              <a:extLst>
                <a:ext uri="{FF2B5EF4-FFF2-40B4-BE49-F238E27FC236}">
                  <a16:creationId xmlns:a16="http://schemas.microsoft.com/office/drawing/2014/main" id="{7C3FA1CC-9E67-875D-96B6-2A62A1077E8C}"/>
                </a:ext>
              </a:extLst>
            </p:cNvPr>
            <p:cNvSpPr txBox="1"/>
            <p:nvPr/>
          </p:nvSpPr>
          <p:spPr>
            <a:xfrm>
              <a:off x="8379378" y="5457185"/>
              <a:ext cx="540000" cy="28455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 lIns="0" tIns="0" rIns="0" bIns="0" rtlCol="0">
              <a:noAutofit/>
            </a:bodyPr>
            <a:lstStyle/>
            <a:p>
              <a:endParaRPr kumimoji="1" lang="zh-CN" altLang="en-US" sz="1400" dirty="0"/>
            </a:p>
          </p:txBody>
        </p:sp>
        <p:sp>
          <p:nvSpPr>
            <p:cNvPr id="377" name="文本框 376">
              <a:extLst>
                <a:ext uri="{FF2B5EF4-FFF2-40B4-BE49-F238E27FC236}">
                  <a16:creationId xmlns:a16="http://schemas.microsoft.com/office/drawing/2014/main" id="{38A5DD65-587F-318C-2575-A2950EB10302}"/>
                </a:ext>
              </a:extLst>
            </p:cNvPr>
            <p:cNvSpPr txBox="1"/>
            <p:nvPr/>
          </p:nvSpPr>
          <p:spPr>
            <a:xfrm>
              <a:off x="8977222" y="5457183"/>
              <a:ext cx="7216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000" dirty="0"/>
                <a:t>模型参数</a:t>
              </a:r>
            </a:p>
          </p:txBody>
        </p:sp>
        <p:sp>
          <p:nvSpPr>
            <p:cNvPr id="378" name="椭圆 377">
              <a:extLst>
                <a:ext uri="{FF2B5EF4-FFF2-40B4-BE49-F238E27FC236}">
                  <a16:creationId xmlns:a16="http://schemas.microsoft.com/office/drawing/2014/main" id="{2EC4AD80-9F64-C71A-FF8F-8C4EF5EDB822}"/>
                </a:ext>
              </a:extLst>
            </p:cNvPr>
            <p:cNvSpPr/>
            <p:nvPr/>
          </p:nvSpPr>
          <p:spPr>
            <a:xfrm>
              <a:off x="8382144" y="5874946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9" name="文本框 378">
              <a:extLst>
                <a:ext uri="{FF2B5EF4-FFF2-40B4-BE49-F238E27FC236}">
                  <a16:creationId xmlns:a16="http://schemas.microsoft.com/office/drawing/2014/main" id="{043A3C21-B048-AE45-0F14-06FD34601A52}"/>
                </a:ext>
              </a:extLst>
            </p:cNvPr>
            <p:cNvSpPr txBox="1"/>
            <p:nvPr/>
          </p:nvSpPr>
          <p:spPr>
            <a:xfrm>
              <a:off x="8977222" y="5980837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000" dirty="0"/>
                <a:t>计算节点</a:t>
              </a:r>
            </a:p>
          </p:txBody>
        </p:sp>
        <p:cxnSp>
          <p:nvCxnSpPr>
            <p:cNvPr id="380" name="直线箭头连接符 379">
              <a:extLst>
                <a:ext uri="{FF2B5EF4-FFF2-40B4-BE49-F238E27FC236}">
                  <a16:creationId xmlns:a16="http://schemas.microsoft.com/office/drawing/2014/main" id="{3FF9A875-94BD-BB6E-0DA4-39FC15350765}"/>
                </a:ext>
              </a:extLst>
            </p:cNvPr>
            <p:cNvCxnSpPr>
              <a:cxnSpLocks/>
            </p:cNvCxnSpPr>
            <p:nvPr/>
          </p:nvCxnSpPr>
          <p:spPr>
            <a:xfrm>
              <a:off x="8346222" y="4750167"/>
              <a:ext cx="513186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1" name="文本框 380">
              <a:extLst>
                <a:ext uri="{FF2B5EF4-FFF2-40B4-BE49-F238E27FC236}">
                  <a16:creationId xmlns:a16="http://schemas.microsoft.com/office/drawing/2014/main" id="{687F82BC-93FE-3717-B696-016D55CFD023}"/>
                </a:ext>
              </a:extLst>
            </p:cNvPr>
            <p:cNvSpPr txBox="1"/>
            <p:nvPr/>
          </p:nvSpPr>
          <p:spPr>
            <a:xfrm>
              <a:off x="8977222" y="4639548"/>
              <a:ext cx="109196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000" dirty="0"/>
                <a:t>样本 </a:t>
              </a:r>
              <a:r>
                <a:rPr kumimoji="1" lang="en-US" altLang="zh-CN" sz="1000" dirty="0"/>
                <a:t>1</a:t>
              </a:r>
              <a:r>
                <a:rPr kumimoji="1" lang="zh-CN" altLang="en-US" sz="1000" dirty="0"/>
                <a:t> 计算路径</a:t>
              </a:r>
            </a:p>
          </p:txBody>
        </p:sp>
      </p:grpSp>
      <p:cxnSp>
        <p:nvCxnSpPr>
          <p:cNvPr id="393" name="直线箭头连接符 392">
            <a:extLst>
              <a:ext uri="{FF2B5EF4-FFF2-40B4-BE49-F238E27FC236}">
                <a16:creationId xmlns:a16="http://schemas.microsoft.com/office/drawing/2014/main" id="{7A76F5AF-5789-3F31-4B19-A6D0B9CC1559}"/>
              </a:ext>
            </a:extLst>
          </p:cNvPr>
          <p:cNvCxnSpPr>
            <a:cxnSpLocks/>
            <a:stCxn id="104" idx="6"/>
            <a:endCxn id="383" idx="2"/>
          </p:cNvCxnSpPr>
          <p:nvPr/>
        </p:nvCxnSpPr>
        <p:spPr>
          <a:xfrm>
            <a:off x="9498754" y="1450172"/>
            <a:ext cx="559720" cy="27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9" name="组合 408">
            <a:extLst>
              <a:ext uri="{FF2B5EF4-FFF2-40B4-BE49-F238E27FC236}">
                <a16:creationId xmlns:a16="http://schemas.microsoft.com/office/drawing/2014/main" id="{22C9B552-A87D-898C-86F1-6B42862B6DC9}"/>
              </a:ext>
            </a:extLst>
          </p:cNvPr>
          <p:cNvGrpSpPr/>
          <p:nvPr/>
        </p:nvGrpSpPr>
        <p:grpSpPr>
          <a:xfrm>
            <a:off x="11273893" y="1741397"/>
            <a:ext cx="503999" cy="689863"/>
            <a:chOff x="11231704" y="1389586"/>
            <a:chExt cx="503999" cy="689863"/>
          </a:xfrm>
        </p:grpSpPr>
        <p:sp>
          <p:nvSpPr>
            <p:cNvPr id="397" name="椭圆 396">
              <a:extLst>
                <a:ext uri="{FF2B5EF4-FFF2-40B4-BE49-F238E27FC236}">
                  <a16:creationId xmlns:a16="http://schemas.microsoft.com/office/drawing/2014/main" id="{0621B83C-E3F4-A293-49EE-FB4DCBD46FC5}"/>
                </a:ext>
              </a:extLst>
            </p:cNvPr>
            <p:cNvSpPr/>
            <p:nvPr/>
          </p:nvSpPr>
          <p:spPr>
            <a:xfrm>
              <a:off x="11231704" y="1575450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8" name="文本框 397">
                  <a:extLst>
                    <a:ext uri="{FF2B5EF4-FFF2-40B4-BE49-F238E27FC236}">
                      <a16:creationId xmlns:a16="http://schemas.microsoft.com/office/drawing/2014/main" id="{F163732E-599A-00D8-19B9-70E6A6F8745D}"/>
                    </a:ext>
                  </a:extLst>
                </p:cNvPr>
                <p:cNvSpPr txBox="1"/>
                <p:nvPr/>
              </p:nvSpPr>
              <p:spPr>
                <a:xfrm>
                  <a:off x="11314603" y="1673218"/>
                  <a:ext cx="335413" cy="29117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kumimoji="1"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kumimoji="1" lang="en-US" altLang="zh-CN" sz="1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1" lang="en-US" altLang="zh-CN" sz="1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kumimoji="1" lang="en-US" altLang="zh-CN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398" name="文本框 397">
                  <a:extLst>
                    <a:ext uri="{FF2B5EF4-FFF2-40B4-BE49-F238E27FC236}">
                      <a16:creationId xmlns:a16="http://schemas.microsoft.com/office/drawing/2014/main" id="{F163732E-599A-00D8-19B9-70E6A6F874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4603" y="1673218"/>
                  <a:ext cx="335413" cy="291170"/>
                </a:xfrm>
                <a:prstGeom prst="rect">
                  <a:avLst/>
                </a:prstGeom>
                <a:blipFill>
                  <a:blip r:embed="rId49"/>
                  <a:stretch>
                    <a:fillRect l="-3571" t="-4167" r="-7143" b="-1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" name="文本框 398">
                  <a:extLst>
                    <a:ext uri="{FF2B5EF4-FFF2-40B4-BE49-F238E27FC236}">
                      <a16:creationId xmlns:a16="http://schemas.microsoft.com/office/drawing/2014/main" id="{8B0B430B-679D-A00C-1BFD-DFA56B673384}"/>
                    </a:ext>
                  </a:extLst>
                </p:cNvPr>
                <p:cNvSpPr txBox="1"/>
                <p:nvPr/>
              </p:nvSpPr>
              <p:spPr>
                <a:xfrm>
                  <a:off x="11402351" y="1389586"/>
                  <a:ext cx="214739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zh-CN" sz="1000" b="0" i="1" smtClean="0">
                                <a:latin typeface="Cambria Math" panose="02040503050406030204" pitchFamily="18" charset="0"/>
                              </a:rPr>
                              <m:t>17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399" name="文本框 398">
                  <a:extLst>
                    <a:ext uri="{FF2B5EF4-FFF2-40B4-BE49-F238E27FC236}">
                      <a16:creationId xmlns:a16="http://schemas.microsoft.com/office/drawing/2014/main" id="{8B0B430B-679D-A00C-1BFD-DFA56B6733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02351" y="1389586"/>
                  <a:ext cx="214739" cy="153888"/>
                </a:xfrm>
                <a:prstGeom prst="rect">
                  <a:avLst/>
                </a:prstGeom>
                <a:blipFill>
                  <a:blip r:embed="rId50"/>
                  <a:stretch>
                    <a:fillRect l="-11111" r="-5556"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00" name="直线箭头连接符 399">
            <a:extLst>
              <a:ext uri="{FF2B5EF4-FFF2-40B4-BE49-F238E27FC236}">
                <a16:creationId xmlns:a16="http://schemas.microsoft.com/office/drawing/2014/main" id="{83E9FF0E-7E8E-958C-6745-E38225940015}"/>
              </a:ext>
            </a:extLst>
          </p:cNvPr>
          <p:cNvCxnSpPr>
            <a:cxnSpLocks/>
            <a:stCxn id="383" idx="6"/>
            <a:endCxn id="397" idx="2"/>
          </p:cNvCxnSpPr>
          <p:nvPr/>
        </p:nvCxnSpPr>
        <p:spPr>
          <a:xfrm>
            <a:off x="10854074" y="1452884"/>
            <a:ext cx="419819" cy="7263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直线箭头连接符 402">
            <a:extLst>
              <a:ext uri="{FF2B5EF4-FFF2-40B4-BE49-F238E27FC236}">
                <a16:creationId xmlns:a16="http://schemas.microsoft.com/office/drawing/2014/main" id="{3303FF43-207F-FD0F-17E8-FB8AD4CD6BBD}"/>
              </a:ext>
            </a:extLst>
          </p:cNvPr>
          <p:cNvCxnSpPr>
            <a:cxnSpLocks/>
            <a:stCxn id="387" idx="6"/>
            <a:endCxn id="397" idx="2"/>
          </p:cNvCxnSpPr>
          <p:nvPr/>
        </p:nvCxnSpPr>
        <p:spPr>
          <a:xfrm flipV="1">
            <a:off x="10855233" y="2179261"/>
            <a:ext cx="418660" cy="88632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直线箭头连接符 389">
            <a:extLst>
              <a:ext uri="{FF2B5EF4-FFF2-40B4-BE49-F238E27FC236}">
                <a16:creationId xmlns:a16="http://schemas.microsoft.com/office/drawing/2014/main" id="{28226C1C-98B4-4D4C-BE5A-0FE0531109F5}"/>
              </a:ext>
            </a:extLst>
          </p:cNvPr>
          <p:cNvCxnSpPr>
            <a:cxnSpLocks/>
            <a:stCxn id="256" idx="6"/>
            <a:endCxn id="387" idx="2"/>
          </p:cNvCxnSpPr>
          <p:nvPr/>
        </p:nvCxnSpPr>
        <p:spPr>
          <a:xfrm flipV="1">
            <a:off x="9498754" y="3065585"/>
            <a:ext cx="559721" cy="9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椭圆 386">
            <a:extLst>
              <a:ext uri="{FF2B5EF4-FFF2-40B4-BE49-F238E27FC236}">
                <a16:creationId xmlns:a16="http://schemas.microsoft.com/office/drawing/2014/main" id="{89388A98-3F16-1E66-6C77-C7856E4003CC}"/>
              </a:ext>
            </a:extLst>
          </p:cNvPr>
          <p:cNvSpPr/>
          <p:nvPr/>
        </p:nvSpPr>
        <p:spPr>
          <a:xfrm>
            <a:off x="10058475" y="2813585"/>
            <a:ext cx="796758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92881AA9-E8BE-B1A1-CDF5-242E0165DFEF}"/>
                  </a:ext>
                </a:extLst>
              </p:cNvPr>
              <p:cNvSpPr txBox="1"/>
              <p:nvPr/>
            </p:nvSpPr>
            <p:spPr>
              <a:xfrm>
                <a:off x="10229122" y="2627721"/>
                <a:ext cx="21473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92881AA9-E8BE-B1A1-CDF5-242E0165D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9122" y="2627721"/>
                <a:ext cx="214739" cy="153888"/>
              </a:xfrm>
              <a:prstGeom prst="rect">
                <a:avLst/>
              </a:prstGeom>
              <a:blipFill>
                <a:blip r:embed="rId51"/>
                <a:stretch>
                  <a:fillRect l="-11111" r="-5556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3" name="椭圆 382">
            <a:extLst>
              <a:ext uri="{FF2B5EF4-FFF2-40B4-BE49-F238E27FC236}">
                <a16:creationId xmlns:a16="http://schemas.microsoft.com/office/drawing/2014/main" id="{3E87A258-89A7-4027-DF06-A804AF82A153}"/>
              </a:ext>
            </a:extLst>
          </p:cNvPr>
          <p:cNvSpPr/>
          <p:nvPr/>
        </p:nvSpPr>
        <p:spPr>
          <a:xfrm>
            <a:off x="10058474" y="1200884"/>
            <a:ext cx="795600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51C2BA2F-7F88-5F70-00F3-5704BCA9CE40}"/>
                  </a:ext>
                </a:extLst>
              </p:cNvPr>
              <p:cNvSpPr txBox="1"/>
              <p:nvPr/>
            </p:nvSpPr>
            <p:spPr>
              <a:xfrm>
                <a:off x="10229122" y="1015020"/>
                <a:ext cx="21473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51C2BA2F-7F88-5F70-00F3-5704BCA9C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9122" y="1015020"/>
                <a:ext cx="214739" cy="153888"/>
              </a:xfrm>
              <a:prstGeom prst="rect">
                <a:avLst/>
              </a:prstGeom>
              <a:blipFill>
                <a:blip r:embed="rId52"/>
                <a:stretch>
                  <a:fillRect l="-11111" r="-5556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文本框 415">
                <a:extLst>
                  <a:ext uri="{FF2B5EF4-FFF2-40B4-BE49-F238E27FC236}">
                    <a16:creationId xmlns:a16="http://schemas.microsoft.com/office/drawing/2014/main" id="{483D7A0F-99EA-90F3-D41D-1869D91DE2E2}"/>
                  </a:ext>
                </a:extLst>
              </p:cNvPr>
              <p:cNvSpPr txBox="1"/>
              <p:nvPr/>
            </p:nvSpPr>
            <p:spPr>
              <a:xfrm>
                <a:off x="2201013" y="3084401"/>
                <a:ext cx="15446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6" name="文本框 415">
                <a:extLst>
                  <a:ext uri="{FF2B5EF4-FFF2-40B4-BE49-F238E27FC236}">
                    <a16:creationId xmlns:a16="http://schemas.microsoft.com/office/drawing/2014/main" id="{483D7A0F-99EA-90F3-D41D-1869D91DE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013" y="3084401"/>
                <a:ext cx="154466" cy="153888"/>
              </a:xfrm>
              <a:prstGeom prst="rect">
                <a:avLst/>
              </a:prstGeom>
              <a:blipFill>
                <a:blip r:embed="rId53"/>
                <a:stretch>
                  <a:fillRect l="-15385" r="-7692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文本框 416">
                <a:extLst>
                  <a:ext uri="{FF2B5EF4-FFF2-40B4-BE49-F238E27FC236}">
                    <a16:creationId xmlns:a16="http://schemas.microsoft.com/office/drawing/2014/main" id="{5EC01F98-B6CC-75AC-FE68-8080B7DED34F}"/>
                  </a:ext>
                </a:extLst>
              </p:cNvPr>
              <p:cNvSpPr txBox="1"/>
              <p:nvPr/>
            </p:nvSpPr>
            <p:spPr>
              <a:xfrm>
                <a:off x="3231033" y="3084401"/>
                <a:ext cx="16562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7" name="文本框 416">
                <a:extLst>
                  <a:ext uri="{FF2B5EF4-FFF2-40B4-BE49-F238E27FC236}">
                    <a16:creationId xmlns:a16="http://schemas.microsoft.com/office/drawing/2014/main" id="{5EC01F98-B6CC-75AC-FE68-8080B7DED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033" y="3084401"/>
                <a:ext cx="165622" cy="153888"/>
              </a:xfrm>
              <a:prstGeom prst="rect">
                <a:avLst/>
              </a:prstGeom>
              <a:blipFill>
                <a:blip r:embed="rId54"/>
                <a:stretch>
                  <a:fillRect l="-14286" r="-714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文本框 417">
                <a:extLst>
                  <a:ext uri="{FF2B5EF4-FFF2-40B4-BE49-F238E27FC236}">
                    <a16:creationId xmlns:a16="http://schemas.microsoft.com/office/drawing/2014/main" id="{C5C5867C-BD95-CC15-0318-11012944D1E5}"/>
                  </a:ext>
                </a:extLst>
              </p:cNvPr>
              <p:cNvSpPr txBox="1"/>
              <p:nvPr/>
            </p:nvSpPr>
            <p:spPr>
              <a:xfrm>
                <a:off x="2201013" y="4908204"/>
                <a:ext cx="15446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8" name="文本框 417">
                <a:extLst>
                  <a:ext uri="{FF2B5EF4-FFF2-40B4-BE49-F238E27FC236}">
                    <a16:creationId xmlns:a16="http://schemas.microsoft.com/office/drawing/2014/main" id="{C5C5867C-BD95-CC15-0318-11012944D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013" y="4908204"/>
                <a:ext cx="154466" cy="153888"/>
              </a:xfrm>
              <a:prstGeom prst="rect">
                <a:avLst/>
              </a:prstGeom>
              <a:blipFill>
                <a:blip r:embed="rId55"/>
                <a:stretch>
                  <a:fillRect l="-15385" r="-7692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文本框 418">
                <a:extLst>
                  <a:ext uri="{FF2B5EF4-FFF2-40B4-BE49-F238E27FC236}">
                    <a16:creationId xmlns:a16="http://schemas.microsoft.com/office/drawing/2014/main" id="{1554948D-DFB1-347F-5A08-CFD66D0F1A88}"/>
                  </a:ext>
                </a:extLst>
              </p:cNvPr>
              <p:cNvSpPr txBox="1"/>
              <p:nvPr/>
            </p:nvSpPr>
            <p:spPr>
              <a:xfrm>
                <a:off x="3231033" y="4908204"/>
                <a:ext cx="16562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9" name="文本框 418">
                <a:extLst>
                  <a:ext uri="{FF2B5EF4-FFF2-40B4-BE49-F238E27FC236}">
                    <a16:creationId xmlns:a16="http://schemas.microsoft.com/office/drawing/2014/main" id="{1554948D-DFB1-347F-5A08-CFD66D0F1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033" y="4908204"/>
                <a:ext cx="165622" cy="153888"/>
              </a:xfrm>
              <a:prstGeom prst="rect">
                <a:avLst/>
              </a:prstGeom>
              <a:blipFill>
                <a:blip r:embed="rId56"/>
                <a:stretch>
                  <a:fillRect l="-14286" r="-714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箭头连接符 1">
            <a:extLst>
              <a:ext uri="{FF2B5EF4-FFF2-40B4-BE49-F238E27FC236}">
                <a16:creationId xmlns:a16="http://schemas.microsoft.com/office/drawing/2014/main" id="{356C5516-CAD0-A392-99B6-399064D13A4C}"/>
              </a:ext>
            </a:extLst>
          </p:cNvPr>
          <p:cNvCxnSpPr>
            <a:cxnSpLocks/>
            <a:stCxn id="359" idx="3"/>
            <a:endCxn id="256" idx="2"/>
          </p:cNvCxnSpPr>
          <p:nvPr/>
        </p:nvCxnSpPr>
        <p:spPr>
          <a:xfrm>
            <a:off x="8352118" y="1869879"/>
            <a:ext cx="642637" cy="119580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E41A43B6-D038-072D-C3DA-5EBF3AD1E93A}"/>
              </a:ext>
            </a:extLst>
          </p:cNvPr>
          <p:cNvCxnSpPr>
            <a:cxnSpLocks/>
            <a:stCxn id="360" idx="3"/>
            <a:endCxn id="256" idx="2"/>
          </p:cNvCxnSpPr>
          <p:nvPr/>
        </p:nvCxnSpPr>
        <p:spPr>
          <a:xfrm>
            <a:off x="8352118" y="2217152"/>
            <a:ext cx="642637" cy="84853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8297EB2F-F4FA-7791-F066-21DD60500DAF}"/>
              </a:ext>
            </a:extLst>
          </p:cNvPr>
          <p:cNvCxnSpPr>
            <a:cxnSpLocks/>
            <a:stCxn id="361" idx="3"/>
            <a:endCxn id="256" idx="2"/>
          </p:cNvCxnSpPr>
          <p:nvPr/>
        </p:nvCxnSpPr>
        <p:spPr>
          <a:xfrm>
            <a:off x="8352118" y="2564425"/>
            <a:ext cx="642637" cy="50125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492AE7B-1550-2BDE-1316-8FAFE7CAD369}"/>
                  </a:ext>
                </a:extLst>
              </p:cNvPr>
              <p:cNvSpPr txBox="1"/>
              <p:nvPr/>
            </p:nvSpPr>
            <p:spPr>
              <a:xfrm>
                <a:off x="2349146" y="548809"/>
                <a:ext cx="16023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492AE7B-1550-2BDE-1316-8FAFE7CAD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146" y="548809"/>
                <a:ext cx="160236" cy="153888"/>
              </a:xfrm>
              <a:prstGeom prst="rect">
                <a:avLst/>
              </a:prstGeom>
              <a:blipFill>
                <a:blip r:embed="rId57"/>
                <a:stretch>
                  <a:fillRect l="-14286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0CFC740D-3DCD-BFCE-A454-776157D500B4}"/>
              </a:ext>
            </a:extLst>
          </p:cNvPr>
          <p:cNvSpPr txBox="1"/>
          <p:nvPr/>
        </p:nvSpPr>
        <p:spPr>
          <a:xfrm>
            <a:off x="2223763" y="515151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5223B1D-A970-6912-4DA0-60BC035E1A37}"/>
                  </a:ext>
                </a:extLst>
              </p:cNvPr>
              <p:cNvSpPr txBox="1"/>
              <p:nvPr/>
            </p:nvSpPr>
            <p:spPr>
              <a:xfrm>
                <a:off x="2362024" y="2163333"/>
                <a:ext cx="16318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5223B1D-A970-6912-4DA0-60BC035E1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024" y="2163333"/>
                <a:ext cx="163185" cy="153888"/>
              </a:xfrm>
              <a:prstGeom prst="rect">
                <a:avLst/>
              </a:prstGeom>
              <a:blipFill>
                <a:blip r:embed="rId58"/>
                <a:stretch>
                  <a:fillRect l="-14286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6ABF3206-B668-5E2D-B0F6-835669756B45}"/>
              </a:ext>
            </a:extLst>
          </p:cNvPr>
          <p:cNvSpPr txBox="1"/>
          <p:nvPr/>
        </p:nvSpPr>
        <p:spPr>
          <a:xfrm>
            <a:off x="2236641" y="2129675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47A0DDD-86A4-B020-BD49-5C94920B5FA6}"/>
                  </a:ext>
                </a:extLst>
              </p:cNvPr>
              <p:cNvSpPr txBox="1"/>
              <p:nvPr/>
            </p:nvSpPr>
            <p:spPr>
              <a:xfrm>
                <a:off x="3405751" y="536837"/>
                <a:ext cx="16318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47A0DDD-86A4-B020-BD49-5C94920B5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751" y="536837"/>
                <a:ext cx="163185" cy="153888"/>
              </a:xfrm>
              <a:prstGeom prst="rect">
                <a:avLst/>
              </a:prstGeom>
              <a:blipFill>
                <a:blip r:embed="rId59"/>
                <a:stretch>
                  <a:fillRect l="-23077" r="-7692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96AD3856-6720-A4D6-CF25-3FC25F45620A}"/>
              </a:ext>
            </a:extLst>
          </p:cNvPr>
          <p:cNvSpPr txBox="1"/>
          <p:nvPr/>
        </p:nvSpPr>
        <p:spPr>
          <a:xfrm>
            <a:off x="3274231" y="509316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419B270-A64A-1462-6B55-3CAE8E471A40}"/>
                  </a:ext>
                </a:extLst>
              </p:cNvPr>
              <p:cNvSpPr txBox="1"/>
              <p:nvPr/>
            </p:nvSpPr>
            <p:spPr>
              <a:xfrm>
                <a:off x="3410042" y="2150681"/>
                <a:ext cx="15997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419B270-A64A-1462-6B55-3CAE8E471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042" y="2150681"/>
                <a:ext cx="159979" cy="153888"/>
              </a:xfrm>
              <a:prstGeom prst="rect">
                <a:avLst/>
              </a:prstGeom>
              <a:blipFill>
                <a:blip r:embed="rId60"/>
                <a:stretch>
                  <a:fillRect l="-21429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3BB952EC-FF3B-E584-998F-56439D425049}"/>
              </a:ext>
            </a:extLst>
          </p:cNvPr>
          <p:cNvSpPr txBox="1"/>
          <p:nvPr/>
        </p:nvSpPr>
        <p:spPr>
          <a:xfrm>
            <a:off x="3272385" y="2129297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C8616CB-A4A3-C049-DA55-B0850905E701}"/>
                  </a:ext>
                </a:extLst>
              </p:cNvPr>
              <p:cNvSpPr txBox="1"/>
              <p:nvPr/>
            </p:nvSpPr>
            <p:spPr>
              <a:xfrm>
                <a:off x="2198865" y="4022409"/>
                <a:ext cx="15446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C8616CB-A4A3-C049-DA55-B0850905E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865" y="4022409"/>
                <a:ext cx="154466" cy="153888"/>
              </a:xfrm>
              <a:prstGeom prst="rect">
                <a:avLst/>
              </a:prstGeom>
              <a:blipFill>
                <a:blip r:embed="rId61"/>
                <a:stretch>
                  <a:fillRect l="-15385" r="-7692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0B7B991-9F55-78AB-46A0-7E04005FC045}"/>
                  </a:ext>
                </a:extLst>
              </p:cNvPr>
              <p:cNvSpPr txBox="1"/>
              <p:nvPr/>
            </p:nvSpPr>
            <p:spPr>
              <a:xfrm>
                <a:off x="3228885" y="4022409"/>
                <a:ext cx="16562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0B7B991-9F55-78AB-46A0-7E04005FC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885" y="4022409"/>
                <a:ext cx="165622" cy="153888"/>
              </a:xfrm>
              <a:prstGeom prst="rect">
                <a:avLst/>
              </a:prstGeom>
              <a:blipFill>
                <a:blip r:embed="rId62"/>
                <a:stretch>
                  <a:fillRect l="-14286" r="-714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8CDC1A9-2BD1-A7FD-E552-3739216C6862}"/>
                  </a:ext>
                </a:extLst>
              </p:cNvPr>
              <p:cNvSpPr txBox="1"/>
              <p:nvPr/>
            </p:nvSpPr>
            <p:spPr>
              <a:xfrm>
                <a:off x="2198865" y="5846215"/>
                <a:ext cx="15446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8CDC1A9-2BD1-A7FD-E552-3739216C6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865" y="5846215"/>
                <a:ext cx="154466" cy="153888"/>
              </a:xfrm>
              <a:prstGeom prst="rect">
                <a:avLst/>
              </a:prstGeom>
              <a:blipFill>
                <a:blip r:embed="rId63"/>
                <a:stretch>
                  <a:fillRect l="-15385" r="-7692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62FE3CBC-1EF1-6204-92B8-B0FA26126F23}"/>
                  </a:ext>
                </a:extLst>
              </p:cNvPr>
              <p:cNvSpPr txBox="1"/>
              <p:nvPr/>
            </p:nvSpPr>
            <p:spPr>
              <a:xfrm>
                <a:off x="3228885" y="5846215"/>
                <a:ext cx="16562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62FE3CBC-1EF1-6204-92B8-B0FA26126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885" y="5846215"/>
                <a:ext cx="165622" cy="153888"/>
              </a:xfrm>
              <a:prstGeom prst="rect">
                <a:avLst/>
              </a:prstGeom>
              <a:blipFill>
                <a:blip r:embed="rId64"/>
                <a:stretch>
                  <a:fillRect l="-14286" r="-714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5CB9451-C589-07CC-A6D1-9AEB2042F7C6}"/>
                  </a:ext>
                </a:extLst>
              </p:cNvPr>
              <p:cNvSpPr txBox="1"/>
              <p:nvPr/>
            </p:nvSpPr>
            <p:spPr>
              <a:xfrm>
                <a:off x="6374031" y="514414"/>
                <a:ext cx="16318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5CB9451-C589-07CC-A6D1-9AEB2042F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031" y="514414"/>
                <a:ext cx="163185" cy="153888"/>
              </a:xfrm>
              <a:prstGeom prst="rect">
                <a:avLst/>
              </a:prstGeom>
              <a:blipFill>
                <a:blip r:embed="rId65"/>
                <a:stretch>
                  <a:fillRect l="-23077" r="-7692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0D8D67E7-E4D7-CA4D-3134-958EF3A31731}"/>
              </a:ext>
            </a:extLst>
          </p:cNvPr>
          <p:cNvSpPr txBox="1"/>
          <p:nvPr/>
        </p:nvSpPr>
        <p:spPr>
          <a:xfrm>
            <a:off x="6242940" y="488933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98FDAB9-A73F-45D0-E59B-CF07B81951A4}"/>
                  </a:ext>
                </a:extLst>
              </p:cNvPr>
              <p:cNvSpPr txBox="1"/>
              <p:nvPr/>
            </p:nvSpPr>
            <p:spPr>
              <a:xfrm>
                <a:off x="6153099" y="1404270"/>
                <a:ext cx="1445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98FDAB9-A73F-45D0-E59B-CF07B8195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099" y="1404270"/>
                <a:ext cx="144527" cy="153888"/>
              </a:xfrm>
              <a:prstGeom prst="rect">
                <a:avLst/>
              </a:prstGeom>
              <a:blipFill>
                <a:blip r:embed="rId66"/>
                <a:stretch>
                  <a:fillRect l="-16667" r="-833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本框 30">
            <a:extLst>
              <a:ext uri="{FF2B5EF4-FFF2-40B4-BE49-F238E27FC236}">
                <a16:creationId xmlns:a16="http://schemas.microsoft.com/office/drawing/2014/main" id="{076A8998-CA7A-2E56-49A0-9D41A5CA78B2}"/>
              </a:ext>
            </a:extLst>
          </p:cNvPr>
          <p:cNvSpPr txBox="1"/>
          <p:nvPr/>
        </p:nvSpPr>
        <p:spPr>
          <a:xfrm>
            <a:off x="6182768" y="1374401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120CA2D3-5BCF-91E3-D5E0-45D4705766FB}"/>
                  </a:ext>
                </a:extLst>
              </p:cNvPr>
              <p:cNvSpPr txBox="1"/>
              <p:nvPr/>
            </p:nvSpPr>
            <p:spPr>
              <a:xfrm>
                <a:off x="6125459" y="2150838"/>
                <a:ext cx="14157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120CA2D3-5BCF-91E3-D5E0-45D470576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459" y="2150838"/>
                <a:ext cx="141577" cy="153888"/>
              </a:xfrm>
              <a:prstGeom prst="rect">
                <a:avLst/>
              </a:prstGeom>
              <a:blipFill>
                <a:blip r:embed="rId67"/>
                <a:stretch>
                  <a:fillRect l="-16667" r="-833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本框 47">
            <a:extLst>
              <a:ext uri="{FF2B5EF4-FFF2-40B4-BE49-F238E27FC236}">
                <a16:creationId xmlns:a16="http://schemas.microsoft.com/office/drawing/2014/main" id="{128E9570-8211-B510-6FF4-6301B0FDDD9E}"/>
              </a:ext>
            </a:extLst>
          </p:cNvPr>
          <p:cNvSpPr txBox="1"/>
          <p:nvPr/>
        </p:nvSpPr>
        <p:spPr>
          <a:xfrm>
            <a:off x="6169469" y="2128217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D534AA00-64E0-5CC7-2D94-7DDA9B6AEE1B}"/>
                  </a:ext>
                </a:extLst>
              </p:cNvPr>
              <p:cNvSpPr txBox="1"/>
              <p:nvPr/>
            </p:nvSpPr>
            <p:spPr>
              <a:xfrm>
                <a:off x="6324935" y="3019783"/>
                <a:ext cx="21473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D534AA00-64E0-5CC7-2D94-7DDA9B6AE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935" y="3019783"/>
                <a:ext cx="214739" cy="153888"/>
              </a:xfrm>
              <a:prstGeom prst="rect">
                <a:avLst/>
              </a:prstGeom>
              <a:blipFill>
                <a:blip r:embed="rId68"/>
                <a:stretch>
                  <a:fillRect l="-16667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7A6685DB-1F37-2E04-491C-C0F39123232D}"/>
                  </a:ext>
                </a:extLst>
              </p:cNvPr>
              <p:cNvSpPr txBox="1"/>
              <p:nvPr/>
            </p:nvSpPr>
            <p:spPr>
              <a:xfrm>
                <a:off x="6148982" y="3021259"/>
                <a:ext cx="1445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7A6685DB-1F37-2E04-491C-C0F391232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982" y="3021259"/>
                <a:ext cx="144527" cy="153888"/>
              </a:xfrm>
              <a:prstGeom prst="rect">
                <a:avLst/>
              </a:prstGeom>
              <a:blipFill>
                <a:blip r:embed="rId69"/>
                <a:stretch>
                  <a:fillRect l="-16667" r="-8333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文本框 50">
            <a:extLst>
              <a:ext uri="{FF2B5EF4-FFF2-40B4-BE49-F238E27FC236}">
                <a16:creationId xmlns:a16="http://schemas.microsoft.com/office/drawing/2014/main" id="{F9D7A8B6-D442-DCB1-C5F3-775786EABB7B}"/>
              </a:ext>
            </a:extLst>
          </p:cNvPr>
          <p:cNvSpPr txBox="1"/>
          <p:nvPr/>
        </p:nvSpPr>
        <p:spPr>
          <a:xfrm>
            <a:off x="6192992" y="2998638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DC3FC1E-4C4A-ACF2-62C1-F31AFFDC65AB}"/>
              </a:ext>
            </a:extLst>
          </p:cNvPr>
          <p:cNvSpPr txBox="1"/>
          <p:nvPr/>
        </p:nvSpPr>
        <p:spPr>
          <a:xfrm>
            <a:off x="7125632" y="499517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A921883-A91C-42ED-5209-76E7C7852DB6}"/>
                  </a:ext>
                </a:extLst>
              </p:cNvPr>
              <p:cNvSpPr txBox="1"/>
              <p:nvPr/>
            </p:nvSpPr>
            <p:spPr>
              <a:xfrm>
                <a:off x="7076073" y="529189"/>
                <a:ext cx="16632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A921883-A91C-42ED-5209-76E7C7852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073" y="529189"/>
                <a:ext cx="166328" cy="153888"/>
              </a:xfrm>
              <a:prstGeom prst="rect">
                <a:avLst/>
              </a:prstGeom>
              <a:blipFill>
                <a:blip r:embed="rId70"/>
                <a:stretch>
                  <a:fillRect l="-21429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C12A2766-DF6A-CA98-A008-5201D30CB261}"/>
                  </a:ext>
                </a:extLst>
              </p:cNvPr>
              <p:cNvSpPr txBox="1"/>
              <p:nvPr/>
            </p:nvSpPr>
            <p:spPr>
              <a:xfrm>
                <a:off x="7253780" y="2133216"/>
                <a:ext cx="21473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C12A2766-DF6A-CA98-A008-5201D30CB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780" y="2133216"/>
                <a:ext cx="214739" cy="153888"/>
              </a:xfrm>
              <a:prstGeom prst="rect">
                <a:avLst/>
              </a:prstGeom>
              <a:blipFill>
                <a:blip r:embed="rId71"/>
                <a:stretch>
                  <a:fillRect l="-17647" r="-5882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本框 58">
            <a:extLst>
              <a:ext uri="{FF2B5EF4-FFF2-40B4-BE49-F238E27FC236}">
                <a16:creationId xmlns:a16="http://schemas.microsoft.com/office/drawing/2014/main" id="{1BC6F1F3-0D34-CF32-8573-4DB9EF93B159}"/>
              </a:ext>
            </a:extLst>
          </p:cNvPr>
          <p:cNvSpPr txBox="1"/>
          <p:nvPr/>
        </p:nvSpPr>
        <p:spPr>
          <a:xfrm>
            <a:off x="7124607" y="2112496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421FC7C5-1334-C76A-FC75-D72B919EB5D3}"/>
                  </a:ext>
                </a:extLst>
              </p:cNvPr>
              <p:cNvSpPr txBox="1"/>
              <p:nvPr/>
            </p:nvSpPr>
            <p:spPr>
              <a:xfrm>
                <a:off x="7075048" y="2142168"/>
                <a:ext cx="16632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421FC7C5-1334-C76A-FC75-D72B919EB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048" y="2142168"/>
                <a:ext cx="166328" cy="153888"/>
              </a:xfrm>
              <a:prstGeom prst="rect">
                <a:avLst/>
              </a:prstGeom>
              <a:blipFill>
                <a:blip r:embed="rId72"/>
                <a:stretch>
                  <a:fillRect l="-21429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3ABC4064-C067-1728-A215-1A8B8F2CD2D2}"/>
                  </a:ext>
                </a:extLst>
              </p:cNvPr>
              <p:cNvSpPr txBox="1"/>
              <p:nvPr/>
            </p:nvSpPr>
            <p:spPr>
              <a:xfrm>
                <a:off x="7087322" y="1399607"/>
                <a:ext cx="16927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3ABC4064-C067-1728-A215-1A8B8F2CD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322" y="1399607"/>
                <a:ext cx="169277" cy="153888"/>
              </a:xfrm>
              <a:prstGeom prst="rect">
                <a:avLst/>
              </a:prstGeom>
              <a:blipFill>
                <a:blip r:embed="rId73"/>
                <a:stretch>
                  <a:fillRect l="-21429" r="-714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文本框 61">
            <a:extLst>
              <a:ext uri="{FF2B5EF4-FFF2-40B4-BE49-F238E27FC236}">
                <a16:creationId xmlns:a16="http://schemas.microsoft.com/office/drawing/2014/main" id="{61F2678F-A77B-693E-072E-D58B8F3AF7E8}"/>
              </a:ext>
            </a:extLst>
          </p:cNvPr>
          <p:cNvSpPr txBox="1"/>
          <p:nvPr/>
        </p:nvSpPr>
        <p:spPr>
          <a:xfrm>
            <a:off x="7137907" y="1377765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79292C9F-653A-187F-DE67-31DC4693D678}"/>
                  </a:ext>
                </a:extLst>
              </p:cNvPr>
              <p:cNvSpPr txBox="1"/>
              <p:nvPr/>
            </p:nvSpPr>
            <p:spPr>
              <a:xfrm>
                <a:off x="7241509" y="3014017"/>
                <a:ext cx="21473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79292C9F-653A-187F-DE67-31DC4693D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509" y="3014017"/>
                <a:ext cx="214739" cy="153888"/>
              </a:xfrm>
              <a:prstGeom prst="rect">
                <a:avLst/>
              </a:prstGeom>
              <a:blipFill>
                <a:blip r:embed="rId74"/>
                <a:stretch>
                  <a:fillRect l="-16667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68108885-5CEB-55CB-D67A-B29186DF48D6}"/>
                  </a:ext>
                </a:extLst>
              </p:cNvPr>
              <p:cNvSpPr txBox="1"/>
              <p:nvPr/>
            </p:nvSpPr>
            <p:spPr>
              <a:xfrm>
                <a:off x="7067889" y="3018730"/>
                <a:ext cx="16927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68108885-5CEB-55CB-D67A-B29186DF4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7889" y="3018730"/>
                <a:ext cx="169277" cy="153888"/>
              </a:xfrm>
              <a:prstGeom prst="rect">
                <a:avLst/>
              </a:prstGeom>
              <a:blipFill>
                <a:blip r:embed="rId75"/>
                <a:stretch>
                  <a:fillRect l="-14286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本框 64">
            <a:extLst>
              <a:ext uri="{FF2B5EF4-FFF2-40B4-BE49-F238E27FC236}">
                <a16:creationId xmlns:a16="http://schemas.microsoft.com/office/drawing/2014/main" id="{D0A82334-4DBB-5E26-981A-36777BFEA129}"/>
              </a:ext>
            </a:extLst>
          </p:cNvPr>
          <p:cNvSpPr txBox="1"/>
          <p:nvPr/>
        </p:nvSpPr>
        <p:spPr>
          <a:xfrm>
            <a:off x="7118474" y="2996888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EA5340DE-8E36-E677-0F23-7F77E3D960B8}"/>
                  </a:ext>
                </a:extLst>
              </p:cNvPr>
              <p:cNvSpPr txBox="1"/>
              <p:nvPr/>
            </p:nvSpPr>
            <p:spPr>
              <a:xfrm>
                <a:off x="9036778" y="1022501"/>
                <a:ext cx="17068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EA5340DE-8E36-E677-0F23-7F77E3D96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6778" y="1022501"/>
                <a:ext cx="170688" cy="153888"/>
              </a:xfrm>
              <a:prstGeom prst="rect">
                <a:avLst/>
              </a:prstGeom>
              <a:blipFill>
                <a:blip r:embed="rId76"/>
                <a:stretch>
                  <a:fillRect l="-14286" t="-23077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文本框 67">
            <a:extLst>
              <a:ext uri="{FF2B5EF4-FFF2-40B4-BE49-F238E27FC236}">
                <a16:creationId xmlns:a16="http://schemas.microsoft.com/office/drawing/2014/main" id="{84D4D9D6-4CBC-9541-B6D4-30D3B19CA558}"/>
              </a:ext>
            </a:extLst>
          </p:cNvPr>
          <p:cNvSpPr txBox="1"/>
          <p:nvPr/>
        </p:nvSpPr>
        <p:spPr>
          <a:xfrm>
            <a:off x="9102442" y="953748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A89652BB-883C-3F87-4EF5-6C67DC9A6855}"/>
                  </a:ext>
                </a:extLst>
              </p:cNvPr>
              <p:cNvSpPr txBox="1"/>
              <p:nvPr/>
            </p:nvSpPr>
            <p:spPr>
              <a:xfrm>
                <a:off x="9265550" y="2601623"/>
                <a:ext cx="21473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A89652BB-883C-3F87-4EF5-6C67DC9A6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550" y="2601623"/>
                <a:ext cx="214739" cy="153888"/>
              </a:xfrm>
              <a:prstGeom prst="rect">
                <a:avLst/>
              </a:prstGeom>
              <a:blipFill>
                <a:blip r:embed="rId77"/>
                <a:stretch>
                  <a:fillRect l="-11111" r="-5556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94B9B615-0680-4575-7218-B6631B154105}"/>
                  </a:ext>
                </a:extLst>
              </p:cNvPr>
              <p:cNvSpPr txBox="1"/>
              <p:nvPr/>
            </p:nvSpPr>
            <p:spPr>
              <a:xfrm>
                <a:off x="9045485" y="2637942"/>
                <a:ext cx="17344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10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0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94B9B615-0680-4575-7218-B6631B154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485" y="2637942"/>
                <a:ext cx="173444" cy="153888"/>
              </a:xfrm>
              <a:prstGeom prst="rect">
                <a:avLst/>
              </a:prstGeom>
              <a:blipFill>
                <a:blip r:embed="rId78"/>
                <a:stretch>
                  <a:fillRect l="-21429" t="-23077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文本框 76">
            <a:extLst>
              <a:ext uri="{FF2B5EF4-FFF2-40B4-BE49-F238E27FC236}">
                <a16:creationId xmlns:a16="http://schemas.microsoft.com/office/drawing/2014/main" id="{AF4E56F6-E3C3-E10C-7B3A-3F6CAE52712F}"/>
              </a:ext>
            </a:extLst>
          </p:cNvPr>
          <p:cNvSpPr txBox="1"/>
          <p:nvPr/>
        </p:nvSpPr>
        <p:spPr>
          <a:xfrm>
            <a:off x="9111149" y="2569189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DA9723EC-4F2B-F6B6-3B6F-DEFE71DB42E9}"/>
                  </a:ext>
                </a:extLst>
              </p:cNvPr>
              <p:cNvSpPr txBox="1"/>
              <p:nvPr/>
            </p:nvSpPr>
            <p:spPr>
              <a:xfrm>
                <a:off x="10117263" y="1374746"/>
                <a:ext cx="65614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kumimoji="1"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−1.5)</m:t>
                          </m:r>
                        </m:e>
                        <m:sup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DA9723EC-4F2B-F6B6-3B6F-DEFE71DB4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7263" y="1374746"/>
                <a:ext cx="656142" cy="153888"/>
              </a:xfrm>
              <a:prstGeom prst="rect">
                <a:avLst/>
              </a:prstGeom>
              <a:blipFill>
                <a:blip r:embed="rId79"/>
                <a:stretch>
                  <a:fillRect l="-5660" t="-23077" r="-1887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5148B3C5-4077-4AD7-5070-51AF2FC874D7}"/>
                  </a:ext>
                </a:extLst>
              </p:cNvPr>
              <p:cNvSpPr txBox="1"/>
              <p:nvPr/>
            </p:nvSpPr>
            <p:spPr>
              <a:xfrm>
                <a:off x="10153633" y="2988739"/>
                <a:ext cx="65889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en-US" altLang="zh-CN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kumimoji="1" lang="en-US" altLang="zh-CN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kumimoji="1" lang="en-US" altLang="zh-CN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−0.9)</m:t>
                          </m:r>
                        </m:e>
                        <m:sup>
                          <m:r>
                            <a:rPr kumimoji="1" lang="en-US" altLang="zh-CN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5148B3C5-4077-4AD7-5070-51AF2FC87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3633" y="2988739"/>
                <a:ext cx="658898" cy="153888"/>
              </a:xfrm>
              <a:prstGeom prst="rect">
                <a:avLst/>
              </a:prstGeom>
              <a:blipFill>
                <a:blip r:embed="rId80"/>
                <a:stretch>
                  <a:fillRect l="-5660" t="-23077" r="-1887" b="-3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0480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CEBD4-AA5C-8945-B27F-87809D0B8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36889797-EEB2-35DD-6F4F-0FC761055297}"/>
              </a:ext>
            </a:extLst>
          </p:cNvPr>
          <p:cNvGrpSpPr/>
          <p:nvPr/>
        </p:nvGrpSpPr>
        <p:grpSpPr>
          <a:xfrm>
            <a:off x="666804" y="1430857"/>
            <a:ext cx="540000" cy="979102"/>
            <a:chOff x="758245" y="632790"/>
            <a:chExt cx="540000" cy="9791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A5919EBF-DF91-6798-9044-846151B8F275}"/>
                    </a:ext>
                  </a:extLst>
                </p:cNvPr>
                <p:cNvSpPr txBox="1"/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1D3D5C2-048D-5251-923A-6022A34F14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DF7D12C3-F34B-187A-B084-64D78FF268E0}"/>
                    </a:ext>
                  </a:extLst>
                </p:cNvPr>
                <p:cNvSpPr txBox="1"/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B366048-CD05-53BC-DB04-287DF404CE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4AE91CD-2215-DF3F-93E2-3B821E443434}"/>
                    </a:ext>
                  </a:extLst>
                </p:cNvPr>
                <p:cNvSpPr txBox="1"/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B53E4A4-D741-C897-F428-8E823FE26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椭圆 11">
            <a:extLst>
              <a:ext uri="{FF2B5EF4-FFF2-40B4-BE49-F238E27FC236}">
                <a16:creationId xmlns:a16="http://schemas.microsoft.com/office/drawing/2014/main" id="{00B9768F-F222-0D4F-3FED-5C178B759BFC}"/>
              </a:ext>
            </a:extLst>
          </p:cNvPr>
          <p:cNvSpPr/>
          <p:nvPr/>
        </p:nvSpPr>
        <p:spPr>
          <a:xfrm>
            <a:off x="2005383" y="727327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916E217-5BCD-6999-A433-772162F92AE0}"/>
                  </a:ext>
                </a:extLst>
              </p:cNvPr>
              <p:cNvSpPr txBox="1"/>
              <p:nvPr/>
            </p:nvSpPr>
            <p:spPr>
              <a:xfrm>
                <a:off x="2125757" y="892550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AADBF9A-3487-7ECF-32A5-233EDA979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757" y="892550"/>
                <a:ext cx="269817" cy="153888"/>
              </a:xfrm>
              <a:prstGeom prst="rect">
                <a:avLst/>
              </a:prstGeom>
              <a:blipFill>
                <a:blip r:embed="rId6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A06E46D-ACE8-8EFE-309F-F349AE9D5743}"/>
                  </a:ext>
                </a:extLst>
              </p:cNvPr>
              <p:cNvSpPr txBox="1"/>
              <p:nvPr/>
            </p:nvSpPr>
            <p:spPr>
              <a:xfrm>
                <a:off x="2117038" y="541463"/>
                <a:ext cx="15151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A06E46D-ACE8-8EFE-309F-F349AE9D5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038" y="541463"/>
                <a:ext cx="151515" cy="153888"/>
              </a:xfrm>
              <a:prstGeom prst="rect">
                <a:avLst/>
              </a:prstGeom>
              <a:blipFill>
                <a:blip r:embed="rId7"/>
                <a:stretch>
                  <a:fillRect l="-7692" r="-7692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椭圆 15">
            <a:extLst>
              <a:ext uri="{FF2B5EF4-FFF2-40B4-BE49-F238E27FC236}">
                <a16:creationId xmlns:a16="http://schemas.microsoft.com/office/drawing/2014/main" id="{4DA6FA59-EC17-C216-01D4-93B26BAAAFAD}"/>
              </a:ext>
            </a:extLst>
          </p:cNvPr>
          <p:cNvSpPr/>
          <p:nvPr/>
        </p:nvSpPr>
        <p:spPr>
          <a:xfrm>
            <a:off x="3043915" y="728601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6AB34F8-0317-1A89-4297-571621A77B36}"/>
                  </a:ext>
                </a:extLst>
              </p:cNvPr>
              <p:cNvSpPr txBox="1"/>
              <p:nvPr/>
            </p:nvSpPr>
            <p:spPr>
              <a:xfrm>
                <a:off x="3242530" y="887669"/>
                <a:ext cx="1137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1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CA002B2-28F7-3736-3F26-B9D4AF8C9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530" y="887669"/>
                <a:ext cx="113749" cy="153888"/>
              </a:xfrm>
              <a:prstGeom prst="rect">
                <a:avLst/>
              </a:prstGeom>
              <a:blipFill>
                <a:blip r:embed="rId8"/>
                <a:stretch>
                  <a:fillRect l="-20000"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A2C09F7-51BE-DFF8-732A-06F4C6074337}"/>
                  </a:ext>
                </a:extLst>
              </p:cNvPr>
              <p:cNvSpPr txBox="1"/>
              <p:nvPr/>
            </p:nvSpPr>
            <p:spPr>
              <a:xfrm>
                <a:off x="3163655" y="542738"/>
                <a:ext cx="16267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A2C09F7-51BE-DFF8-732A-06F4C6074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655" y="542738"/>
                <a:ext cx="162673" cy="153888"/>
              </a:xfrm>
              <a:prstGeom prst="rect">
                <a:avLst/>
              </a:prstGeom>
              <a:blipFill>
                <a:blip r:embed="rId9"/>
                <a:stretch>
                  <a:fillRect l="-21429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9A9A41AC-E18A-8629-7A34-6442A6A1E7D0}"/>
              </a:ext>
            </a:extLst>
          </p:cNvPr>
          <p:cNvCxnSpPr>
            <a:cxnSpLocks/>
            <a:stCxn id="12" idx="6"/>
            <a:endCxn id="16" idx="2"/>
          </p:cNvCxnSpPr>
          <p:nvPr/>
        </p:nvCxnSpPr>
        <p:spPr>
          <a:xfrm>
            <a:off x="2509382" y="979327"/>
            <a:ext cx="534533" cy="127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105CA4E4-295D-054B-C045-049B85D63032}"/>
              </a:ext>
            </a:extLst>
          </p:cNvPr>
          <p:cNvCxnSpPr>
            <a:cxnSpLocks/>
            <a:stCxn id="16" idx="6"/>
            <a:endCxn id="82" idx="2"/>
          </p:cNvCxnSpPr>
          <p:nvPr/>
        </p:nvCxnSpPr>
        <p:spPr>
          <a:xfrm flipV="1">
            <a:off x="3547914" y="959440"/>
            <a:ext cx="2496933" cy="2116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E1813B65-CB4F-BD57-5E9B-4CAE158809C3}"/>
              </a:ext>
            </a:extLst>
          </p:cNvPr>
          <p:cNvCxnSpPr>
            <a:cxnSpLocks/>
            <a:stCxn id="16" idx="6"/>
            <a:endCxn id="87" idx="2"/>
          </p:cNvCxnSpPr>
          <p:nvPr/>
        </p:nvCxnSpPr>
        <p:spPr>
          <a:xfrm>
            <a:off x="3547914" y="980601"/>
            <a:ext cx="2508658" cy="85215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2F362C7A-4A1D-36EF-DC62-28819C6A8CEF}"/>
              </a:ext>
            </a:extLst>
          </p:cNvPr>
          <p:cNvCxnSpPr>
            <a:cxnSpLocks/>
            <a:stCxn id="82" idx="6"/>
            <a:endCxn id="92" idx="2"/>
          </p:cNvCxnSpPr>
          <p:nvPr/>
        </p:nvCxnSpPr>
        <p:spPr>
          <a:xfrm flipV="1">
            <a:off x="6548846" y="958100"/>
            <a:ext cx="453583" cy="134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CC12AE3D-B661-F44E-C2C0-888964773278}"/>
              </a:ext>
            </a:extLst>
          </p:cNvPr>
          <p:cNvCxnSpPr>
            <a:cxnSpLocks/>
            <a:stCxn id="87" idx="6"/>
            <a:endCxn id="96" idx="2"/>
          </p:cNvCxnSpPr>
          <p:nvPr/>
        </p:nvCxnSpPr>
        <p:spPr>
          <a:xfrm flipV="1">
            <a:off x="6560571" y="1832757"/>
            <a:ext cx="441858" cy="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EF310EF6-9A4C-EB80-EC68-250A1B538E71}"/>
              </a:ext>
            </a:extLst>
          </p:cNvPr>
          <p:cNvCxnSpPr>
            <a:cxnSpLocks/>
            <a:stCxn id="92" idx="6"/>
            <a:endCxn id="104" idx="2"/>
          </p:cNvCxnSpPr>
          <p:nvPr/>
        </p:nvCxnSpPr>
        <p:spPr>
          <a:xfrm>
            <a:off x="7506428" y="958100"/>
            <a:ext cx="1488327" cy="49207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5513FA2C-7794-7FF6-C189-727B01C4A692}"/>
              </a:ext>
            </a:extLst>
          </p:cNvPr>
          <p:cNvCxnSpPr>
            <a:cxnSpLocks/>
            <a:stCxn id="96" idx="6"/>
            <a:endCxn id="104" idx="2"/>
          </p:cNvCxnSpPr>
          <p:nvPr/>
        </p:nvCxnSpPr>
        <p:spPr>
          <a:xfrm flipV="1">
            <a:off x="7506428" y="1450172"/>
            <a:ext cx="1488327" cy="3825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椭圆 81">
            <a:extLst>
              <a:ext uri="{FF2B5EF4-FFF2-40B4-BE49-F238E27FC236}">
                <a16:creationId xmlns:a16="http://schemas.microsoft.com/office/drawing/2014/main" id="{C5C41350-8356-C0F4-817C-1C62DD670C72}"/>
              </a:ext>
            </a:extLst>
          </p:cNvPr>
          <p:cNvSpPr/>
          <p:nvPr/>
        </p:nvSpPr>
        <p:spPr>
          <a:xfrm>
            <a:off x="6044847" y="707440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5716B7A8-33C5-6921-AD98-8E0F46A7C3AA}"/>
                  </a:ext>
                </a:extLst>
              </p:cNvPr>
              <p:cNvSpPr txBox="1"/>
              <p:nvPr/>
            </p:nvSpPr>
            <p:spPr>
              <a:xfrm>
                <a:off x="6165221" y="872663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24E43824-7571-504A-7495-287294C21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221" y="872663"/>
                <a:ext cx="269817" cy="153888"/>
              </a:xfrm>
              <a:prstGeom prst="rect">
                <a:avLst/>
              </a:prstGeom>
              <a:blipFill>
                <a:blip r:embed="rId10"/>
                <a:stretch>
                  <a:fillRect l="-9091" r="-9091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FF9A1C41-C600-0E13-50C3-8657750052DA}"/>
                  </a:ext>
                </a:extLst>
              </p:cNvPr>
              <p:cNvSpPr txBox="1"/>
              <p:nvPr/>
            </p:nvSpPr>
            <p:spPr>
              <a:xfrm>
                <a:off x="6068014" y="521576"/>
                <a:ext cx="14157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FF9A1C41-C600-0E13-50C3-865775005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014" y="521576"/>
                <a:ext cx="141577" cy="153888"/>
              </a:xfrm>
              <a:prstGeom prst="rect">
                <a:avLst/>
              </a:prstGeom>
              <a:blipFill>
                <a:blip r:embed="rId11"/>
                <a:stretch>
                  <a:fillRect l="-7692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椭圆 86">
            <a:extLst>
              <a:ext uri="{FF2B5EF4-FFF2-40B4-BE49-F238E27FC236}">
                <a16:creationId xmlns:a16="http://schemas.microsoft.com/office/drawing/2014/main" id="{29BE613D-88A9-AFE6-48A4-698A9D2BD31E}"/>
              </a:ext>
            </a:extLst>
          </p:cNvPr>
          <p:cNvSpPr/>
          <p:nvPr/>
        </p:nvSpPr>
        <p:spPr>
          <a:xfrm>
            <a:off x="6056572" y="1580758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E5126550-7652-6307-4A2D-EDD8B3E6F4DE}"/>
                  </a:ext>
                </a:extLst>
              </p:cNvPr>
              <p:cNvSpPr txBox="1"/>
              <p:nvPr/>
            </p:nvSpPr>
            <p:spPr>
              <a:xfrm>
                <a:off x="6176946" y="1745981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9609DB48-DE4F-1E88-AD1B-CA71D6B9A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946" y="1745981"/>
                <a:ext cx="269817" cy="153888"/>
              </a:xfrm>
              <a:prstGeom prst="rect">
                <a:avLst/>
              </a:prstGeom>
              <a:blipFill>
                <a:blip r:embed="rId12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4C64CE29-B287-B4D2-0A02-323FBCF49C3E}"/>
                  </a:ext>
                </a:extLst>
              </p:cNvPr>
              <p:cNvSpPr txBox="1"/>
              <p:nvPr/>
            </p:nvSpPr>
            <p:spPr>
              <a:xfrm>
                <a:off x="6263977" y="1394894"/>
                <a:ext cx="70801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=2.2108</m:t>
                      </m:r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4C64CE29-B287-B4D2-0A02-323FBCF49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3977" y="1394894"/>
                <a:ext cx="708014" cy="153888"/>
              </a:xfrm>
              <a:prstGeom prst="rect">
                <a:avLst/>
              </a:prstGeom>
              <a:blipFill>
                <a:blip r:embed="rId13"/>
                <a:stretch>
                  <a:fillRect l="-3509" r="-3509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椭圆 91">
            <a:extLst>
              <a:ext uri="{FF2B5EF4-FFF2-40B4-BE49-F238E27FC236}">
                <a16:creationId xmlns:a16="http://schemas.microsoft.com/office/drawing/2014/main" id="{06FDEDEC-044C-F747-E8E0-2F58B9EB32B8}"/>
              </a:ext>
            </a:extLst>
          </p:cNvPr>
          <p:cNvSpPr/>
          <p:nvPr/>
        </p:nvSpPr>
        <p:spPr>
          <a:xfrm>
            <a:off x="7002429" y="706100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7DCD00E5-199B-BD7C-1D31-05F6692046F8}"/>
                  </a:ext>
                </a:extLst>
              </p:cNvPr>
              <p:cNvSpPr txBox="1"/>
              <p:nvPr/>
            </p:nvSpPr>
            <p:spPr>
              <a:xfrm>
                <a:off x="7201044" y="865168"/>
                <a:ext cx="1137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1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8C3C94AF-AE90-FEEF-6591-40FAAB2AF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044" y="865168"/>
                <a:ext cx="113749" cy="153888"/>
              </a:xfrm>
              <a:prstGeom prst="rect">
                <a:avLst/>
              </a:prstGeom>
              <a:blipFill>
                <a:blip r:embed="rId14"/>
                <a:stretch>
                  <a:fillRect l="-10000"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909BC93D-B8CB-741A-A044-154CC1FA7566}"/>
                  </a:ext>
                </a:extLst>
              </p:cNvPr>
              <p:cNvSpPr txBox="1"/>
              <p:nvPr/>
            </p:nvSpPr>
            <p:spPr>
              <a:xfrm>
                <a:off x="7254805" y="520237"/>
                <a:ext cx="70897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=0.8587</m:t>
                      </m:r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909BC93D-B8CB-741A-A044-154CC1FA7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805" y="520237"/>
                <a:ext cx="708977" cy="153888"/>
              </a:xfrm>
              <a:prstGeom prst="rect">
                <a:avLst/>
              </a:prstGeom>
              <a:blipFill>
                <a:blip r:embed="rId15"/>
                <a:stretch>
                  <a:fillRect l="-3571" r="-5357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椭圆 95">
            <a:extLst>
              <a:ext uri="{FF2B5EF4-FFF2-40B4-BE49-F238E27FC236}">
                <a16:creationId xmlns:a16="http://schemas.microsoft.com/office/drawing/2014/main" id="{803BC70D-AF5B-A0DA-5AFB-9218C95EE842}"/>
              </a:ext>
            </a:extLst>
          </p:cNvPr>
          <p:cNvSpPr/>
          <p:nvPr/>
        </p:nvSpPr>
        <p:spPr>
          <a:xfrm>
            <a:off x="7002429" y="1580757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AD2FE0C2-DE1E-FA3C-5E72-7A3607EF8AB8}"/>
                  </a:ext>
                </a:extLst>
              </p:cNvPr>
              <p:cNvSpPr txBox="1"/>
              <p:nvPr/>
            </p:nvSpPr>
            <p:spPr>
              <a:xfrm>
                <a:off x="7201044" y="1739825"/>
                <a:ext cx="1137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1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C8817570-AC35-2591-74AA-AED2EF60C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044" y="1739825"/>
                <a:ext cx="113749" cy="153888"/>
              </a:xfrm>
              <a:prstGeom prst="rect">
                <a:avLst/>
              </a:prstGeom>
              <a:blipFill>
                <a:blip r:embed="rId16"/>
                <a:stretch>
                  <a:fillRect l="-10000"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EC822181-0719-ADB8-FC36-777EE30B9C5B}"/>
                  </a:ext>
                </a:extLst>
              </p:cNvPr>
              <p:cNvSpPr txBox="1"/>
              <p:nvPr/>
            </p:nvSpPr>
            <p:spPr>
              <a:xfrm>
                <a:off x="7260942" y="1394894"/>
                <a:ext cx="70897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=0.9012</m:t>
                      </m:r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EC822181-0719-ADB8-FC36-777EE30B9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942" y="1394894"/>
                <a:ext cx="708977" cy="153888"/>
              </a:xfrm>
              <a:prstGeom prst="rect">
                <a:avLst/>
              </a:prstGeom>
              <a:blipFill>
                <a:blip r:embed="rId17"/>
                <a:stretch>
                  <a:fillRect l="-3509" r="-3509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椭圆 103">
            <a:extLst>
              <a:ext uri="{FF2B5EF4-FFF2-40B4-BE49-F238E27FC236}">
                <a16:creationId xmlns:a16="http://schemas.microsoft.com/office/drawing/2014/main" id="{1EA1727B-9AD6-1FBE-DD1A-FF0308C264D8}"/>
              </a:ext>
            </a:extLst>
          </p:cNvPr>
          <p:cNvSpPr/>
          <p:nvPr/>
        </p:nvSpPr>
        <p:spPr>
          <a:xfrm>
            <a:off x="8994755" y="1198172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DD5E573F-AC7C-23F1-B4A9-A3ECE778CC62}"/>
                  </a:ext>
                </a:extLst>
              </p:cNvPr>
              <p:cNvSpPr txBox="1"/>
              <p:nvPr/>
            </p:nvSpPr>
            <p:spPr>
              <a:xfrm>
                <a:off x="9115129" y="1363395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ABFC811C-4168-8C84-8C9B-CF8DB84FE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129" y="1363395"/>
                <a:ext cx="269817" cy="153888"/>
              </a:xfrm>
              <a:prstGeom prst="rect">
                <a:avLst/>
              </a:prstGeom>
              <a:blipFill>
                <a:blip r:embed="rId18"/>
                <a:stretch>
                  <a:fillRect l="-8696" r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83E59897-1C83-C2F2-0EA4-7C482430F30D}"/>
                  </a:ext>
                </a:extLst>
              </p:cNvPr>
              <p:cNvSpPr txBox="1"/>
              <p:nvPr/>
            </p:nvSpPr>
            <p:spPr>
              <a:xfrm>
                <a:off x="9256843" y="986182"/>
                <a:ext cx="70897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=1.5362</m:t>
                      </m:r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83E59897-1C83-C2F2-0EA4-7C482430F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6843" y="986182"/>
                <a:ext cx="708977" cy="153888"/>
              </a:xfrm>
              <a:prstGeom prst="rect">
                <a:avLst/>
              </a:prstGeom>
              <a:blipFill>
                <a:blip r:embed="rId19"/>
                <a:stretch>
                  <a:fillRect l="-5357" r="-3571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直线箭头连接符 110">
            <a:extLst>
              <a:ext uri="{FF2B5EF4-FFF2-40B4-BE49-F238E27FC236}">
                <a16:creationId xmlns:a16="http://schemas.microsoft.com/office/drawing/2014/main" id="{A335F225-D86C-67B6-82DF-352A9184FCB7}"/>
              </a:ext>
            </a:extLst>
          </p:cNvPr>
          <p:cNvCxnSpPr>
            <a:cxnSpLocks/>
            <a:stCxn id="4" idx="3"/>
            <a:endCxn id="12" idx="2"/>
          </p:cNvCxnSpPr>
          <p:nvPr/>
        </p:nvCxnSpPr>
        <p:spPr>
          <a:xfrm flipV="1">
            <a:off x="1206804" y="979327"/>
            <a:ext cx="798579" cy="59380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F89B2905-D3D2-7ADC-E7D1-F02BF420F337}"/>
              </a:ext>
            </a:extLst>
          </p:cNvPr>
          <p:cNvCxnSpPr>
            <a:cxnSpLocks/>
            <a:stCxn id="7" idx="3"/>
            <a:endCxn id="12" idx="2"/>
          </p:cNvCxnSpPr>
          <p:nvPr/>
        </p:nvCxnSpPr>
        <p:spPr>
          <a:xfrm flipV="1">
            <a:off x="1206804" y="979327"/>
            <a:ext cx="798579" cy="94108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253A9FCD-0814-2FF1-A51D-F762E0195D28}"/>
              </a:ext>
            </a:extLst>
          </p:cNvPr>
          <p:cNvCxnSpPr>
            <a:cxnSpLocks/>
            <a:stCxn id="8" idx="3"/>
            <a:endCxn id="12" idx="2"/>
          </p:cNvCxnSpPr>
          <p:nvPr/>
        </p:nvCxnSpPr>
        <p:spPr>
          <a:xfrm flipV="1">
            <a:off x="1206804" y="979327"/>
            <a:ext cx="798579" cy="12883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D53885F0-B316-9E40-7486-EFDBAA42D240}"/>
              </a:ext>
            </a:extLst>
          </p:cNvPr>
          <p:cNvCxnSpPr>
            <a:cxnSpLocks/>
            <a:stCxn id="4" idx="3"/>
            <a:endCxn id="225" idx="2"/>
          </p:cNvCxnSpPr>
          <p:nvPr/>
        </p:nvCxnSpPr>
        <p:spPr>
          <a:xfrm>
            <a:off x="1206804" y="1573135"/>
            <a:ext cx="798579" cy="102170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D26840E3-770E-7B8B-09FD-1EEECBC7887C}"/>
              </a:ext>
            </a:extLst>
          </p:cNvPr>
          <p:cNvCxnSpPr>
            <a:cxnSpLocks/>
            <a:stCxn id="7" idx="3"/>
            <a:endCxn id="225" idx="2"/>
          </p:cNvCxnSpPr>
          <p:nvPr/>
        </p:nvCxnSpPr>
        <p:spPr>
          <a:xfrm>
            <a:off x="1206804" y="1920408"/>
            <a:ext cx="798579" cy="67443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线箭头连接符 160">
            <a:extLst>
              <a:ext uri="{FF2B5EF4-FFF2-40B4-BE49-F238E27FC236}">
                <a16:creationId xmlns:a16="http://schemas.microsoft.com/office/drawing/2014/main" id="{8F2CC184-642C-710E-B95A-2F8E1AEFAE78}"/>
              </a:ext>
            </a:extLst>
          </p:cNvPr>
          <p:cNvCxnSpPr>
            <a:cxnSpLocks/>
            <a:stCxn id="8" idx="3"/>
            <a:endCxn id="225" idx="2"/>
          </p:cNvCxnSpPr>
          <p:nvPr/>
        </p:nvCxnSpPr>
        <p:spPr>
          <a:xfrm>
            <a:off x="1206804" y="2267681"/>
            <a:ext cx="798579" cy="32715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77CB8F27-997B-DC0A-A926-1806775F7CD1}"/>
              </a:ext>
            </a:extLst>
          </p:cNvPr>
          <p:cNvGrpSpPr/>
          <p:nvPr/>
        </p:nvGrpSpPr>
        <p:grpSpPr>
          <a:xfrm>
            <a:off x="666804" y="3862334"/>
            <a:ext cx="540000" cy="979102"/>
            <a:chOff x="758245" y="632790"/>
            <a:chExt cx="540000" cy="9791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C6AA4D00-C151-0A38-B22C-C00B09B6FADB}"/>
                    </a:ext>
                  </a:extLst>
                </p:cNvPr>
                <p:cNvSpPr txBox="1"/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7542C9DD-F562-D9BD-3F1E-2C8A3C8BE1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A4100DF2-A10C-5C25-BDD4-12E2C7289829}"/>
                    </a:ext>
                  </a:extLst>
                </p:cNvPr>
                <p:cNvSpPr txBox="1"/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988E2558-460B-9E3A-8644-F93037CDF8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9B4BA5DE-7E29-8EC8-06B2-FFD80E333331}"/>
                    </a:ext>
                  </a:extLst>
                </p:cNvPr>
                <p:cNvSpPr txBox="1"/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A4C7923D-9733-740A-9E62-66DF1375E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E19EB3E3-4E92-2238-B988-1DEAF2AFB308}"/>
              </a:ext>
            </a:extLst>
          </p:cNvPr>
          <p:cNvGrpSpPr/>
          <p:nvPr/>
        </p:nvGrpSpPr>
        <p:grpSpPr>
          <a:xfrm>
            <a:off x="2005383" y="3269269"/>
            <a:ext cx="503999" cy="503999"/>
            <a:chOff x="1931233" y="4090635"/>
            <a:chExt cx="503999" cy="503999"/>
          </a:xfrm>
        </p:grpSpPr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A00073E0-A32A-1AEB-E4AD-C7E4E374E5F9}"/>
                </a:ext>
              </a:extLst>
            </p:cNvPr>
            <p:cNvSpPr/>
            <p:nvPr/>
          </p:nvSpPr>
          <p:spPr>
            <a:xfrm>
              <a:off x="1931233" y="409063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2C8C6F52-D547-6974-8A3C-4142A8F51B23}"/>
                    </a:ext>
                  </a:extLst>
                </p:cNvPr>
                <p:cNvSpPr txBox="1"/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+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30749DCF-B65D-CA32-8DD6-3AC2CC69F4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blipFill>
                  <a:blip r:embed="rId23"/>
                  <a:stretch>
                    <a:fillRect l="-9091" r="-9091"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78CF88AF-A90A-84F2-43B5-1897EFB04BA8}"/>
              </a:ext>
            </a:extLst>
          </p:cNvPr>
          <p:cNvGrpSpPr/>
          <p:nvPr/>
        </p:nvGrpSpPr>
        <p:grpSpPr>
          <a:xfrm>
            <a:off x="2005383" y="4183258"/>
            <a:ext cx="503999" cy="503999"/>
            <a:chOff x="1931233" y="4090635"/>
            <a:chExt cx="503999" cy="503999"/>
          </a:xfrm>
        </p:grpSpPr>
        <p:sp>
          <p:nvSpPr>
            <p:cNvPr id="176" name="椭圆 175">
              <a:extLst>
                <a:ext uri="{FF2B5EF4-FFF2-40B4-BE49-F238E27FC236}">
                  <a16:creationId xmlns:a16="http://schemas.microsoft.com/office/drawing/2014/main" id="{94D1731A-9867-BF2D-6414-EC51C13FD3AE}"/>
                </a:ext>
              </a:extLst>
            </p:cNvPr>
            <p:cNvSpPr/>
            <p:nvPr/>
          </p:nvSpPr>
          <p:spPr>
            <a:xfrm>
              <a:off x="1931233" y="409063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75DC9D6C-348D-205C-2B28-ACF9B7D3532D}"/>
                    </a:ext>
                  </a:extLst>
                </p:cNvPr>
                <p:cNvSpPr txBox="1"/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+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69EB014B-6397-EBB3-B873-0315CE2B10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blipFill>
                  <a:blip r:embed="rId23"/>
                  <a:stretch>
                    <a:fillRect l="-9091" r="-9091"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ACC3185F-55F2-E4E9-2AE8-4BD61BE06128}"/>
              </a:ext>
            </a:extLst>
          </p:cNvPr>
          <p:cNvCxnSpPr>
            <a:cxnSpLocks/>
            <a:stCxn id="166" idx="3"/>
            <a:endCxn id="171" idx="2"/>
          </p:cNvCxnSpPr>
          <p:nvPr/>
        </p:nvCxnSpPr>
        <p:spPr>
          <a:xfrm flipV="1">
            <a:off x="1206804" y="3521269"/>
            <a:ext cx="798579" cy="48334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线箭头连接符 180">
            <a:extLst>
              <a:ext uri="{FF2B5EF4-FFF2-40B4-BE49-F238E27FC236}">
                <a16:creationId xmlns:a16="http://schemas.microsoft.com/office/drawing/2014/main" id="{BF9695B8-3B7A-8BC4-10AC-1D0360DD138B}"/>
              </a:ext>
            </a:extLst>
          </p:cNvPr>
          <p:cNvCxnSpPr>
            <a:cxnSpLocks/>
            <a:stCxn id="167" idx="3"/>
            <a:endCxn id="171" idx="2"/>
          </p:cNvCxnSpPr>
          <p:nvPr/>
        </p:nvCxnSpPr>
        <p:spPr>
          <a:xfrm flipV="1">
            <a:off x="1206804" y="3521269"/>
            <a:ext cx="798579" cy="83061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9CF26E70-554B-A363-A54B-29F300D17A1A}"/>
              </a:ext>
            </a:extLst>
          </p:cNvPr>
          <p:cNvCxnSpPr>
            <a:cxnSpLocks/>
            <a:stCxn id="168" idx="3"/>
            <a:endCxn id="171" idx="2"/>
          </p:cNvCxnSpPr>
          <p:nvPr/>
        </p:nvCxnSpPr>
        <p:spPr>
          <a:xfrm flipV="1">
            <a:off x="1206804" y="3521269"/>
            <a:ext cx="798579" cy="117788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线箭头连接符 186">
            <a:extLst>
              <a:ext uri="{FF2B5EF4-FFF2-40B4-BE49-F238E27FC236}">
                <a16:creationId xmlns:a16="http://schemas.microsoft.com/office/drawing/2014/main" id="{76B187E8-C478-70F5-DF22-7A710091799E}"/>
              </a:ext>
            </a:extLst>
          </p:cNvPr>
          <p:cNvCxnSpPr>
            <a:cxnSpLocks/>
            <a:stCxn id="166" idx="3"/>
            <a:endCxn id="176" idx="2"/>
          </p:cNvCxnSpPr>
          <p:nvPr/>
        </p:nvCxnSpPr>
        <p:spPr>
          <a:xfrm>
            <a:off x="1206804" y="4004612"/>
            <a:ext cx="798579" cy="43064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箭头连接符 189">
            <a:extLst>
              <a:ext uri="{FF2B5EF4-FFF2-40B4-BE49-F238E27FC236}">
                <a16:creationId xmlns:a16="http://schemas.microsoft.com/office/drawing/2014/main" id="{B88E364A-15BD-56C9-9720-9C3D8FFE05BB}"/>
              </a:ext>
            </a:extLst>
          </p:cNvPr>
          <p:cNvCxnSpPr>
            <a:cxnSpLocks/>
            <a:stCxn id="167" idx="3"/>
            <a:endCxn id="176" idx="2"/>
          </p:cNvCxnSpPr>
          <p:nvPr/>
        </p:nvCxnSpPr>
        <p:spPr>
          <a:xfrm>
            <a:off x="1206804" y="4351885"/>
            <a:ext cx="798579" cy="8337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线箭头连接符 194">
            <a:extLst>
              <a:ext uri="{FF2B5EF4-FFF2-40B4-BE49-F238E27FC236}">
                <a16:creationId xmlns:a16="http://schemas.microsoft.com/office/drawing/2014/main" id="{CA5D9627-DC6F-7380-B052-493C69227317}"/>
              </a:ext>
            </a:extLst>
          </p:cNvPr>
          <p:cNvCxnSpPr>
            <a:cxnSpLocks/>
            <a:stCxn id="168" idx="3"/>
            <a:endCxn id="176" idx="2"/>
          </p:cNvCxnSpPr>
          <p:nvPr/>
        </p:nvCxnSpPr>
        <p:spPr>
          <a:xfrm flipV="1">
            <a:off x="1206804" y="4435258"/>
            <a:ext cx="798579" cy="2639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799738CE-8E62-A676-67D3-8E8630AE0E58}"/>
              </a:ext>
            </a:extLst>
          </p:cNvPr>
          <p:cNvGrpSpPr/>
          <p:nvPr/>
        </p:nvGrpSpPr>
        <p:grpSpPr>
          <a:xfrm>
            <a:off x="3043915" y="3269269"/>
            <a:ext cx="503999" cy="503999"/>
            <a:chOff x="3130691" y="4132355"/>
            <a:chExt cx="503999" cy="503999"/>
          </a:xfrm>
        </p:grpSpPr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71A36442-6A31-3269-718F-F70221ABAD24}"/>
                </a:ext>
              </a:extLst>
            </p:cNvPr>
            <p:cNvSpPr/>
            <p:nvPr/>
          </p:nvSpPr>
          <p:spPr>
            <a:xfrm>
              <a:off x="3130691" y="413235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9BB5F67B-5D73-2EFD-6E82-B1E10AE533CB}"/>
                    </a:ext>
                  </a:extLst>
                </p:cNvPr>
                <p:cNvSpPr txBox="1"/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zh-CN" altLang="en-US" sz="10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2454F809-C849-D8A5-A474-9618EDACB4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blipFill>
                  <a:blip r:embed="rId24"/>
                  <a:stretch>
                    <a:fillRect l="-10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6" name="直线箭头连接符 205">
            <a:extLst>
              <a:ext uri="{FF2B5EF4-FFF2-40B4-BE49-F238E27FC236}">
                <a16:creationId xmlns:a16="http://schemas.microsoft.com/office/drawing/2014/main" id="{C257BB36-C355-2E92-6638-704F5B34F5BD}"/>
              </a:ext>
            </a:extLst>
          </p:cNvPr>
          <p:cNvCxnSpPr>
            <a:cxnSpLocks/>
            <a:stCxn id="171" idx="6"/>
            <a:endCxn id="199" idx="2"/>
          </p:cNvCxnSpPr>
          <p:nvPr/>
        </p:nvCxnSpPr>
        <p:spPr>
          <a:xfrm>
            <a:off x="2509382" y="3521269"/>
            <a:ext cx="534533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8" name="组合 207">
            <a:extLst>
              <a:ext uri="{FF2B5EF4-FFF2-40B4-BE49-F238E27FC236}">
                <a16:creationId xmlns:a16="http://schemas.microsoft.com/office/drawing/2014/main" id="{2B445B3C-14EB-D380-325D-184E41A62B4C}"/>
              </a:ext>
            </a:extLst>
          </p:cNvPr>
          <p:cNvGrpSpPr/>
          <p:nvPr/>
        </p:nvGrpSpPr>
        <p:grpSpPr>
          <a:xfrm>
            <a:off x="3043915" y="4183258"/>
            <a:ext cx="503999" cy="503999"/>
            <a:chOff x="3130691" y="4132355"/>
            <a:chExt cx="503999" cy="503999"/>
          </a:xfrm>
        </p:grpSpPr>
        <p:sp>
          <p:nvSpPr>
            <p:cNvPr id="209" name="椭圆 208">
              <a:extLst>
                <a:ext uri="{FF2B5EF4-FFF2-40B4-BE49-F238E27FC236}">
                  <a16:creationId xmlns:a16="http://schemas.microsoft.com/office/drawing/2014/main" id="{AD1B5F24-01E8-16C2-A686-C5DCD431E4CF}"/>
                </a:ext>
              </a:extLst>
            </p:cNvPr>
            <p:cNvSpPr/>
            <p:nvPr/>
          </p:nvSpPr>
          <p:spPr>
            <a:xfrm>
              <a:off x="3130691" y="413235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3F333577-9E19-E334-0308-46BBD10254A5}"/>
                    </a:ext>
                  </a:extLst>
                </p:cNvPr>
                <p:cNvSpPr txBox="1"/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zh-CN" altLang="en-US" sz="10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28B71678-BB34-C0AA-3182-6386947848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blipFill>
                  <a:blip r:embed="rId24"/>
                  <a:stretch>
                    <a:fillRect l="-10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2F88E930-B138-2E15-A1DE-535E023BEA9C}"/>
              </a:ext>
            </a:extLst>
          </p:cNvPr>
          <p:cNvGrpSpPr/>
          <p:nvPr/>
        </p:nvGrpSpPr>
        <p:grpSpPr>
          <a:xfrm>
            <a:off x="3877698" y="303677"/>
            <a:ext cx="540000" cy="1326375"/>
            <a:chOff x="4325511" y="5428463"/>
            <a:chExt cx="540000" cy="13263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文本框 218">
                  <a:extLst>
                    <a:ext uri="{FF2B5EF4-FFF2-40B4-BE49-F238E27FC236}">
                      <a16:creationId xmlns:a16="http://schemas.microsoft.com/office/drawing/2014/main" id="{E1F867D7-7AA1-43B8-DD1D-2498C504DC32}"/>
                    </a:ext>
                  </a:extLst>
                </p:cNvPr>
                <p:cNvSpPr txBox="1"/>
                <p:nvPr/>
              </p:nvSpPr>
              <p:spPr>
                <a:xfrm>
                  <a:off x="4325511" y="5428463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19" name="文本框 218">
                  <a:extLst>
                    <a:ext uri="{FF2B5EF4-FFF2-40B4-BE49-F238E27FC236}">
                      <a16:creationId xmlns:a16="http://schemas.microsoft.com/office/drawing/2014/main" id="{C20E9C3F-BAEF-8C6F-AF14-8EB73FBEB2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5428463"/>
                  <a:ext cx="540000" cy="284556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2DF6B157-FF1A-4DA7-D510-861F748C1768}"/>
                    </a:ext>
                  </a:extLst>
                </p:cNvPr>
                <p:cNvSpPr txBox="1"/>
                <p:nvPr/>
              </p:nvSpPr>
              <p:spPr>
                <a:xfrm>
                  <a:off x="4325511" y="5775736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F12B5B8E-81EF-2BED-E56E-50FF447222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5775736"/>
                  <a:ext cx="540000" cy="284556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5C0820D5-7AA7-5789-0881-8E8CC68CF666}"/>
                    </a:ext>
                  </a:extLst>
                </p:cNvPr>
                <p:cNvSpPr txBox="1"/>
                <p:nvPr/>
              </p:nvSpPr>
              <p:spPr>
                <a:xfrm>
                  <a:off x="4325511" y="6470282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668BF93A-0AB7-3C3C-0004-B70EC643C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6470282"/>
                  <a:ext cx="540000" cy="284556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5BE54924-7429-341B-EA34-AA53A44AFA13}"/>
                    </a:ext>
                  </a:extLst>
                </p:cNvPr>
                <p:cNvSpPr txBox="1"/>
                <p:nvPr/>
              </p:nvSpPr>
              <p:spPr>
                <a:xfrm>
                  <a:off x="4325511" y="6123009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3A1442D4-C39B-5EE6-4C80-C086D59C1F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6123009"/>
                  <a:ext cx="540000" cy="284556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5" name="椭圆 224">
            <a:extLst>
              <a:ext uri="{FF2B5EF4-FFF2-40B4-BE49-F238E27FC236}">
                <a16:creationId xmlns:a16="http://schemas.microsoft.com/office/drawing/2014/main" id="{8AC19EC0-0A8C-308B-FFD6-09B5AEB0F14A}"/>
              </a:ext>
            </a:extLst>
          </p:cNvPr>
          <p:cNvSpPr/>
          <p:nvPr/>
        </p:nvSpPr>
        <p:spPr>
          <a:xfrm>
            <a:off x="2005383" y="2342839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833618ED-90C3-0C57-5CE3-6606A2C98619}"/>
                  </a:ext>
                </a:extLst>
              </p:cNvPr>
              <p:cNvSpPr txBox="1"/>
              <p:nvPr/>
            </p:nvSpPr>
            <p:spPr>
              <a:xfrm>
                <a:off x="2125757" y="2508062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1CE0ED7B-49E7-2734-1907-D6D269D7F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757" y="2508062"/>
                <a:ext cx="269817" cy="153888"/>
              </a:xfrm>
              <a:prstGeom prst="rect">
                <a:avLst/>
              </a:prstGeom>
              <a:blipFill>
                <a:blip r:embed="rId12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B685953F-B8CF-0884-12AA-5DBEA77A2159}"/>
                  </a:ext>
                </a:extLst>
              </p:cNvPr>
              <p:cNvSpPr txBox="1"/>
              <p:nvPr/>
            </p:nvSpPr>
            <p:spPr>
              <a:xfrm>
                <a:off x="2117038" y="2156975"/>
                <a:ext cx="15151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B685953F-B8CF-0884-12AA-5DBEA77A2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038" y="2156975"/>
                <a:ext cx="151515" cy="153888"/>
              </a:xfrm>
              <a:prstGeom prst="rect">
                <a:avLst/>
              </a:prstGeom>
              <a:blipFill>
                <a:blip r:embed="rId29"/>
                <a:stretch>
                  <a:fillRect l="-7692" r="-7692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椭圆 228">
            <a:extLst>
              <a:ext uri="{FF2B5EF4-FFF2-40B4-BE49-F238E27FC236}">
                <a16:creationId xmlns:a16="http://schemas.microsoft.com/office/drawing/2014/main" id="{859328CF-E5BE-9AAF-7C71-31D89D1921DA}"/>
              </a:ext>
            </a:extLst>
          </p:cNvPr>
          <p:cNvSpPr/>
          <p:nvPr/>
        </p:nvSpPr>
        <p:spPr>
          <a:xfrm>
            <a:off x="3043915" y="2344113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8C5F4F43-2B6B-7B07-B408-C6810621EDC3}"/>
                  </a:ext>
                </a:extLst>
              </p:cNvPr>
              <p:cNvSpPr txBox="1"/>
              <p:nvPr/>
            </p:nvSpPr>
            <p:spPr>
              <a:xfrm>
                <a:off x="3242530" y="2503181"/>
                <a:ext cx="1137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1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5172D15C-5087-562A-5B8D-E92A49FC2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530" y="2503181"/>
                <a:ext cx="113749" cy="153888"/>
              </a:xfrm>
              <a:prstGeom prst="rect">
                <a:avLst/>
              </a:prstGeom>
              <a:blipFill>
                <a:blip r:embed="rId8"/>
                <a:stretch>
                  <a:fillRect l="-20000"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8CDE987F-DCB2-7F3D-2D8D-CF5CC7BCCECD}"/>
                  </a:ext>
                </a:extLst>
              </p:cNvPr>
              <p:cNvSpPr txBox="1"/>
              <p:nvPr/>
            </p:nvSpPr>
            <p:spPr>
              <a:xfrm>
                <a:off x="3163655" y="2158250"/>
                <a:ext cx="16267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8CDE987F-DCB2-7F3D-2D8D-CF5CC7BCC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655" y="2158250"/>
                <a:ext cx="162673" cy="153888"/>
              </a:xfrm>
              <a:prstGeom prst="rect">
                <a:avLst/>
              </a:prstGeom>
              <a:blipFill>
                <a:blip r:embed="rId30"/>
                <a:stretch>
                  <a:fillRect l="-21429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2" name="直线箭头连接符 231">
            <a:extLst>
              <a:ext uri="{FF2B5EF4-FFF2-40B4-BE49-F238E27FC236}">
                <a16:creationId xmlns:a16="http://schemas.microsoft.com/office/drawing/2014/main" id="{9F5FCED3-BDDC-5D7A-1605-9E2DC1959180}"/>
              </a:ext>
            </a:extLst>
          </p:cNvPr>
          <p:cNvCxnSpPr>
            <a:cxnSpLocks/>
            <a:stCxn id="225" idx="6"/>
            <a:endCxn id="229" idx="2"/>
          </p:cNvCxnSpPr>
          <p:nvPr/>
        </p:nvCxnSpPr>
        <p:spPr>
          <a:xfrm>
            <a:off x="2509382" y="2594839"/>
            <a:ext cx="534533" cy="127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箭头连接符 232">
            <a:extLst>
              <a:ext uri="{FF2B5EF4-FFF2-40B4-BE49-F238E27FC236}">
                <a16:creationId xmlns:a16="http://schemas.microsoft.com/office/drawing/2014/main" id="{C639EFDB-8334-B893-ED4E-238C0595F6BA}"/>
              </a:ext>
            </a:extLst>
          </p:cNvPr>
          <p:cNvCxnSpPr>
            <a:cxnSpLocks/>
            <a:stCxn id="229" idx="6"/>
            <a:endCxn id="240" idx="2"/>
          </p:cNvCxnSpPr>
          <p:nvPr/>
        </p:nvCxnSpPr>
        <p:spPr>
          <a:xfrm flipV="1">
            <a:off x="3547914" y="2574952"/>
            <a:ext cx="2496933" cy="2116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209D51F6-1E10-D700-E543-05FE49DA7C65}"/>
              </a:ext>
            </a:extLst>
          </p:cNvPr>
          <p:cNvCxnSpPr>
            <a:cxnSpLocks/>
            <a:stCxn id="229" idx="6"/>
            <a:endCxn id="244" idx="2"/>
          </p:cNvCxnSpPr>
          <p:nvPr/>
        </p:nvCxnSpPr>
        <p:spPr>
          <a:xfrm>
            <a:off x="3547914" y="2596113"/>
            <a:ext cx="2508658" cy="85215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C5C3653B-66BC-D9E3-791E-6B12F58E5BCB}"/>
              </a:ext>
            </a:extLst>
          </p:cNvPr>
          <p:cNvCxnSpPr>
            <a:cxnSpLocks/>
            <a:stCxn id="240" idx="6"/>
            <a:endCxn id="248" idx="2"/>
          </p:cNvCxnSpPr>
          <p:nvPr/>
        </p:nvCxnSpPr>
        <p:spPr>
          <a:xfrm flipV="1">
            <a:off x="6548846" y="2573612"/>
            <a:ext cx="453583" cy="134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箭头连接符 235">
            <a:extLst>
              <a:ext uri="{FF2B5EF4-FFF2-40B4-BE49-F238E27FC236}">
                <a16:creationId xmlns:a16="http://schemas.microsoft.com/office/drawing/2014/main" id="{D1417A46-A678-BDA6-F4CB-230EF45EF069}"/>
              </a:ext>
            </a:extLst>
          </p:cNvPr>
          <p:cNvCxnSpPr>
            <a:cxnSpLocks/>
            <a:stCxn id="244" idx="6"/>
            <a:endCxn id="252" idx="2"/>
          </p:cNvCxnSpPr>
          <p:nvPr/>
        </p:nvCxnSpPr>
        <p:spPr>
          <a:xfrm flipV="1">
            <a:off x="6560571" y="3448269"/>
            <a:ext cx="441858" cy="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箭头连接符 236">
            <a:extLst>
              <a:ext uri="{FF2B5EF4-FFF2-40B4-BE49-F238E27FC236}">
                <a16:creationId xmlns:a16="http://schemas.microsoft.com/office/drawing/2014/main" id="{269C7B31-5618-0BFA-D715-91BF21D22256}"/>
              </a:ext>
            </a:extLst>
          </p:cNvPr>
          <p:cNvCxnSpPr>
            <a:cxnSpLocks/>
            <a:stCxn id="248" idx="6"/>
            <a:endCxn id="256" idx="2"/>
          </p:cNvCxnSpPr>
          <p:nvPr/>
        </p:nvCxnSpPr>
        <p:spPr>
          <a:xfrm>
            <a:off x="7506428" y="2573612"/>
            <a:ext cx="1488327" cy="49207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8F3D6655-A85A-E110-2EC3-BE473C453EF2}"/>
              </a:ext>
            </a:extLst>
          </p:cNvPr>
          <p:cNvCxnSpPr>
            <a:cxnSpLocks/>
            <a:stCxn id="252" idx="6"/>
            <a:endCxn id="256" idx="2"/>
          </p:cNvCxnSpPr>
          <p:nvPr/>
        </p:nvCxnSpPr>
        <p:spPr>
          <a:xfrm flipV="1">
            <a:off x="7506428" y="3065684"/>
            <a:ext cx="1488327" cy="38258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椭圆 239">
            <a:extLst>
              <a:ext uri="{FF2B5EF4-FFF2-40B4-BE49-F238E27FC236}">
                <a16:creationId xmlns:a16="http://schemas.microsoft.com/office/drawing/2014/main" id="{2FA7BA23-F46C-7D19-4B25-F58992660A30}"/>
              </a:ext>
            </a:extLst>
          </p:cNvPr>
          <p:cNvSpPr/>
          <p:nvPr/>
        </p:nvSpPr>
        <p:spPr>
          <a:xfrm>
            <a:off x="6044847" y="2322952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7F46620D-E3F7-ED6F-D36C-391FCCF1C00F}"/>
                  </a:ext>
                </a:extLst>
              </p:cNvPr>
              <p:cNvSpPr txBox="1"/>
              <p:nvPr/>
            </p:nvSpPr>
            <p:spPr>
              <a:xfrm>
                <a:off x="6165221" y="2488175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FA445931-24E9-358C-7C8E-C02A8DBB6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221" y="2488175"/>
                <a:ext cx="269817" cy="153888"/>
              </a:xfrm>
              <a:prstGeom prst="rect">
                <a:avLst/>
              </a:prstGeom>
              <a:blipFill>
                <a:blip r:embed="rId31"/>
                <a:stretch>
                  <a:fillRect l="-9091" r="-9091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36FC53D5-0409-6F15-E349-6D3F99403C9C}"/>
                  </a:ext>
                </a:extLst>
              </p:cNvPr>
              <p:cNvSpPr txBox="1"/>
              <p:nvPr/>
            </p:nvSpPr>
            <p:spPr>
              <a:xfrm>
                <a:off x="6242420" y="2149362"/>
                <a:ext cx="76052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=1.5302</m:t>
                      </m:r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36FC53D5-0409-6F15-E349-6D3F99403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420" y="2149362"/>
                <a:ext cx="760529" cy="153888"/>
              </a:xfrm>
              <a:prstGeom prst="rect">
                <a:avLst/>
              </a:prstGeom>
              <a:blipFill>
                <a:blip r:embed="rId32"/>
                <a:stretch>
                  <a:fillRect l="-3279" r="-3279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4" name="椭圆 243">
            <a:extLst>
              <a:ext uri="{FF2B5EF4-FFF2-40B4-BE49-F238E27FC236}">
                <a16:creationId xmlns:a16="http://schemas.microsoft.com/office/drawing/2014/main" id="{2054F6FD-F66E-8E5C-478E-67BB9DFEC9E7}"/>
              </a:ext>
            </a:extLst>
          </p:cNvPr>
          <p:cNvSpPr/>
          <p:nvPr/>
        </p:nvSpPr>
        <p:spPr>
          <a:xfrm>
            <a:off x="6056572" y="3196270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5D14650C-22DF-2BC8-E43B-4BB1342436EB}"/>
                  </a:ext>
                </a:extLst>
              </p:cNvPr>
              <p:cNvSpPr txBox="1"/>
              <p:nvPr/>
            </p:nvSpPr>
            <p:spPr>
              <a:xfrm>
                <a:off x="6176946" y="3361493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F6DC57D1-C4B4-5D11-B755-76300126E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946" y="3361493"/>
                <a:ext cx="269817" cy="153888"/>
              </a:xfrm>
              <a:prstGeom prst="rect">
                <a:avLst/>
              </a:prstGeom>
              <a:blipFill>
                <a:blip r:embed="rId12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8" name="椭圆 247">
            <a:extLst>
              <a:ext uri="{FF2B5EF4-FFF2-40B4-BE49-F238E27FC236}">
                <a16:creationId xmlns:a16="http://schemas.microsoft.com/office/drawing/2014/main" id="{21557373-3659-FEE3-7CC5-6087A8C7B535}"/>
              </a:ext>
            </a:extLst>
          </p:cNvPr>
          <p:cNvSpPr/>
          <p:nvPr/>
        </p:nvSpPr>
        <p:spPr>
          <a:xfrm>
            <a:off x="7002429" y="2321612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914A80C5-6A7B-5788-CA9C-AA1113912694}"/>
                  </a:ext>
                </a:extLst>
              </p:cNvPr>
              <p:cNvSpPr txBox="1"/>
              <p:nvPr/>
            </p:nvSpPr>
            <p:spPr>
              <a:xfrm>
                <a:off x="7201044" y="2480680"/>
                <a:ext cx="1137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1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7F9DAA53-9F3A-66CC-B891-EED543308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044" y="2480680"/>
                <a:ext cx="113749" cy="153888"/>
              </a:xfrm>
              <a:prstGeom prst="rect">
                <a:avLst/>
              </a:prstGeom>
              <a:blipFill>
                <a:blip r:embed="rId14"/>
                <a:stretch>
                  <a:fillRect l="-10000"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2" name="椭圆 251">
            <a:extLst>
              <a:ext uri="{FF2B5EF4-FFF2-40B4-BE49-F238E27FC236}">
                <a16:creationId xmlns:a16="http://schemas.microsoft.com/office/drawing/2014/main" id="{212CCC3B-3A91-1DAC-3F24-6ADEA2A690F3}"/>
              </a:ext>
            </a:extLst>
          </p:cNvPr>
          <p:cNvSpPr/>
          <p:nvPr/>
        </p:nvSpPr>
        <p:spPr>
          <a:xfrm>
            <a:off x="7002429" y="3196269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文本框 252">
                <a:extLst>
                  <a:ext uri="{FF2B5EF4-FFF2-40B4-BE49-F238E27FC236}">
                    <a16:creationId xmlns:a16="http://schemas.microsoft.com/office/drawing/2014/main" id="{EE71B0F6-195E-C60C-EB9F-E51E0AD86F29}"/>
                  </a:ext>
                </a:extLst>
              </p:cNvPr>
              <p:cNvSpPr txBox="1"/>
              <p:nvPr/>
            </p:nvSpPr>
            <p:spPr>
              <a:xfrm>
                <a:off x="7201044" y="3355337"/>
                <a:ext cx="1137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1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53" name="文本框 252">
                <a:extLst>
                  <a:ext uri="{FF2B5EF4-FFF2-40B4-BE49-F238E27FC236}">
                    <a16:creationId xmlns:a16="http://schemas.microsoft.com/office/drawing/2014/main" id="{C15B8D02-1878-3A4E-F2C1-5C3D9D6E1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044" y="3355337"/>
                <a:ext cx="113749" cy="153888"/>
              </a:xfrm>
              <a:prstGeom prst="rect">
                <a:avLst/>
              </a:prstGeom>
              <a:blipFill>
                <a:blip r:embed="rId14"/>
                <a:stretch>
                  <a:fillRect l="-10000"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椭圆 255">
            <a:extLst>
              <a:ext uri="{FF2B5EF4-FFF2-40B4-BE49-F238E27FC236}">
                <a16:creationId xmlns:a16="http://schemas.microsoft.com/office/drawing/2014/main" id="{78D7F661-F393-913D-3578-22C3DBE82BD8}"/>
              </a:ext>
            </a:extLst>
          </p:cNvPr>
          <p:cNvSpPr/>
          <p:nvPr/>
        </p:nvSpPr>
        <p:spPr>
          <a:xfrm>
            <a:off x="8994755" y="2813684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DA54610B-36BD-24DF-F721-5EA66B1644B9}"/>
                  </a:ext>
                </a:extLst>
              </p:cNvPr>
              <p:cNvSpPr txBox="1"/>
              <p:nvPr/>
            </p:nvSpPr>
            <p:spPr>
              <a:xfrm>
                <a:off x="9115129" y="2978907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A39A8F5C-F17D-D339-F1B2-755B97E10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129" y="2978907"/>
                <a:ext cx="269817" cy="153888"/>
              </a:xfrm>
              <a:prstGeom prst="rect">
                <a:avLst/>
              </a:prstGeom>
              <a:blipFill>
                <a:blip r:embed="rId33"/>
                <a:stretch>
                  <a:fillRect l="-8696" r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直线箭头连接符 263">
            <a:extLst>
              <a:ext uri="{FF2B5EF4-FFF2-40B4-BE49-F238E27FC236}">
                <a16:creationId xmlns:a16="http://schemas.microsoft.com/office/drawing/2014/main" id="{80B6124F-BE16-5252-1B42-6F538B0AC0DE}"/>
              </a:ext>
            </a:extLst>
          </p:cNvPr>
          <p:cNvCxnSpPr>
            <a:cxnSpLocks/>
            <a:stCxn id="176" idx="6"/>
            <a:endCxn id="209" idx="2"/>
          </p:cNvCxnSpPr>
          <p:nvPr/>
        </p:nvCxnSpPr>
        <p:spPr>
          <a:xfrm>
            <a:off x="2509382" y="4435258"/>
            <a:ext cx="534533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7" name="组合 266">
            <a:extLst>
              <a:ext uri="{FF2B5EF4-FFF2-40B4-BE49-F238E27FC236}">
                <a16:creationId xmlns:a16="http://schemas.microsoft.com/office/drawing/2014/main" id="{E1E583BD-F8C3-B752-1FFB-0A9739775F93}"/>
              </a:ext>
            </a:extLst>
          </p:cNvPr>
          <p:cNvGrpSpPr/>
          <p:nvPr/>
        </p:nvGrpSpPr>
        <p:grpSpPr>
          <a:xfrm>
            <a:off x="666804" y="5318794"/>
            <a:ext cx="540000" cy="979102"/>
            <a:chOff x="758245" y="632790"/>
            <a:chExt cx="540000" cy="9791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文本框 267">
                  <a:extLst>
                    <a:ext uri="{FF2B5EF4-FFF2-40B4-BE49-F238E27FC236}">
                      <a16:creationId xmlns:a16="http://schemas.microsoft.com/office/drawing/2014/main" id="{A6682E5B-4084-6E02-0810-2E501FB79BBA}"/>
                    </a:ext>
                  </a:extLst>
                </p:cNvPr>
                <p:cNvSpPr txBox="1"/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68" name="文本框 267">
                  <a:extLst>
                    <a:ext uri="{FF2B5EF4-FFF2-40B4-BE49-F238E27FC236}">
                      <a16:creationId xmlns:a16="http://schemas.microsoft.com/office/drawing/2014/main" id="{7123E703-B97D-ACAE-1573-B3CCEB24A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565264D3-300F-2580-9DF4-43F78EE2A0CD}"/>
                    </a:ext>
                  </a:extLst>
                </p:cNvPr>
                <p:cNvSpPr txBox="1"/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1AFA3BEF-3472-AB68-AE1F-E129E76A70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AE5D4390-D72D-86B1-5825-DF86D04868FB}"/>
                    </a:ext>
                  </a:extLst>
                </p:cNvPr>
                <p:cNvSpPr txBox="1"/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8493844F-0020-7EA7-6574-5E9B323605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1" name="组合 270">
            <a:extLst>
              <a:ext uri="{FF2B5EF4-FFF2-40B4-BE49-F238E27FC236}">
                <a16:creationId xmlns:a16="http://schemas.microsoft.com/office/drawing/2014/main" id="{E6C3808D-E753-CF8A-E910-7B9E2621808C}"/>
              </a:ext>
            </a:extLst>
          </p:cNvPr>
          <p:cNvGrpSpPr/>
          <p:nvPr/>
        </p:nvGrpSpPr>
        <p:grpSpPr>
          <a:xfrm>
            <a:off x="2005383" y="5099351"/>
            <a:ext cx="503999" cy="503999"/>
            <a:chOff x="1931233" y="4090635"/>
            <a:chExt cx="503999" cy="503999"/>
          </a:xfrm>
        </p:grpSpPr>
        <p:sp>
          <p:nvSpPr>
            <p:cNvPr id="272" name="椭圆 271">
              <a:extLst>
                <a:ext uri="{FF2B5EF4-FFF2-40B4-BE49-F238E27FC236}">
                  <a16:creationId xmlns:a16="http://schemas.microsoft.com/office/drawing/2014/main" id="{F785F023-BC32-589E-1E37-291EC8D27956}"/>
                </a:ext>
              </a:extLst>
            </p:cNvPr>
            <p:cNvSpPr/>
            <p:nvPr/>
          </p:nvSpPr>
          <p:spPr>
            <a:xfrm>
              <a:off x="1931233" y="409063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文本框 272">
                  <a:extLst>
                    <a:ext uri="{FF2B5EF4-FFF2-40B4-BE49-F238E27FC236}">
                      <a16:creationId xmlns:a16="http://schemas.microsoft.com/office/drawing/2014/main" id="{AED8C7DB-9C1F-624D-7565-89ED9ADD1C18}"/>
                    </a:ext>
                  </a:extLst>
                </p:cNvPr>
                <p:cNvSpPr txBox="1"/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+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273" name="文本框 272">
                  <a:extLst>
                    <a:ext uri="{FF2B5EF4-FFF2-40B4-BE49-F238E27FC236}">
                      <a16:creationId xmlns:a16="http://schemas.microsoft.com/office/drawing/2014/main" id="{3D1B8F71-7415-816F-DE39-BE986035DD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blipFill>
                  <a:blip r:embed="rId23"/>
                  <a:stretch>
                    <a:fillRect l="-9091"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4" name="组合 273">
            <a:extLst>
              <a:ext uri="{FF2B5EF4-FFF2-40B4-BE49-F238E27FC236}">
                <a16:creationId xmlns:a16="http://schemas.microsoft.com/office/drawing/2014/main" id="{33CCB758-A324-D85D-CB02-3D999D9D6DDF}"/>
              </a:ext>
            </a:extLst>
          </p:cNvPr>
          <p:cNvGrpSpPr/>
          <p:nvPr/>
        </p:nvGrpSpPr>
        <p:grpSpPr>
          <a:xfrm>
            <a:off x="2005383" y="6013340"/>
            <a:ext cx="503999" cy="503999"/>
            <a:chOff x="1931233" y="4090635"/>
            <a:chExt cx="503999" cy="503999"/>
          </a:xfrm>
        </p:grpSpPr>
        <p:sp>
          <p:nvSpPr>
            <p:cNvPr id="275" name="椭圆 274">
              <a:extLst>
                <a:ext uri="{FF2B5EF4-FFF2-40B4-BE49-F238E27FC236}">
                  <a16:creationId xmlns:a16="http://schemas.microsoft.com/office/drawing/2014/main" id="{2893A972-2DCB-B114-7DD2-3CF9415CD653}"/>
                </a:ext>
              </a:extLst>
            </p:cNvPr>
            <p:cNvSpPr/>
            <p:nvPr/>
          </p:nvSpPr>
          <p:spPr>
            <a:xfrm>
              <a:off x="1931233" y="409063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" name="文本框 275">
                  <a:extLst>
                    <a:ext uri="{FF2B5EF4-FFF2-40B4-BE49-F238E27FC236}">
                      <a16:creationId xmlns:a16="http://schemas.microsoft.com/office/drawing/2014/main" id="{D9969BCA-3499-F101-7A28-DA4DC488617B}"/>
                    </a:ext>
                  </a:extLst>
                </p:cNvPr>
                <p:cNvSpPr txBox="1"/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+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276" name="文本框 275">
                  <a:extLst>
                    <a:ext uri="{FF2B5EF4-FFF2-40B4-BE49-F238E27FC236}">
                      <a16:creationId xmlns:a16="http://schemas.microsoft.com/office/drawing/2014/main" id="{3C76A775-B531-638E-8DEE-723B5FC042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blipFill>
                  <a:blip r:embed="rId23"/>
                  <a:stretch>
                    <a:fillRect l="-9091"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09A64AD9-BC35-7187-EA70-672ED201F53A}"/>
              </a:ext>
            </a:extLst>
          </p:cNvPr>
          <p:cNvCxnSpPr>
            <a:cxnSpLocks/>
            <a:stCxn id="268" idx="3"/>
            <a:endCxn id="272" idx="2"/>
          </p:cNvCxnSpPr>
          <p:nvPr/>
        </p:nvCxnSpPr>
        <p:spPr>
          <a:xfrm flipV="1">
            <a:off x="1206804" y="5351351"/>
            <a:ext cx="798579" cy="10972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线箭头连接符 277">
            <a:extLst>
              <a:ext uri="{FF2B5EF4-FFF2-40B4-BE49-F238E27FC236}">
                <a16:creationId xmlns:a16="http://schemas.microsoft.com/office/drawing/2014/main" id="{B6713621-2B58-09D0-CB8E-4B498AA360EB}"/>
              </a:ext>
            </a:extLst>
          </p:cNvPr>
          <p:cNvCxnSpPr>
            <a:cxnSpLocks/>
            <a:stCxn id="269" idx="3"/>
            <a:endCxn id="272" idx="2"/>
          </p:cNvCxnSpPr>
          <p:nvPr/>
        </p:nvCxnSpPr>
        <p:spPr>
          <a:xfrm flipV="1">
            <a:off x="1206804" y="5351351"/>
            <a:ext cx="798579" cy="4569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直线箭头连接符 278">
            <a:extLst>
              <a:ext uri="{FF2B5EF4-FFF2-40B4-BE49-F238E27FC236}">
                <a16:creationId xmlns:a16="http://schemas.microsoft.com/office/drawing/2014/main" id="{B3B0E24C-1827-B07A-681A-BDBBD3F6721D}"/>
              </a:ext>
            </a:extLst>
          </p:cNvPr>
          <p:cNvCxnSpPr>
            <a:cxnSpLocks/>
            <a:stCxn id="270" idx="3"/>
            <a:endCxn id="272" idx="2"/>
          </p:cNvCxnSpPr>
          <p:nvPr/>
        </p:nvCxnSpPr>
        <p:spPr>
          <a:xfrm flipV="1">
            <a:off x="1206804" y="5351351"/>
            <a:ext cx="798579" cy="80426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线箭头连接符 279">
            <a:extLst>
              <a:ext uri="{FF2B5EF4-FFF2-40B4-BE49-F238E27FC236}">
                <a16:creationId xmlns:a16="http://schemas.microsoft.com/office/drawing/2014/main" id="{AED8CD90-7DF3-4E06-4119-F9A8D74028F9}"/>
              </a:ext>
            </a:extLst>
          </p:cNvPr>
          <p:cNvCxnSpPr>
            <a:cxnSpLocks/>
            <a:stCxn id="268" idx="3"/>
            <a:endCxn id="275" idx="2"/>
          </p:cNvCxnSpPr>
          <p:nvPr/>
        </p:nvCxnSpPr>
        <p:spPr>
          <a:xfrm>
            <a:off x="1206804" y="5461072"/>
            <a:ext cx="798579" cy="80426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线箭头连接符 280">
            <a:extLst>
              <a:ext uri="{FF2B5EF4-FFF2-40B4-BE49-F238E27FC236}">
                <a16:creationId xmlns:a16="http://schemas.microsoft.com/office/drawing/2014/main" id="{DA321083-B8F2-1E0C-6F2B-382C1502DB6F}"/>
              </a:ext>
            </a:extLst>
          </p:cNvPr>
          <p:cNvCxnSpPr>
            <a:cxnSpLocks/>
            <a:stCxn id="269" idx="3"/>
            <a:endCxn id="275" idx="2"/>
          </p:cNvCxnSpPr>
          <p:nvPr/>
        </p:nvCxnSpPr>
        <p:spPr>
          <a:xfrm>
            <a:off x="1206804" y="5808345"/>
            <a:ext cx="798579" cy="45699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直线箭头连接符 281">
            <a:extLst>
              <a:ext uri="{FF2B5EF4-FFF2-40B4-BE49-F238E27FC236}">
                <a16:creationId xmlns:a16="http://schemas.microsoft.com/office/drawing/2014/main" id="{617AE156-BF08-110D-3443-162433462A8E}"/>
              </a:ext>
            </a:extLst>
          </p:cNvPr>
          <p:cNvCxnSpPr>
            <a:cxnSpLocks/>
            <a:stCxn id="270" idx="3"/>
            <a:endCxn id="275" idx="2"/>
          </p:cNvCxnSpPr>
          <p:nvPr/>
        </p:nvCxnSpPr>
        <p:spPr>
          <a:xfrm>
            <a:off x="1206804" y="6155618"/>
            <a:ext cx="798579" cy="10972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3" name="组合 282">
            <a:extLst>
              <a:ext uri="{FF2B5EF4-FFF2-40B4-BE49-F238E27FC236}">
                <a16:creationId xmlns:a16="http://schemas.microsoft.com/office/drawing/2014/main" id="{E65CFA8F-B7C8-0CBF-35D1-6F4F50044A8C}"/>
              </a:ext>
            </a:extLst>
          </p:cNvPr>
          <p:cNvGrpSpPr/>
          <p:nvPr/>
        </p:nvGrpSpPr>
        <p:grpSpPr>
          <a:xfrm>
            <a:off x="3043915" y="5099351"/>
            <a:ext cx="503999" cy="503999"/>
            <a:chOff x="3130691" y="4132355"/>
            <a:chExt cx="503999" cy="503999"/>
          </a:xfrm>
        </p:grpSpPr>
        <p:sp>
          <p:nvSpPr>
            <p:cNvPr id="284" name="椭圆 283">
              <a:extLst>
                <a:ext uri="{FF2B5EF4-FFF2-40B4-BE49-F238E27FC236}">
                  <a16:creationId xmlns:a16="http://schemas.microsoft.com/office/drawing/2014/main" id="{3D75EB1E-CADA-D595-30E0-D1E1DA59AD63}"/>
                </a:ext>
              </a:extLst>
            </p:cNvPr>
            <p:cNvSpPr/>
            <p:nvPr/>
          </p:nvSpPr>
          <p:spPr>
            <a:xfrm>
              <a:off x="3130691" y="413235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5" name="文本框 284">
                  <a:extLst>
                    <a:ext uri="{FF2B5EF4-FFF2-40B4-BE49-F238E27FC236}">
                      <a16:creationId xmlns:a16="http://schemas.microsoft.com/office/drawing/2014/main" id="{5DEDAD4F-57D6-A704-E1D8-31AD18569B0C}"/>
                    </a:ext>
                  </a:extLst>
                </p:cNvPr>
                <p:cNvSpPr txBox="1"/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zh-CN" altLang="en-US" sz="10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285" name="文本框 284">
                  <a:extLst>
                    <a:ext uri="{FF2B5EF4-FFF2-40B4-BE49-F238E27FC236}">
                      <a16:creationId xmlns:a16="http://schemas.microsoft.com/office/drawing/2014/main" id="{302E9F00-9795-291F-87C4-3933182ED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blipFill>
                  <a:blip r:embed="rId41"/>
                  <a:stretch>
                    <a:fillRect l="-10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6" name="直线箭头连接符 285">
            <a:extLst>
              <a:ext uri="{FF2B5EF4-FFF2-40B4-BE49-F238E27FC236}">
                <a16:creationId xmlns:a16="http://schemas.microsoft.com/office/drawing/2014/main" id="{F0AF0DDA-F281-3541-E323-32C4BAE4672E}"/>
              </a:ext>
            </a:extLst>
          </p:cNvPr>
          <p:cNvCxnSpPr>
            <a:cxnSpLocks/>
            <a:stCxn id="272" idx="6"/>
            <a:endCxn id="284" idx="2"/>
          </p:cNvCxnSpPr>
          <p:nvPr/>
        </p:nvCxnSpPr>
        <p:spPr>
          <a:xfrm>
            <a:off x="2509382" y="5351351"/>
            <a:ext cx="534533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7" name="组合 286">
            <a:extLst>
              <a:ext uri="{FF2B5EF4-FFF2-40B4-BE49-F238E27FC236}">
                <a16:creationId xmlns:a16="http://schemas.microsoft.com/office/drawing/2014/main" id="{FBF304C2-0AA2-D45D-4488-4445669A2F99}"/>
              </a:ext>
            </a:extLst>
          </p:cNvPr>
          <p:cNvGrpSpPr/>
          <p:nvPr/>
        </p:nvGrpSpPr>
        <p:grpSpPr>
          <a:xfrm>
            <a:off x="3043915" y="6013340"/>
            <a:ext cx="503999" cy="503999"/>
            <a:chOff x="3130691" y="4132355"/>
            <a:chExt cx="503999" cy="503999"/>
          </a:xfrm>
        </p:grpSpPr>
        <p:sp>
          <p:nvSpPr>
            <p:cNvPr id="288" name="椭圆 287">
              <a:extLst>
                <a:ext uri="{FF2B5EF4-FFF2-40B4-BE49-F238E27FC236}">
                  <a16:creationId xmlns:a16="http://schemas.microsoft.com/office/drawing/2014/main" id="{B08A5AE4-0BE4-0B90-3E2D-40EEC5CE86AA}"/>
                </a:ext>
              </a:extLst>
            </p:cNvPr>
            <p:cNvSpPr/>
            <p:nvPr/>
          </p:nvSpPr>
          <p:spPr>
            <a:xfrm>
              <a:off x="3130691" y="413235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9" name="文本框 288">
                  <a:extLst>
                    <a:ext uri="{FF2B5EF4-FFF2-40B4-BE49-F238E27FC236}">
                      <a16:creationId xmlns:a16="http://schemas.microsoft.com/office/drawing/2014/main" id="{5F25BE1F-8DF2-8F2E-307F-C0497FBF1C1E}"/>
                    </a:ext>
                  </a:extLst>
                </p:cNvPr>
                <p:cNvSpPr txBox="1"/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zh-CN" altLang="en-US" sz="10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289" name="文本框 288">
                  <a:extLst>
                    <a:ext uri="{FF2B5EF4-FFF2-40B4-BE49-F238E27FC236}">
                      <a16:creationId xmlns:a16="http://schemas.microsoft.com/office/drawing/2014/main" id="{876D0B94-EDF4-15CE-F639-59FB39646C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blipFill>
                  <a:blip r:embed="rId24"/>
                  <a:stretch>
                    <a:fillRect l="-10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90" name="直线箭头连接符 289">
            <a:extLst>
              <a:ext uri="{FF2B5EF4-FFF2-40B4-BE49-F238E27FC236}">
                <a16:creationId xmlns:a16="http://schemas.microsoft.com/office/drawing/2014/main" id="{25FAABCC-03D7-3DCF-4C6B-37D1E73E75A2}"/>
              </a:ext>
            </a:extLst>
          </p:cNvPr>
          <p:cNvCxnSpPr>
            <a:cxnSpLocks/>
            <a:stCxn id="275" idx="6"/>
            <a:endCxn id="288" idx="2"/>
          </p:cNvCxnSpPr>
          <p:nvPr/>
        </p:nvCxnSpPr>
        <p:spPr>
          <a:xfrm>
            <a:off x="2509382" y="6265340"/>
            <a:ext cx="534533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线箭头连接符 291">
            <a:extLst>
              <a:ext uri="{FF2B5EF4-FFF2-40B4-BE49-F238E27FC236}">
                <a16:creationId xmlns:a16="http://schemas.microsoft.com/office/drawing/2014/main" id="{387CEC99-4021-FDFA-4ADC-5972966BBD56}"/>
              </a:ext>
            </a:extLst>
          </p:cNvPr>
          <p:cNvCxnSpPr>
            <a:cxnSpLocks/>
            <a:stCxn id="199" idx="6"/>
            <a:endCxn id="82" idx="2"/>
          </p:cNvCxnSpPr>
          <p:nvPr/>
        </p:nvCxnSpPr>
        <p:spPr>
          <a:xfrm flipV="1">
            <a:off x="3547914" y="959440"/>
            <a:ext cx="2496933" cy="256182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线箭头连接符 294">
            <a:extLst>
              <a:ext uri="{FF2B5EF4-FFF2-40B4-BE49-F238E27FC236}">
                <a16:creationId xmlns:a16="http://schemas.microsoft.com/office/drawing/2014/main" id="{DA8BD5EF-4E65-9D70-8FC8-4D46BC1CEDAD}"/>
              </a:ext>
            </a:extLst>
          </p:cNvPr>
          <p:cNvCxnSpPr>
            <a:cxnSpLocks/>
            <a:stCxn id="284" idx="6"/>
            <a:endCxn id="82" idx="2"/>
          </p:cNvCxnSpPr>
          <p:nvPr/>
        </p:nvCxnSpPr>
        <p:spPr>
          <a:xfrm flipV="1">
            <a:off x="3547914" y="959440"/>
            <a:ext cx="2496933" cy="439191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0" name="组合 309">
            <a:extLst>
              <a:ext uri="{FF2B5EF4-FFF2-40B4-BE49-F238E27FC236}">
                <a16:creationId xmlns:a16="http://schemas.microsoft.com/office/drawing/2014/main" id="{399B413F-91B0-7BEC-755C-C58021866FF3}"/>
              </a:ext>
            </a:extLst>
          </p:cNvPr>
          <p:cNvGrpSpPr/>
          <p:nvPr/>
        </p:nvGrpSpPr>
        <p:grpSpPr>
          <a:xfrm>
            <a:off x="3877698" y="1895621"/>
            <a:ext cx="540000" cy="1326375"/>
            <a:chOff x="4325511" y="5428463"/>
            <a:chExt cx="540000" cy="13263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1" name="文本框 310">
                  <a:extLst>
                    <a:ext uri="{FF2B5EF4-FFF2-40B4-BE49-F238E27FC236}">
                      <a16:creationId xmlns:a16="http://schemas.microsoft.com/office/drawing/2014/main" id="{33B1F2A5-36C1-6530-5212-EF8A05992162}"/>
                    </a:ext>
                  </a:extLst>
                </p:cNvPr>
                <p:cNvSpPr txBox="1"/>
                <p:nvPr/>
              </p:nvSpPr>
              <p:spPr>
                <a:xfrm>
                  <a:off x="4325511" y="5428463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11" name="文本框 310">
                  <a:extLst>
                    <a:ext uri="{FF2B5EF4-FFF2-40B4-BE49-F238E27FC236}">
                      <a16:creationId xmlns:a16="http://schemas.microsoft.com/office/drawing/2014/main" id="{94F3DC61-CCB0-5FEA-94BD-70139982F1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5428463"/>
                  <a:ext cx="540000" cy="284556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2" name="文本框 311">
                  <a:extLst>
                    <a:ext uri="{FF2B5EF4-FFF2-40B4-BE49-F238E27FC236}">
                      <a16:creationId xmlns:a16="http://schemas.microsoft.com/office/drawing/2014/main" id="{194065B4-EF88-2F72-2B3F-DAA10027C714}"/>
                    </a:ext>
                  </a:extLst>
                </p:cNvPr>
                <p:cNvSpPr txBox="1"/>
                <p:nvPr/>
              </p:nvSpPr>
              <p:spPr>
                <a:xfrm>
                  <a:off x="4325511" y="5775736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12" name="文本框 311">
                  <a:extLst>
                    <a:ext uri="{FF2B5EF4-FFF2-40B4-BE49-F238E27FC236}">
                      <a16:creationId xmlns:a16="http://schemas.microsoft.com/office/drawing/2014/main" id="{EFEB566D-98AA-FD7B-C959-2A13BC0343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5775736"/>
                  <a:ext cx="540000" cy="284556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3" name="文本框 312">
                  <a:extLst>
                    <a:ext uri="{FF2B5EF4-FFF2-40B4-BE49-F238E27FC236}">
                      <a16:creationId xmlns:a16="http://schemas.microsoft.com/office/drawing/2014/main" id="{F7189FE0-90BA-A457-688F-E9934BD94D1D}"/>
                    </a:ext>
                  </a:extLst>
                </p:cNvPr>
                <p:cNvSpPr txBox="1"/>
                <p:nvPr/>
              </p:nvSpPr>
              <p:spPr>
                <a:xfrm>
                  <a:off x="4325511" y="6470282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13" name="文本框 312">
                  <a:extLst>
                    <a:ext uri="{FF2B5EF4-FFF2-40B4-BE49-F238E27FC236}">
                      <a16:creationId xmlns:a16="http://schemas.microsoft.com/office/drawing/2014/main" id="{8153CA3A-E34D-3EFF-738B-184AA7E5FF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6470282"/>
                  <a:ext cx="540000" cy="284556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4" name="文本框 313">
                  <a:extLst>
                    <a:ext uri="{FF2B5EF4-FFF2-40B4-BE49-F238E27FC236}">
                      <a16:creationId xmlns:a16="http://schemas.microsoft.com/office/drawing/2014/main" id="{2393D1E2-B599-7301-3972-E314EEBA14D6}"/>
                    </a:ext>
                  </a:extLst>
                </p:cNvPr>
                <p:cNvSpPr txBox="1"/>
                <p:nvPr/>
              </p:nvSpPr>
              <p:spPr>
                <a:xfrm>
                  <a:off x="4325511" y="6123009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14" name="文本框 313">
                  <a:extLst>
                    <a:ext uri="{FF2B5EF4-FFF2-40B4-BE49-F238E27FC236}">
                      <a16:creationId xmlns:a16="http://schemas.microsoft.com/office/drawing/2014/main" id="{49C5534C-73FC-AC20-7519-7C9733E3D0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6123009"/>
                  <a:ext cx="540000" cy="284556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5" name="直线箭头连接符 314">
            <a:extLst>
              <a:ext uri="{FF2B5EF4-FFF2-40B4-BE49-F238E27FC236}">
                <a16:creationId xmlns:a16="http://schemas.microsoft.com/office/drawing/2014/main" id="{67D1E596-01DC-5696-A50F-C31DEE73E7B8}"/>
              </a:ext>
            </a:extLst>
          </p:cNvPr>
          <p:cNvCxnSpPr>
            <a:cxnSpLocks/>
            <a:stCxn id="199" idx="6"/>
            <a:endCxn id="87" idx="2"/>
          </p:cNvCxnSpPr>
          <p:nvPr/>
        </p:nvCxnSpPr>
        <p:spPr>
          <a:xfrm flipV="1">
            <a:off x="3547914" y="1832758"/>
            <a:ext cx="2508658" cy="168851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线箭头连接符 317">
            <a:extLst>
              <a:ext uri="{FF2B5EF4-FFF2-40B4-BE49-F238E27FC236}">
                <a16:creationId xmlns:a16="http://schemas.microsoft.com/office/drawing/2014/main" id="{B8287E69-6201-B7E6-899B-F918ADF56F09}"/>
              </a:ext>
            </a:extLst>
          </p:cNvPr>
          <p:cNvCxnSpPr>
            <a:cxnSpLocks/>
            <a:stCxn id="284" idx="6"/>
            <a:endCxn id="87" idx="2"/>
          </p:cNvCxnSpPr>
          <p:nvPr/>
        </p:nvCxnSpPr>
        <p:spPr>
          <a:xfrm flipV="1">
            <a:off x="3547914" y="1832758"/>
            <a:ext cx="2508658" cy="351859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线箭头连接符 333">
            <a:extLst>
              <a:ext uri="{FF2B5EF4-FFF2-40B4-BE49-F238E27FC236}">
                <a16:creationId xmlns:a16="http://schemas.microsoft.com/office/drawing/2014/main" id="{8EC9EBFB-D4A1-EBAB-E8BA-9C17818AB0B0}"/>
              </a:ext>
            </a:extLst>
          </p:cNvPr>
          <p:cNvCxnSpPr>
            <a:cxnSpLocks/>
            <a:stCxn id="219" idx="3"/>
            <a:endCxn id="82" idx="2"/>
          </p:cNvCxnSpPr>
          <p:nvPr/>
        </p:nvCxnSpPr>
        <p:spPr>
          <a:xfrm>
            <a:off x="4417698" y="445955"/>
            <a:ext cx="1627149" cy="5134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线箭头连接符 336">
            <a:extLst>
              <a:ext uri="{FF2B5EF4-FFF2-40B4-BE49-F238E27FC236}">
                <a16:creationId xmlns:a16="http://schemas.microsoft.com/office/drawing/2014/main" id="{559F8D52-8EBD-46AD-E900-E9F36B07CFC9}"/>
              </a:ext>
            </a:extLst>
          </p:cNvPr>
          <p:cNvCxnSpPr>
            <a:cxnSpLocks/>
            <a:stCxn id="220" idx="3"/>
            <a:endCxn id="82" idx="2"/>
          </p:cNvCxnSpPr>
          <p:nvPr/>
        </p:nvCxnSpPr>
        <p:spPr>
          <a:xfrm>
            <a:off x="4417698" y="793228"/>
            <a:ext cx="1627149" cy="1662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直线箭头连接符 339">
            <a:extLst>
              <a:ext uri="{FF2B5EF4-FFF2-40B4-BE49-F238E27FC236}">
                <a16:creationId xmlns:a16="http://schemas.microsoft.com/office/drawing/2014/main" id="{98EE8D0E-3D51-B69C-66BA-7D6680AA6AB6}"/>
              </a:ext>
            </a:extLst>
          </p:cNvPr>
          <p:cNvCxnSpPr>
            <a:cxnSpLocks/>
            <a:stCxn id="222" idx="3"/>
            <a:endCxn id="82" idx="2"/>
          </p:cNvCxnSpPr>
          <p:nvPr/>
        </p:nvCxnSpPr>
        <p:spPr>
          <a:xfrm flipV="1">
            <a:off x="4417698" y="959440"/>
            <a:ext cx="1627149" cy="18106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直线箭头连接符 342">
            <a:extLst>
              <a:ext uri="{FF2B5EF4-FFF2-40B4-BE49-F238E27FC236}">
                <a16:creationId xmlns:a16="http://schemas.microsoft.com/office/drawing/2014/main" id="{9B966282-79D3-1B09-B4A5-D28F0749B49C}"/>
              </a:ext>
            </a:extLst>
          </p:cNvPr>
          <p:cNvCxnSpPr>
            <a:cxnSpLocks/>
            <a:stCxn id="221" idx="3"/>
            <a:endCxn id="82" idx="2"/>
          </p:cNvCxnSpPr>
          <p:nvPr/>
        </p:nvCxnSpPr>
        <p:spPr>
          <a:xfrm flipV="1">
            <a:off x="4417698" y="959440"/>
            <a:ext cx="1627149" cy="52833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直线箭头连接符 345">
            <a:extLst>
              <a:ext uri="{FF2B5EF4-FFF2-40B4-BE49-F238E27FC236}">
                <a16:creationId xmlns:a16="http://schemas.microsoft.com/office/drawing/2014/main" id="{B3928157-E518-59B8-5B4E-AAE12E3046B3}"/>
              </a:ext>
            </a:extLst>
          </p:cNvPr>
          <p:cNvCxnSpPr>
            <a:cxnSpLocks/>
            <a:stCxn id="311" idx="3"/>
            <a:endCxn id="87" idx="2"/>
          </p:cNvCxnSpPr>
          <p:nvPr/>
        </p:nvCxnSpPr>
        <p:spPr>
          <a:xfrm flipV="1">
            <a:off x="4417698" y="1832758"/>
            <a:ext cx="1638874" cy="20514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直线箭头连接符 348">
            <a:extLst>
              <a:ext uri="{FF2B5EF4-FFF2-40B4-BE49-F238E27FC236}">
                <a16:creationId xmlns:a16="http://schemas.microsoft.com/office/drawing/2014/main" id="{067F1772-78D7-BE09-8872-2A2A1A27370B}"/>
              </a:ext>
            </a:extLst>
          </p:cNvPr>
          <p:cNvCxnSpPr>
            <a:cxnSpLocks/>
            <a:stCxn id="312" idx="3"/>
            <a:endCxn id="87" idx="2"/>
          </p:cNvCxnSpPr>
          <p:nvPr/>
        </p:nvCxnSpPr>
        <p:spPr>
          <a:xfrm flipV="1">
            <a:off x="4417698" y="1832758"/>
            <a:ext cx="1638874" cy="5524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直线箭头连接符 351">
            <a:extLst>
              <a:ext uri="{FF2B5EF4-FFF2-40B4-BE49-F238E27FC236}">
                <a16:creationId xmlns:a16="http://schemas.microsoft.com/office/drawing/2014/main" id="{10C03B4A-074F-6919-E2A7-5677537323F9}"/>
              </a:ext>
            </a:extLst>
          </p:cNvPr>
          <p:cNvCxnSpPr>
            <a:cxnSpLocks/>
            <a:stCxn id="314" idx="3"/>
            <a:endCxn id="87" idx="2"/>
          </p:cNvCxnSpPr>
          <p:nvPr/>
        </p:nvCxnSpPr>
        <p:spPr>
          <a:xfrm flipV="1">
            <a:off x="4417698" y="1832758"/>
            <a:ext cx="1638874" cy="89968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线箭头连接符 354">
            <a:extLst>
              <a:ext uri="{FF2B5EF4-FFF2-40B4-BE49-F238E27FC236}">
                <a16:creationId xmlns:a16="http://schemas.microsoft.com/office/drawing/2014/main" id="{274B5078-4CF3-839D-ADCE-36F3FA6CD9FF}"/>
              </a:ext>
            </a:extLst>
          </p:cNvPr>
          <p:cNvCxnSpPr>
            <a:cxnSpLocks/>
            <a:stCxn id="313" idx="3"/>
            <a:endCxn id="87" idx="2"/>
          </p:cNvCxnSpPr>
          <p:nvPr/>
        </p:nvCxnSpPr>
        <p:spPr>
          <a:xfrm flipV="1">
            <a:off x="4417698" y="1832758"/>
            <a:ext cx="1638874" cy="124696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8" name="组合 357">
            <a:extLst>
              <a:ext uri="{FF2B5EF4-FFF2-40B4-BE49-F238E27FC236}">
                <a16:creationId xmlns:a16="http://schemas.microsoft.com/office/drawing/2014/main" id="{A079C509-7BF9-FBAA-E23B-F776BFCFADDA}"/>
              </a:ext>
            </a:extLst>
          </p:cNvPr>
          <p:cNvGrpSpPr/>
          <p:nvPr/>
        </p:nvGrpSpPr>
        <p:grpSpPr>
          <a:xfrm>
            <a:off x="7812118" y="1727601"/>
            <a:ext cx="540000" cy="979102"/>
            <a:chOff x="758245" y="632790"/>
            <a:chExt cx="540000" cy="9791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9" name="文本框 358">
                  <a:extLst>
                    <a:ext uri="{FF2B5EF4-FFF2-40B4-BE49-F238E27FC236}">
                      <a16:creationId xmlns:a16="http://schemas.microsoft.com/office/drawing/2014/main" id="{419F86BA-10D7-459F-6808-BEC16536FECD}"/>
                    </a:ext>
                  </a:extLst>
                </p:cNvPr>
                <p:cNvSpPr txBox="1"/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59" name="文本框 358">
                  <a:extLst>
                    <a:ext uri="{FF2B5EF4-FFF2-40B4-BE49-F238E27FC236}">
                      <a16:creationId xmlns:a16="http://schemas.microsoft.com/office/drawing/2014/main" id="{F68B349A-5E0D-6010-E9F1-A61435C63C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文本框 359">
                  <a:extLst>
                    <a:ext uri="{FF2B5EF4-FFF2-40B4-BE49-F238E27FC236}">
                      <a16:creationId xmlns:a16="http://schemas.microsoft.com/office/drawing/2014/main" id="{E457140C-1F64-726E-D2CF-A8D0FD69F548}"/>
                    </a:ext>
                  </a:extLst>
                </p:cNvPr>
                <p:cNvSpPr txBox="1"/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60" name="文本框 359">
                  <a:extLst>
                    <a:ext uri="{FF2B5EF4-FFF2-40B4-BE49-F238E27FC236}">
                      <a16:creationId xmlns:a16="http://schemas.microsoft.com/office/drawing/2014/main" id="{B3EB87AE-5171-4A56-5AA1-3EA243409F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1" name="文本框 360">
                  <a:extLst>
                    <a:ext uri="{FF2B5EF4-FFF2-40B4-BE49-F238E27FC236}">
                      <a16:creationId xmlns:a16="http://schemas.microsoft.com/office/drawing/2014/main" id="{ADEC78F0-84A6-ECF9-6588-99DD3994F2AF}"/>
                    </a:ext>
                  </a:extLst>
                </p:cNvPr>
                <p:cNvSpPr txBox="1"/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61" name="文本框 360">
                  <a:extLst>
                    <a:ext uri="{FF2B5EF4-FFF2-40B4-BE49-F238E27FC236}">
                      <a16:creationId xmlns:a16="http://schemas.microsoft.com/office/drawing/2014/main" id="{881E1508-D728-DD7A-1569-8386CA0641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62" name="直线箭头连接符 361">
            <a:extLst>
              <a:ext uri="{FF2B5EF4-FFF2-40B4-BE49-F238E27FC236}">
                <a16:creationId xmlns:a16="http://schemas.microsoft.com/office/drawing/2014/main" id="{D5A2D959-664C-5C79-207A-70C44E810C17}"/>
              </a:ext>
            </a:extLst>
          </p:cNvPr>
          <p:cNvCxnSpPr>
            <a:cxnSpLocks/>
            <a:stCxn id="359" idx="3"/>
            <a:endCxn id="104" idx="2"/>
          </p:cNvCxnSpPr>
          <p:nvPr/>
        </p:nvCxnSpPr>
        <p:spPr>
          <a:xfrm flipV="1">
            <a:off x="8352118" y="1450172"/>
            <a:ext cx="642637" cy="41970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直线箭头连接符 364">
            <a:extLst>
              <a:ext uri="{FF2B5EF4-FFF2-40B4-BE49-F238E27FC236}">
                <a16:creationId xmlns:a16="http://schemas.microsoft.com/office/drawing/2014/main" id="{181FC7B5-6A70-C985-BE8E-E0A08F7983F3}"/>
              </a:ext>
            </a:extLst>
          </p:cNvPr>
          <p:cNvCxnSpPr>
            <a:cxnSpLocks/>
            <a:stCxn id="360" idx="3"/>
            <a:endCxn id="104" idx="2"/>
          </p:cNvCxnSpPr>
          <p:nvPr/>
        </p:nvCxnSpPr>
        <p:spPr>
          <a:xfrm flipV="1">
            <a:off x="8352118" y="1450172"/>
            <a:ext cx="642637" cy="7669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直线箭头连接符 367">
            <a:extLst>
              <a:ext uri="{FF2B5EF4-FFF2-40B4-BE49-F238E27FC236}">
                <a16:creationId xmlns:a16="http://schemas.microsoft.com/office/drawing/2014/main" id="{28940761-ADED-9C29-8006-3EB44474DFF8}"/>
              </a:ext>
            </a:extLst>
          </p:cNvPr>
          <p:cNvCxnSpPr>
            <a:cxnSpLocks/>
            <a:stCxn id="361" idx="3"/>
            <a:endCxn id="104" idx="2"/>
          </p:cNvCxnSpPr>
          <p:nvPr/>
        </p:nvCxnSpPr>
        <p:spPr>
          <a:xfrm flipV="1">
            <a:off x="8352118" y="1450172"/>
            <a:ext cx="642637" cy="111425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0" name="组合 409">
            <a:extLst>
              <a:ext uri="{FF2B5EF4-FFF2-40B4-BE49-F238E27FC236}">
                <a16:creationId xmlns:a16="http://schemas.microsoft.com/office/drawing/2014/main" id="{F203AD7C-3BFA-2992-963E-08DA4EF8C1A6}"/>
              </a:ext>
            </a:extLst>
          </p:cNvPr>
          <p:cNvGrpSpPr/>
          <p:nvPr/>
        </p:nvGrpSpPr>
        <p:grpSpPr>
          <a:xfrm>
            <a:off x="8250591" y="4710149"/>
            <a:ext cx="2364167" cy="1739397"/>
            <a:chOff x="8346222" y="4639548"/>
            <a:chExt cx="2364167" cy="1739397"/>
          </a:xfrm>
        </p:grpSpPr>
        <p:cxnSp>
          <p:nvCxnSpPr>
            <p:cNvPr id="371" name="直线箭头连接符 370">
              <a:extLst>
                <a:ext uri="{FF2B5EF4-FFF2-40B4-BE49-F238E27FC236}">
                  <a16:creationId xmlns:a16="http://schemas.microsoft.com/office/drawing/2014/main" id="{C4516144-2AFB-2FAC-981B-736C079F5098}"/>
                </a:ext>
              </a:extLst>
            </p:cNvPr>
            <p:cNvCxnSpPr>
              <a:cxnSpLocks/>
            </p:cNvCxnSpPr>
            <p:nvPr/>
          </p:nvCxnSpPr>
          <p:spPr>
            <a:xfrm>
              <a:off x="8346222" y="5132752"/>
              <a:ext cx="513186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4" name="文本框 373">
              <a:extLst>
                <a:ext uri="{FF2B5EF4-FFF2-40B4-BE49-F238E27FC236}">
                  <a16:creationId xmlns:a16="http://schemas.microsoft.com/office/drawing/2014/main" id="{013F8054-EAB4-0192-EB92-60E3E7E71671}"/>
                </a:ext>
              </a:extLst>
            </p:cNvPr>
            <p:cNvSpPr txBox="1"/>
            <p:nvPr/>
          </p:nvSpPr>
          <p:spPr>
            <a:xfrm>
              <a:off x="8977222" y="5022133"/>
              <a:ext cx="17331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000" dirty="0"/>
                <a:t>样本 </a:t>
              </a:r>
              <a:r>
                <a:rPr kumimoji="1" lang="en-US" altLang="zh-CN" sz="1000" dirty="0"/>
                <a:t>2</a:t>
              </a:r>
              <a:r>
                <a:rPr kumimoji="1" lang="zh-CN" altLang="en-US" sz="1000" dirty="0"/>
                <a:t> 计算路径（未画全）</a:t>
              </a:r>
            </a:p>
          </p:txBody>
        </p:sp>
        <p:sp>
          <p:nvSpPr>
            <p:cNvPr id="376" name="文本框 375">
              <a:extLst>
                <a:ext uri="{FF2B5EF4-FFF2-40B4-BE49-F238E27FC236}">
                  <a16:creationId xmlns:a16="http://schemas.microsoft.com/office/drawing/2014/main" id="{3FBDC131-4357-14B5-D63A-E629420B35EA}"/>
                </a:ext>
              </a:extLst>
            </p:cNvPr>
            <p:cNvSpPr txBox="1"/>
            <p:nvPr/>
          </p:nvSpPr>
          <p:spPr>
            <a:xfrm>
              <a:off x="8379378" y="5457185"/>
              <a:ext cx="540000" cy="28455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 lIns="0" tIns="0" rIns="0" bIns="0" rtlCol="0">
              <a:noAutofit/>
            </a:bodyPr>
            <a:lstStyle/>
            <a:p>
              <a:endParaRPr kumimoji="1" lang="zh-CN" altLang="en-US" sz="1400" dirty="0"/>
            </a:p>
          </p:txBody>
        </p:sp>
        <p:sp>
          <p:nvSpPr>
            <p:cNvPr id="377" name="文本框 376">
              <a:extLst>
                <a:ext uri="{FF2B5EF4-FFF2-40B4-BE49-F238E27FC236}">
                  <a16:creationId xmlns:a16="http://schemas.microsoft.com/office/drawing/2014/main" id="{15F985EA-A7EC-0C1C-CF9F-A82594E58575}"/>
                </a:ext>
              </a:extLst>
            </p:cNvPr>
            <p:cNvSpPr txBox="1"/>
            <p:nvPr/>
          </p:nvSpPr>
          <p:spPr>
            <a:xfrm>
              <a:off x="8977222" y="5457183"/>
              <a:ext cx="7216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000" dirty="0"/>
                <a:t>模型参数</a:t>
              </a:r>
            </a:p>
          </p:txBody>
        </p:sp>
        <p:sp>
          <p:nvSpPr>
            <p:cNvPr id="378" name="椭圆 377">
              <a:extLst>
                <a:ext uri="{FF2B5EF4-FFF2-40B4-BE49-F238E27FC236}">
                  <a16:creationId xmlns:a16="http://schemas.microsoft.com/office/drawing/2014/main" id="{CBA8E40C-36A4-8571-CABD-B9724045B0FB}"/>
                </a:ext>
              </a:extLst>
            </p:cNvPr>
            <p:cNvSpPr/>
            <p:nvPr/>
          </p:nvSpPr>
          <p:spPr>
            <a:xfrm>
              <a:off x="8382144" y="5874946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9" name="文本框 378">
              <a:extLst>
                <a:ext uri="{FF2B5EF4-FFF2-40B4-BE49-F238E27FC236}">
                  <a16:creationId xmlns:a16="http://schemas.microsoft.com/office/drawing/2014/main" id="{42E45D01-7528-1408-AC7C-8CD94B0DDDB2}"/>
                </a:ext>
              </a:extLst>
            </p:cNvPr>
            <p:cNvSpPr txBox="1"/>
            <p:nvPr/>
          </p:nvSpPr>
          <p:spPr>
            <a:xfrm>
              <a:off x="8977222" y="5980837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000" dirty="0"/>
                <a:t>计算节点</a:t>
              </a:r>
            </a:p>
          </p:txBody>
        </p:sp>
        <p:cxnSp>
          <p:nvCxnSpPr>
            <p:cNvPr id="380" name="直线箭头连接符 379">
              <a:extLst>
                <a:ext uri="{FF2B5EF4-FFF2-40B4-BE49-F238E27FC236}">
                  <a16:creationId xmlns:a16="http://schemas.microsoft.com/office/drawing/2014/main" id="{B6D8771C-B596-10F0-B519-3DAD870CF92B}"/>
                </a:ext>
              </a:extLst>
            </p:cNvPr>
            <p:cNvCxnSpPr>
              <a:cxnSpLocks/>
            </p:cNvCxnSpPr>
            <p:nvPr/>
          </p:nvCxnSpPr>
          <p:spPr>
            <a:xfrm>
              <a:off x="8346222" y="4750167"/>
              <a:ext cx="513186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1" name="文本框 380">
              <a:extLst>
                <a:ext uri="{FF2B5EF4-FFF2-40B4-BE49-F238E27FC236}">
                  <a16:creationId xmlns:a16="http://schemas.microsoft.com/office/drawing/2014/main" id="{5E584D6B-6B0A-A4C3-2772-2AA29DD75D6E}"/>
                </a:ext>
              </a:extLst>
            </p:cNvPr>
            <p:cNvSpPr txBox="1"/>
            <p:nvPr/>
          </p:nvSpPr>
          <p:spPr>
            <a:xfrm>
              <a:off x="8977222" y="4639548"/>
              <a:ext cx="109196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000" dirty="0"/>
                <a:t>样本 </a:t>
              </a:r>
              <a:r>
                <a:rPr kumimoji="1" lang="en-US" altLang="zh-CN" sz="1000" dirty="0"/>
                <a:t>1</a:t>
              </a:r>
              <a:r>
                <a:rPr kumimoji="1" lang="zh-CN" altLang="en-US" sz="1000" dirty="0"/>
                <a:t> 计算路径</a:t>
              </a:r>
            </a:p>
          </p:txBody>
        </p:sp>
      </p:grpSp>
      <p:cxnSp>
        <p:nvCxnSpPr>
          <p:cNvPr id="393" name="直线箭头连接符 392">
            <a:extLst>
              <a:ext uri="{FF2B5EF4-FFF2-40B4-BE49-F238E27FC236}">
                <a16:creationId xmlns:a16="http://schemas.microsoft.com/office/drawing/2014/main" id="{DF40CC05-3A7C-40B0-AFFD-8539ADD35F36}"/>
              </a:ext>
            </a:extLst>
          </p:cNvPr>
          <p:cNvCxnSpPr>
            <a:cxnSpLocks/>
            <a:stCxn id="104" idx="6"/>
            <a:endCxn id="383" idx="2"/>
          </p:cNvCxnSpPr>
          <p:nvPr/>
        </p:nvCxnSpPr>
        <p:spPr>
          <a:xfrm>
            <a:off x="9498754" y="1450172"/>
            <a:ext cx="559720" cy="27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7" name="椭圆 396">
            <a:extLst>
              <a:ext uri="{FF2B5EF4-FFF2-40B4-BE49-F238E27FC236}">
                <a16:creationId xmlns:a16="http://schemas.microsoft.com/office/drawing/2014/main" id="{78A85262-C28B-3970-91C2-3F2BA8922D35}"/>
              </a:ext>
            </a:extLst>
          </p:cNvPr>
          <p:cNvSpPr/>
          <p:nvPr/>
        </p:nvSpPr>
        <p:spPr>
          <a:xfrm>
            <a:off x="11273893" y="1927261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8" name="文本框 397">
                <a:extLst>
                  <a:ext uri="{FF2B5EF4-FFF2-40B4-BE49-F238E27FC236}">
                    <a16:creationId xmlns:a16="http://schemas.microsoft.com/office/drawing/2014/main" id="{839DE2DF-B936-DC73-12D5-068789F6591A}"/>
                  </a:ext>
                </a:extLst>
              </p:cNvPr>
              <p:cNvSpPr txBox="1"/>
              <p:nvPr/>
            </p:nvSpPr>
            <p:spPr>
              <a:xfrm>
                <a:off x="11356792" y="2025029"/>
                <a:ext cx="335413" cy="2911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398" name="文本框 397">
                <a:extLst>
                  <a:ext uri="{FF2B5EF4-FFF2-40B4-BE49-F238E27FC236}">
                    <a16:creationId xmlns:a16="http://schemas.microsoft.com/office/drawing/2014/main" id="{839DE2DF-B936-DC73-12D5-068789F65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6792" y="2025029"/>
                <a:ext cx="335413" cy="291170"/>
              </a:xfrm>
              <a:prstGeom prst="rect">
                <a:avLst/>
              </a:prstGeom>
              <a:blipFill>
                <a:blip r:embed="rId49"/>
                <a:stretch>
                  <a:fillRect l="-7407" t="-4167" r="-7407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9" name="文本框 398">
                <a:extLst>
                  <a:ext uri="{FF2B5EF4-FFF2-40B4-BE49-F238E27FC236}">
                    <a16:creationId xmlns:a16="http://schemas.microsoft.com/office/drawing/2014/main" id="{23B3ACEC-59EA-C852-1982-84972AFEF614}"/>
                  </a:ext>
                </a:extLst>
              </p:cNvPr>
              <p:cNvSpPr txBox="1"/>
              <p:nvPr/>
            </p:nvSpPr>
            <p:spPr>
              <a:xfrm>
                <a:off x="11198732" y="1741397"/>
                <a:ext cx="62991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kumimoji="1" lang="en-US" altLang="zh-CN" sz="10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sub>
                    </m:sSub>
                  </m:oMath>
                </a14:m>
                <a:r>
                  <a:rPr kumimoji="1" lang="en-US" altLang="zh-CN" sz="1000" dirty="0"/>
                  <a:t>=0.1756</a:t>
                </a:r>
                <a:endParaRPr kumimoji="1" lang="zh-CN" altLang="en-US" sz="1000" dirty="0"/>
              </a:p>
            </p:txBody>
          </p:sp>
        </mc:Choice>
        <mc:Fallback xmlns="">
          <p:sp>
            <p:nvSpPr>
              <p:cNvPr id="399" name="文本框 398">
                <a:extLst>
                  <a:ext uri="{FF2B5EF4-FFF2-40B4-BE49-F238E27FC236}">
                    <a16:creationId xmlns:a16="http://schemas.microsoft.com/office/drawing/2014/main" id="{23B3ACEC-59EA-C852-1982-84972AFEF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8732" y="1741397"/>
                <a:ext cx="629916" cy="153888"/>
              </a:xfrm>
              <a:prstGeom prst="rect">
                <a:avLst/>
              </a:prstGeom>
              <a:blipFill>
                <a:blip r:embed="rId50"/>
                <a:stretch>
                  <a:fillRect l="-7843" t="-30769" r="-9804" b="-4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0" name="直线箭头连接符 399">
            <a:extLst>
              <a:ext uri="{FF2B5EF4-FFF2-40B4-BE49-F238E27FC236}">
                <a16:creationId xmlns:a16="http://schemas.microsoft.com/office/drawing/2014/main" id="{5550CBBA-62FB-0CD8-5476-1EEB55C73314}"/>
              </a:ext>
            </a:extLst>
          </p:cNvPr>
          <p:cNvCxnSpPr>
            <a:cxnSpLocks/>
            <a:stCxn id="383" idx="6"/>
            <a:endCxn id="397" idx="2"/>
          </p:cNvCxnSpPr>
          <p:nvPr/>
        </p:nvCxnSpPr>
        <p:spPr>
          <a:xfrm>
            <a:off x="10854074" y="1452884"/>
            <a:ext cx="419819" cy="7263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直线箭头连接符 402">
            <a:extLst>
              <a:ext uri="{FF2B5EF4-FFF2-40B4-BE49-F238E27FC236}">
                <a16:creationId xmlns:a16="http://schemas.microsoft.com/office/drawing/2014/main" id="{08B310BF-45AB-5ADB-ADA6-D314CFDA9460}"/>
              </a:ext>
            </a:extLst>
          </p:cNvPr>
          <p:cNvCxnSpPr>
            <a:cxnSpLocks/>
            <a:stCxn id="387" idx="6"/>
            <a:endCxn id="397" idx="2"/>
          </p:cNvCxnSpPr>
          <p:nvPr/>
        </p:nvCxnSpPr>
        <p:spPr>
          <a:xfrm flipV="1">
            <a:off x="10855233" y="2179261"/>
            <a:ext cx="418660" cy="88632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直线箭头连接符 389">
            <a:extLst>
              <a:ext uri="{FF2B5EF4-FFF2-40B4-BE49-F238E27FC236}">
                <a16:creationId xmlns:a16="http://schemas.microsoft.com/office/drawing/2014/main" id="{6C14D459-A5C8-EE57-0BDE-866F9E802FE0}"/>
              </a:ext>
            </a:extLst>
          </p:cNvPr>
          <p:cNvCxnSpPr>
            <a:cxnSpLocks/>
            <a:stCxn id="256" idx="6"/>
            <a:endCxn id="387" idx="2"/>
          </p:cNvCxnSpPr>
          <p:nvPr/>
        </p:nvCxnSpPr>
        <p:spPr>
          <a:xfrm flipV="1">
            <a:off x="9498754" y="3065585"/>
            <a:ext cx="559721" cy="9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椭圆 386">
            <a:extLst>
              <a:ext uri="{FF2B5EF4-FFF2-40B4-BE49-F238E27FC236}">
                <a16:creationId xmlns:a16="http://schemas.microsoft.com/office/drawing/2014/main" id="{112B966F-F756-8449-9ECE-B4FF940E005A}"/>
              </a:ext>
            </a:extLst>
          </p:cNvPr>
          <p:cNvSpPr/>
          <p:nvPr/>
        </p:nvSpPr>
        <p:spPr>
          <a:xfrm>
            <a:off x="10058475" y="2813585"/>
            <a:ext cx="796758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0DFEA18F-1EBE-3597-0A9D-FAE621666458}"/>
                  </a:ext>
                </a:extLst>
              </p:cNvPr>
              <p:cNvSpPr txBox="1"/>
              <p:nvPr/>
            </p:nvSpPr>
            <p:spPr>
              <a:xfrm>
                <a:off x="10229122" y="2627721"/>
                <a:ext cx="9015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=0.349872</m:t>
                      </m:r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0DFEA18F-1EBE-3597-0A9D-FAE621666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9122" y="2627721"/>
                <a:ext cx="901593" cy="153888"/>
              </a:xfrm>
              <a:prstGeom prst="rect">
                <a:avLst/>
              </a:prstGeom>
              <a:blipFill>
                <a:blip r:embed="rId51"/>
                <a:stretch>
                  <a:fillRect l="-2778" r="-2778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3" name="椭圆 382">
            <a:extLst>
              <a:ext uri="{FF2B5EF4-FFF2-40B4-BE49-F238E27FC236}">
                <a16:creationId xmlns:a16="http://schemas.microsoft.com/office/drawing/2014/main" id="{0AD5BB96-8B15-25E5-CEF7-30230E7C0333}"/>
              </a:ext>
            </a:extLst>
          </p:cNvPr>
          <p:cNvSpPr/>
          <p:nvPr/>
        </p:nvSpPr>
        <p:spPr>
          <a:xfrm>
            <a:off x="10058474" y="1200884"/>
            <a:ext cx="795600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EBC5314A-879A-9AB3-BC40-BEDCC197DD7A}"/>
                  </a:ext>
                </a:extLst>
              </p:cNvPr>
              <p:cNvSpPr txBox="1"/>
              <p:nvPr/>
            </p:nvSpPr>
            <p:spPr>
              <a:xfrm>
                <a:off x="10229122" y="1015020"/>
                <a:ext cx="90159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=0.001310</m:t>
                      </m:r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EBC5314A-879A-9AB3-BC40-BEDCC197D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9122" y="1015020"/>
                <a:ext cx="901593" cy="153888"/>
              </a:xfrm>
              <a:prstGeom prst="rect">
                <a:avLst/>
              </a:prstGeom>
              <a:blipFill>
                <a:blip r:embed="rId52"/>
                <a:stretch>
                  <a:fillRect l="-2778" r="-2778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文本框 415">
                <a:extLst>
                  <a:ext uri="{FF2B5EF4-FFF2-40B4-BE49-F238E27FC236}">
                    <a16:creationId xmlns:a16="http://schemas.microsoft.com/office/drawing/2014/main" id="{0284FCD0-49AE-4DF3-9EBD-2C7CE19FC427}"/>
                  </a:ext>
                </a:extLst>
              </p:cNvPr>
              <p:cNvSpPr txBox="1"/>
              <p:nvPr/>
            </p:nvSpPr>
            <p:spPr>
              <a:xfrm>
                <a:off x="2142021" y="3084401"/>
                <a:ext cx="48866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=3.1</m:t>
                      </m:r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6" name="文本框 415">
                <a:extLst>
                  <a:ext uri="{FF2B5EF4-FFF2-40B4-BE49-F238E27FC236}">
                    <a16:creationId xmlns:a16="http://schemas.microsoft.com/office/drawing/2014/main" id="{0284FCD0-49AE-4DF3-9EBD-2C7CE19FC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021" y="3084401"/>
                <a:ext cx="488660" cy="153888"/>
              </a:xfrm>
              <a:prstGeom prst="rect">
                <a:avLst/>
              </a:prstGeom>
              <a:blipFill>
                <a:blip r:embed="rId53"/>
                <a:stretch>
                  <a:fillRect l="-2500" r="-5000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文本框 416">
                <a:extLst>
                  <a:ext uri="{FF2B5EF4-FFF2-40B4-BE49-F238E27FC236}">
                    <a16:creationId xmlns:a16="http://schemas.microsoft.com/office/drawing/2014/main" id="{ED727DDC-F91E-1F28-1F34-66465EDDD1E3}"/>
                  </a:ext>
                </a:extLst>
              </p:cNvPr>
              <p:cNvSpPr txBox="1"/>
              <p:nvPr/>
            </p:nvSpPr>
            <p:spPr>
              <a:xfrm>
                <a:off x="3172041" y="3084401"/>
                <a:ext cx="71141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=0.9569</m:t>
                      </m:r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7" name="文本框 416">
                <a:extLst>
                  <a:ext uri="{FF2B5EF4-FFF2-40B4-BE49-F238E27FC236}">
                    <a16:creationId xmlns:a16="http://schemas.microsoft.com/office/drawing/2014/main" id="{ED727DDC-F91E-1F28-1F34-66465EDDD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041" y="3084401"/>
                <a:ext cx="711413" cy="153888"/>
              </a:xfrm>
              <a:prstGeom prst="rect">
                <a:avLst/>
              </a:prstGeom>
              <a:blipFill>
                <a:blip r:embed="rId54"/>
                <a:stretch>
                  <a:fillRect l="-3509" r="-3509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文本框 417">
                <a:extLst>
                  <a:ext uri="{FF2B5EF4-FFF2-40B4-BE49-F238E27FC236}">
                    <a16:creationId xmlns:a16="http://schemas.microsoft.com/office/drawing/2014/main" id="{10C664E7-27E0-8E29-FA81-95C56299CE43}"/>
                  </a:ext>
                </a:extLst>
              </p:cNvPr>
              <p:cNvSpPr txBox="1"/>
              <p:nvPr/>
            </p:nvSpPr>
            <p:spPr>
              <a:xfrm>
                <a:off x="2142021" y="4908204"/>
                <a:ext cx="48866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=3.5</m:t>
                      </m:r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8" name="文本框 417">
                <a:extLst>
                  <a:ext uri="{FF2B5EF4-FFF2-40B4-BE49-F238E27FC236}">
                    <a16:creationId xmlns:a16="http://schemas.microsoft.com/office/drawing/2014/main" id="{10C664E7-27E0-8E29-FA81-95C56299C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021" y="4908204"/>
                <a:ext cx="488660" cy="153888"/>
              </a:xfrm>
              <a:prstGeom prst="rect">
                <a:avLst/>
              </a:prstGeom>
              <a:blipFill>
                <a:blip r:embed="rId55"/>
                <a:stretch>
                  <a:fillRect l="-2500" r="-5000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文本框 418">
                <a:extLst>
                  <a:ext uri="{FF2B5EF4-FFF2-40B4-BE49-F238E27FC236}">
                    <a16:creationId xmlns:a16="http://schemas.microsoft.com/office/drawing/2014/main" id="{4FED2A79-01C1-EF61-7A1E-E6B57AAD46E3}"/>
                  </a:ext>
                </a:extLst>
              </p:cNvPr>
              <p:cNvSpPr txBox="1"/>
              <p:nvPr/>
            </p:nvSpPr>
            <p:spPr>
              <a:xfrm>
                <a:off x="3172041" y="4908204"/>
                <a:ext cx="71141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=0.9707</m:t>
                      </m:r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9" name="文本框 418">
                <a:extLst>
                  <a:ext uri="{FF2B5EF4-FFF2-40B4-BE49-F238E27FC236}">
                    <a16:creationId xmlns:a16="http://schemas.microsoft.com/office/drawing/2014/main" id="{4FED2A79-01C1-EF61-7A1E-E6B57AAD4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041" y="4908204"/>
                <a:ext cx="711413" cy="153888"/>
              </a:xfrm>
              <a:prstGeom prst="rect">
                <a:avLst/>
              </a:prstGeom>
              <a:blipFill>
                <a:blip r:embed="rId56"/>
                <a:stretch>
                  <a:fillRect l="-3509" r="-3509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箭头连接符 1">
            <a:extLst>
              <a:ext uri="{FF2B5EF4-FFF2-40B4-BE49-F238E27FC236}">
                <a16:creationId xmlns:a16="http://schemas.microsoft.com/office/drawing/2014/main" id="{03C5682D-9303-9E18-B24B-AFC1D86F676D}"/>
              </a:ext>
            </a:extLst>
          </p:cNvPr>
          <p:cNvCxnSpPr>
            <a:cxnSpLocks/>
            <a:stCxn id="359" idx="3"/>
            <a:endCxn id="256" idx="2"/>
          </p:cNvCxnSpPr>
          <p:nvPr/>
        </p:nvCxnSpPr>
        <p:spPr>
          <a:xfrm>
            <a:off x="8352118" y="1869879"/>
            <a:ext cx="642637" cy="119580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04E447D4-81ED-1FE2-89A7-84E74EA82301}"/>
              </a:ext>
            </a:extLst>
          </p:cNvPr>
          <p:cNvCxnSpPr>
            <a:cxnSpLocks/>
            <a:stCxn id="360" idx="3"/>
            <a:endCxn id="256" idx="2"/>
          </p:cNvCxnSpPr>
          <p:nvPr/>
        </p:nvCxnSpPr>
        <p:spPr>
          <a:xfrm>
            <a:off x="8352118" y="2217152"/>
            <a:ext cx="642637" cy="84853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041B80CA-1EFB-CB9B-68F6-C7BBF8D5457A}"/>
              </a:ext>
            </a:extLst>
          </p:cNvPr>
          <p:cNvCxnSpPr>
            <a:cxnSpLocks/>
            <a:stCxn id="361" idx="3"/>
            <a:endCxn id="256" idx="2"/>
          </p:cNvCxnSpPr>
          <p:nvPr/>
        </p:nvCxnSpPr>
        <p:spPr>
          <a:xfrm>
            <a:off x="8352118" y="2564425"/>
            <a:ext cx="642637" cy="50125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994DE69-FD85-698F-D23A-7EF9380B16B8}"/>
                  </a:ext>
                </a:extLst>
              </p:cNvPr>
              <p:cNvSpPr txBox="1"/>
              <p:nvPr/>
            </p:nvSpPr>
            <p:spPr>
              <a:xfrm>
                <a:off x="2290154" y="548809"/>
                <a:ext cx="49443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=2.3</m:t>
                      </m:r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994DE69-FD85-698F-D23A-7EF9380B1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154" y="548809"/>
                <a:ext cx="494431" cy="153888"/>
              </a:xfrm>
              <a:prstGeom prst="rect">
                <a:avLst/>
              </a:prstGeom>
              <a:blipFill>
                <a:blip r:embed="rId57"/>
                <a:stretch>
                  <a:fillRect l="-5000" r="-5000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FC7ECFA2-5C55-DA67-B44B-F9859625DFB0}"/>
              </a:ext>
            </a:extLst>
          </p:cNvPr>
          <p:cNvSpPr txBox="1"/>
          <p:nvPr/>
        </p:nvSpPr>
        <p:spPr>
          <a:xfrm>
            <a:off x="2164771" y="515151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A69E1AA-6ADA-1259-8879-DD53E5CA47DE}"/>
                  </a:ext>
                </a:extLst>
              </p:cNvPr>
              <p:cNvSpPr txBox="1"/>
              <p:nvPr/>
            </p:nvSpPr>
            <p:spPr>
              <a:xfrm>
                <a:off x="2303032" y="2163333"/>
                <a:ext cx="56791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=1.07</m:t>
                      </m:r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A69E1AA-6ADA-1259-8879-DD53E5CA4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032" y="2163333"/>
                <a:ext cx="567912" cy="153888"/>
              </a:xfrm>
              <a:prstGeom prst="rect">
                <a:avLst/>
              </a:prstGeom>
              <a:blipFill>
                <a:blip r:embed="rId58"/>
                <a:stretch>
                  <a:fillRect l="-4348" r="-4348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AAF67659-ED71-2635-F8A0-35113706BADC}"/>
              </a:ext>
            </a:extLst>
          </p:cNvPr>
          <p:cNvSpPr txBox="1"/>
          <p:nvPr/>
        </p:nvSpPr>
        <p:spPr>
          <a:xfrm>
            <a:off x="2177649" y="2129675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4592B66-8098-30C4-A840-9C78F1BF4630}"/>
                  </a:ext>
                </a:extLst>
              </p:cNvPr>
              <p:cNvSpPr txBox="1"/>
              <p:nvPr/>
            </p:nvSpPr>
            <p:spPr>
              <a:xfrm>
                <a:off x="3346759" y="536837"/>
                <a:ext cx="70897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=0.9089</m:t>
                      </m:r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4592B66-8098-30C4-A840-9C78F1BF4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759" y="536837"/>
                <a:ext cx="708977" cy="153888"/>
              </a:xfrm>
              <a:prstGeom prst="rect">
                <a:avLst/>
              </a:prstGeom>
              <a:blipFill>
                <a:blip r:embed="rId59"/>
                <a:stretch>
                  <a:fillRect l="-3509" r="-3509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29C3395C-FEC3-6554-47BA-D2188A456E58}"/>
              </a:ext>
            </a:extLst>
          </p:cNvPr>
          <p:cNvSpPr txBox="1"/>
          <p:nvPr/>
        </p:nvSpPr>
        <p:spPr>
          <a:xfrm>
            <a:off x="3215239" y="509316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8836084-2EA3-9771-8113-6ED3A6CA0D4F}"/>
                  </a:ext>
                </a:extLst>
              </p:cNvPr>
              <p:cNvSpPr txBox="1"/>
              <p:nvPr/>
            </p:nvSpPr>
            <p:spPr>
              <a:xfrm>
                <a:off x="3351050" y="2150681"/>
                <a:ext cx="70577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=0.7446</m:t>
                      </m:r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8836084-2EA3-9771-8113-6ED3A6CA0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050" y="2150681"/>
                <a:ext cx="705771" cy="153888"/>
              </a:xfrm>
              <a:prstGeom prst="rect">
                <a:avLst/>
              </a:prstGeom>
              <a:blipFill>
                <a:blip r:embed="rId60"/>
                <a:stretch>
                  <a:fillRect l="-5357" r="-3571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322F45B2-1D27-2974-7D95-9654454FCA0E}"/>
              </a:ext>
            </a:extLst>
          </p:cNvPr>
          <p:cNvSpPr txBox="1"/>
          <p:nvPr/>
        </p:nvSpPr>
        <p:spPr>
          <a:xfrm>
            <a:off x="3213393" y="2129297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293EA4A-5E94-7E43-2528-59057C1A03FE}"/>
                  </a:ext>
                </a:extLst>
              </p:cNvPr>
              <p:cNvSpPr txBox="1"/>
              <p:nvPr/>
            </p:nvSpPr>
            <p:spPr>
              <a:xfrm>
                <a:off x="2139873" y="4022409"/>
                <a:ext cx="55919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=1.54</m:t>
                      </m:r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293EA4A-5E94-7E43-2528-59057C1A0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873" y="4022409"/>
                <a:ext cx="559192" cy="153888"/>
              </a:xfrm>
              <a:prstGeom prst="rect">
                <a:avLst/>
              </a:prstGeom>
              <a:blipFill>
                <a:blip r:embed="rId61"/>
                <a:stretch>
                  <a:fillRect l="-2222" r="-4444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F475B24-E783-8825-72D0-AC7C7196B783}"/>
                  </a:ext>
                </a:extLst>
              </p:cNvPr>
              <p:cNvSpPr txBox="1"/>
              <p:nvPr/>
            </p:nvSpPr>
            <p:spPr>
              <a:xfrm>
                <a:off x="3169893" y="4022409"/>
                <a:ext cx="71141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=0.8235</m:t>
                      </m:r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F475B24-E783-8825-72D0-AC7C7196B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893" y="4022409"/>
                <a:ext cx="711413" cy="153888"/>
              </a:xfrm>
              <a:prstGeom prst="rect">
                <a:avLst/>
              </a:prstGeom>
              <a:blipFill>
                <a:blip r:embed="rId62"/>
                <a:stretch>
                  <a:fillRect l="-3509" r="-3509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65CFF21-89E0-C2F8-C02F-718C7EADF371}"/>
                  </a:ext>
                </a:extLst>
              </p:cNvPr>
              <p:cNvSpPr txBox="1"/>
              <p:nvPr/>
            </p:nvSpPr>
            <p:spPr>
              <a:xfrm>
                <a:off x="2139873" y="5846215"/>
                <a:ext cx="55919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=1.42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65CFF21-89E0-C2F8-C02F-718C7EADF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873" y="5846215"/>
                <a:ext cx="559192" cy="153888"/>
              </a:xfrm>
              <a:prstGeom prst="rect">
                <a:avLst/>
              </a:prstGeom>
              <a:blipFill>
                <a:blip r:embed="rId63"/>
                <a:stretch>
                  <a:fillRect l="-2222" r="-4444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28B8B0C-BA32-E1A5-C71A-ECBE423E10D0}"/>
                  </a:ext>
                </a:extLst>
              </p:cNvPr>
              <p:cNvSpPr txBox="1"/>
              <p:nvPr/>
            </p:nvSpPr>
            <p:spPr>
              <a:xfrm>
                <a:off x="3169893" y="5846215"/>
                <a:ext cx="71141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sz="10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=0.8053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28B8B0C-BA32-E1A5-C71A-ECBE423E1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893" y="5846215"/>
                <a:ext cx="711413" cy="153888"/>
              </a:xfrm>
              <a:prstGeom prst="rect">
                <a:avLst/>
              </a:prstGeom>
              <a:blipFill>
                <a:blip r:embed="rId64"/>
                <a:stretch>
                  <a:fillRect l="-3509" r="-3509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955452E-D7F0-C7C4-AD9F-F0F665D46C00}"/>
                  </a:ext>
                </a:extLst>
              </p:cNvPr>
              <p:cNvSpPr txBox="1"/>
              <p:nvPr/>
            </p:nvSpPr>
            <p:spPr>
              <a:xfrm>
                <a:off x="6226551" y="514414"/>
                <a:ext cx="70897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=1.8042</m:t>
                      </m:r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955452E-D7F0-C7C4-AD9F-F0F665D46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551" y="514414"/>
                <a:ext cx="708977" cy="153888"/>
              </a:xfrm>
              <a:prstGeom prst="rect">
                <a:avLst/>
              </a:prstGeom>
              <a:blipFill>
                <a:blip r:embed="rId65"/>
                <a:stretch>
                  <a:fillRect l="-3509" r="-3509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1627A95E-5140-A75A-B116-6AB54EF6DE53}"/>
              </a:ext>
            </a:extLst>
          </p:cNvPr>
          <p:cNvSpPr txBox="1"/>
          <p:nvPr/>
        </p:nvSpPr>
        <p:spPr>
          <a:xfrm>
            <a:off x="6095460" y="488933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DE167CB-DE14-6F5B-6B5F-E2192F761833}"/>
                  </a:ext>
                </a:extLst>
              </p:cNvPr>
              <p:cNvSpPr txBox="1"/>
              <p:nvPr/>
            </p:nvSpPr>
            <p:spPr>
              <a:xfrm>
                <a:off x="6103939" y="1404270"/>
                <a:ext cx="1445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DE167CB-DE14-6F5B-6B5F-E2192F761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939" y="1404270"/>
                <a:ext cx="144527" cy="153888"/>
              </a:xfrm>
              <a:prstGeom prst="rect">
                <a:avLst/>
              </a:prstGeom>
              <a:blipFill>
                <a:blip r:embed="rId66"/>
                <a:stretch>
                  <a:fillRect l="-7692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本框 30">
            <a:extLst>
              <a:ext uri="{FF2B5EF4-FFF2-40B4-BE49-F238E27FC236}">
                <a16:creationId xmlns:a16="http://schemas.microsoft.com/office/drawing/2014/main" id="{7288B138-7260-A3A7-1FA7-EA77ABB2E857}"/>
              </a:ext>
            </a:extLst>
          </p:cNvPr>
          <p:cNvSpPr txBox="1"/>
          <p:nvPr/>
        </p:nvSpPr>
        <p:spPr>
          <a:xfrm>
            <a:off x="6133608" y="1374401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8BAD03E7-6E92-C2C2-F5BA-62E2FFC6F2EB}"/>
                  </a:ext>
                </a:extLst>
              </p:cNvPr>
              <p:cNvSpPr txBox="1"/>
              <p:nvPr/>
            </p:nvSpPr>
            <p:spPr>
              <a:xfrm>
                <a:off x="6066467" y="2150838"/>
                <a:ext cx="14157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8BAD03E7-6E92-C2C2-F5BA-62E2FFC6F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6467" y="2150838"/>
                <a:ext cx="141577" cy="153888"/>
              </a:xfrm>
              <a:prstGeom prst="rect">
                <a:avLst/>
              </a:prstGeom>
              <a:blipFill>
                <a:blip r:embed="rId67"/>
                <a:stretch>
                  <a:fillRect l="-16667" r="-833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本框 47">
            <a:extLst>
              <a:ext uri="{FF2B5EF4-FFF2-40B4-BE49-F238E27FC236}">
                <a16:creationId xmlns:a16="http://schemas.microsoft.com/office/drawing/2014/main" id="{972CBA99-B8DB-1B97-54A9-3912D756ADEC}"/>
              </a:ext>
            </a:extLst>
          </p:cNvPr>
          <p:cNvSpPr txBox="1"/>
          <p:nvPr/>
        </p:nvSpPr>
        <p:spPr>
          <a:xfrm>
            <a:off x="6110477" y="2128217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542FAC96-E589-ABBA-195E-ADC64E25A0D5}"/>
                  </a:ext>
                </a:extLst>
              </p:cNvPr>
              <p:cNvSpPr txBox="1"/>
              <p:nvPr/>
            </p:nvSpPr>
            <p:spPr>
              <a:xfrm>
                <a:off x="6265943" y="3019783"/>
                <a:ext cx="76052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kumimoji="1" lang="en-US" altLang="zh-CN" sz="10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=1.9265</m:t>
                      </m:r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542FAC96-E589-ABBA-195E-ADC64E25A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943" y="3019783"/>
                <a:ext cx="760529" cy="153888"/>
              </a:xfrm>
              <a:prstGeom prst="rect">
                <a:avLst/>
              </a:prstGeom>
              <a:blipFill>
                <a:blip r:embed="rId68"/>
                <a:stretch>
                  <a:fillRect l="-3279" r="-3279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DEEDB5BA-8FA2-8171-DC0A-0CC90AF86A17}"/>
                  </a:ext>
                </a:extLst>
              </p:cNvPr>
              <p:cNvSpPr txBox="1"/>
              <p:nvPr/>
            </p:nvSpPr>
            <p:spPr>
              <a:xfrm>
                <a:off x="6089990" y="3021259"/>
                <a:ext cx="1445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DEEDB5BA-8FA2-8171-DC0A-0CC90AF86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990" y="3021259"/>
                <a:ext cx="144527" cy="153888"/>
              </a:xfrm>
              <a:prstGeom prst="rect">
                <a:avLst/>
              </a:prstGeom>
              <a:blipFill>
                <a:blip r:embed="rId69"/>
                <a:stretch>
                  <a:fillRect l="-15385" r="-7692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文本框 50">
            <a:extLst>
              <a:ext uri="{FF2B5EF4-FFF2-40B4-BE49-F238E27FC236}">
                <a16:creationId xmlns:a16="http://schemas.microsoft.com/office/drawing/2014/main" id="{953CD679-8923-5229-3AE7-550EEF357469}"/>
              </a:ext>
            </a:extLst>
          </p:cNvPr>
          <p:cNvSpPr txBox="1"/>
          <p:nvPr/>
        </p:nvSpPr>
        <p:spPr>
          <a:xfrm>
            <a:off x="6134000" y="2998638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CD22B5A-E0C8-6D12-6D0A-2A87C0CA9FEF}"/>
              </a:ext>
            </a:extLst>
          </p:cNvPr>
          <p:cNvSpPr txBox="1"/>
          <p:nvPr/>
        </p:nvSpPr>
        <p:spPr>
          <a:xfrm>
            <a:off x="7125632" y="499517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585B12C9-D8A4-FA8A-04BC-F5313BEC1D07}"/>
                  </a:ext>
                </a:extLst>
              </p:cNvPr>
              <p:cNvSpPr txBox="1"/>
              <p:nvPr/>
            </p:nvSpPr>
            <p:spPr>
              <a:xfrm>
                <a:off x="7076073" y="529189"/>
                <a:ext cx="16632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A921883-A91C-42ED-5209-76E7C7852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073" y="529189"/>
                <a:ext cx="166328" cy="153888"/>
              </a:xfrm>
              <a:prstGeom prst="rect">
                <a:avLst/>
              </a:prstGeom>
              <a:blipFill>
                <a:blip r:embed="rId70"/>
                <a:stretch>
                  <a:fillRect l="-21429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DC220C5D-8198-8D7A-A3F0-4549CE5A12BF}"/>
                  </a:ext>
                </a:extLst>
              </p:cNvPr>
              <p:cNvSpPr txBox="1"/>
              <p:nvPr/>
            </p:nvSpPr>
            <p:spPr>
              <a:xfrm>
                <a:off x="7253780" y="2133216"/>
                <a:ext cx="62991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kumimoji="1" lang="en-US" altLang="zh-CN" sz="1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kumimoji="1" lang="en-US" altLang="zh-CN" sz="1000" dirty="0">
                    <a:solidFill>
                      <a:schemeClr val="accent6">
                        <a:lumMod val="75000"/>
                      </a:schemeClr>
                    </a:solidFill>
                  </a:rPr>
                  <a:t>=0.8220</a:t>
                </a:r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DC220C5D-8198-8D7A-A3F0-4549CE5A1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780" y="2133216"/>
                <a:ext cx="629916" cy="153888"/>
              </a:xfrm>
              <a:prstGeom prst="rect">
                <a:avLst/>
              </a:prstGeom>
              <a:blipFill>
                <a:blip r:embed="rId71"/>
                <a:stretch>
                  <a:fillRect l="-8000" t="-33333" r="-12000" b="-5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本框 58">
            <a:extLst>
              <a:ext uri="{FF2B5EF4-FFF2-40B4-BE49-F238E27FC236}">
                <a16:creationId xmlns:a16="http://schemas.microsoft.com/office/drawing/2014/main" id="{B9CB4297-B8B3-11B3-5E3F-F28FB433C40A}"/>
              </a:ext>
            </a:extLst>
          </p:cNvPr>
          <p:cNvSpPr txBox="1"/>
          <p:nvPr/>
        </p:nvSpPr>
        <p:spPr>
          <a:xfrm>
            <a:off x="7124607" y="2112496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9DE92DE9-E4D5-D4E2-C04D-42F58490260A}"/>
                  </a:ext>
                </a:extLst>
              </p:cNvPr>
              <p:cNvSpPr txBox="1"/>
              <p:nvPr/>
            </p:nvSpPr>
            <p:spPr>
              <a:xfrm>
                <a:off x="7075048" y="2142168"/>
                <a:ext cx="16632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421FC7C5-1334-C76A-FC75-D72B919EB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048" y="2142168"/>
                <a:ext cx="166328" cy="153888"/>
              </a:xfrm>
              <a:prstGeom prst="rect">
                <a:avLst/>
              </a:prstGeom>
              <a:blipFill>
                <a:blip r:embed="rId72"/>
                <a:stretch>
                  <a:fillRect l="-21429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66C68992-FF97-9D38-F062-8EAFE0D2D258}"/>
                  </a:ext>
                </a:extLst>
              </p:cNvPr>
              <p:cNvSpPr txBox="1"/>
              <p:nvPr/>
            </p:nvSpPr>
            <p:spPr>
              <a:xfrm>
                <a:off x="7087322" y="1399607"/>
                <a:ext cx="16927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3ABC4064-C067-1728-A215-1A8B8F2CD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322" y="1399607"/>
                <a:ext cx="169277" cy="153888"/>
              </a:xfrm>
              <a:prstGeom prst="rect">
                <a:avLst/>
              </a:prstGeom>
              <a:blipFill>
                <a:blip r:embed="rId73"/>
                <a:stretch>
                  <a:fillRect l="-21429" r="-714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文本框 61">
            <a:extLst>
              <a:ext uri="{FF2B5EF4-FFF2-40B4-BE49-F238E27FC236}">
                <a16:creationId xmlns:a16="http://schemas.microsoft.com/office/drawing/2014/main" id="{4BF0F77D-C552-8B88-8F88-6EF39004A998}"/>
              </a:ext>
            </a:extLst>
          </p:cNvPr>
          <p:cNvSpPr txBox="1"/>
          <p:nvPr/>
        </p:nvSpPr>
        <p:spPr>
          <a:xfrm>
            <a:off x="7137907" y="1377765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365FE4AE-FC69-BF7A-6BAD-EBDF13128229}"/>
                  </a:ext>
                </a:extLst>
              </p:cNvPr>
              <p:cNvSpPr txBox="1"/>
              <p:nvPr/>
            </p:nvSpPr>
            <p:spPr>
              <a:xfrm>
                <a:off x="7241509" y="3014017"/>
                <a:ext cx="76052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kumimoji="1" lang="en-US" altLang="zh-CN" sz="1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=0.8729</m:t>
                      </m:r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365FE4AE-FC69-BF7A-6BAD-EBDF13128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509" y="3014017"/>
                <a:ext cx="760529" cy="153888"/>
              </a:xfrm>
              <a:prstGeom prst="rect">
                <a:avLst/>
              </a:prstGeom>
              <a:blipFill>
                <a:blip r:embed="rId74"/>
                <a:stretch>
                  <a:fillRect l="-3279" r="-3279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6BFA50A3-A957-DBBE-4390-7D34567D30E0}"/>
                  </a:ext>
                </a:extLst>
              </p:cNvPr>
              <p:cNvSpPr txBox="1"/>
              <p:nvPr/>
            </p:nvSpPr>
            <p:spPr>
              <a:xfrm>
                <a:off x="7067889" y="3018730"/>
                <a:ext cx="16927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68108885-5CEB-55CB-D67A-B29186DF4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7889" y="3018730"/>
                <a:ext cx="169277" cy="153888"/>
              </a:xfrm>
              <a:prstGeom prst="rect">
                <a:avLst/>
              </a:prstGeom>
              <a:blipFill>
                <a:blip r:embed="rId75"/>
                <a:stretch>
                  <a:fillRect l="-14286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本框 64">
            <a:extLst>
              <a:ext uri="{FF2B5EF4-FFF2-40B4-BE49-F238E27FC236}">
                <a16:creationId xmlns:a16="http://schemas.microsoft.com/office/drawing/2014/main" id="{69551AAB-375D-EC8C-F9F6-B7F7901151C7}"/>
              </a:ext>
            </a:extLst>
          </p:cNvPr>
          <p:cNvSpPr txBox="1"/>
          <p:nvPr/>
        </p:nvSpPr>
        <p:spPr>
          <a:xfrm>
            <a:off x="7118474" y="2996888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7A4B3D85-E308-E0CC-2BB6-0BA438F1E731}"/>
                  </a:ext>
                </a:extLst>
              </p:cNvPr>
              <p:cNvSpPr txBox="1"/>
              <p:nvPr/>
            </p:nvSpPr>
            <p:spPr>
              <a:xfrm>
                <a:off x="9036778" y="1022501"/>
                <a:ext cx="17068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EA5340DE-8E36-E677-0F23-7F77E3D96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6778" y="1022501"/>
                <a:ext cx="170688" cy="153888"/>
              </a:xfrm>
              <a:prstGeom prst="rect">
                <a:avLst/>
              </a:prstGeom>
              <a:blipFill>
                <a:blip r:embed="rId76"/>
                <a:stretch>
                  <a:fillRect l="-14286" t="-23077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文本框 67">
            <a:extLst>
              <a:ext uri="{FF2B5EF4-FFF2-40B4-BE49-F238E27FC236}">
                <a16:creationId xmlns:a16="http://schemas.microsoft.com/office/drawing/2014/main" id="{DE15A395-C212-2CAE-CA01-5C21F66226A7}"/>
              </a:ext>
            </a:extLst>
          </p:cNvPr>
          <p:cNvSpPr txBox="1"/>
          <p:nvPr/>
        </p:nvSpPr>
        <p:spPr>
          <a:xfrm>
            <a:off x="9102442" y="953748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0CDB02B9-B647-ACFF-29BA-E5E9626023AB}"/>
                  </a:ext>
                </a:extLst>
              </p:cNvPr>
              <p:cNvSpPr txBox="1"/>
              <p:nvPr/>
            </p:nvSpPr>
            <p:spPr>
              <a:xfrm>
                <a:off x="9265550" y="2601623"/>
                <a:ext cx="76052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  <m:r>
                        <a:rPr kumimoji="1" lang="en-US" altLang="zh-CN" sz="10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=1.4915</m:t>
                      </m:r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0CDB02B9-B647-ACFF-29BA-E5E962602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550" y="2601623"/>
                <a:ext cx="760529" cy="153888"/>
              </a:xfrm>
              <a:prstGeom prst="rect">
                <a:avLst/>
              </a:prstGeom>
              <a:blipFill>
                <a:blip r:embed="rId77"/>
                <a:stretch>
                  <a:fillRect l="-3279" r="-3279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4A0A6EFB-F5F3-703F-001D-72BD366B7EFC}"/>
                  </a:ext>
                </a:extLst>
              </p:cNvPr>
              <p:cNvSpPr txBox="1"/>
              <p:nvPr/>
            </p:nvSpPr>
            <p:spPr>
              <a:xfrm>
                <a:off x="9045485" y="2637942"/>
                <a:ext cx="17344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10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0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94B9B615-0680-4575-7218-B6631B154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485" y="2637942"/>
                <a:ext cx="173444" cy="153888"/>
              </a:xfrm>
              <a:prstGeom prst="rect">
                <a:avLst/>
              </a:prstGeom>
              <a:blipFill>
                <a:blip r:embed="rId78"/>
                <a:stretch>
                  <a:fillRect l="-21429" t="-23077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文本框 76">
            <a:extLst>
              <a:ext uri="{FF2B5EF4-FFF2-40B4-BE49-F238E27FC236}">
                <a16:creationId xmlns:a16="http://schemas.microsoft.com/office/drawing/2014/main" id="{A0F499FF-94E2-CE71-2BCD-A20297C11C33}"/>
              </a:ext>
            </a:extLst>
          </p:cNvPr>
          <p:cNvSpPr txBox="1"/>
          <p:nvPr/>
        </p:nvSpPr>
        <p:spPr>
          <a:xfrm>
            <a:off x="9111149" y="2569189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5DBFD3EB-1192-9A5C-6724-14A39F0A202D}"/>
                  </a:ext>
                </a:extLst>
              </p:cNvPr>
              <p:cNvSpPr txBox="1"/>
              <p:nvPr/>
            </p:nvSpPr>
            <p:spPr>
              <a:xfrm>
                <a:off x="10117263" y="1374746"/>
                <a:ext cx="65614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kumimoji="1"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−1.5)</m:t>
                          </m:r>
                        </m:e>
                        <m:sup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DA9723EC-4F2B-F6B6-3B6F-DEFE71DB4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7263" y="1374746"/>
                <a:ext cx="656142" cy="153888"/>
              </a:xfrm>
              <a:prstGeom prst="rect">
                <a:avLst/>
              </a:prstGeom>
              <a:blipFill>
                <a:blip r:embed="rId79"/>
                <a:stretch>
                  <a:fillRect l="-5660" t="-23077" r="-1887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4B39BC90-C478-6F0E-3D60-44583172B1F4}"/>
                  </a:ext>
                </a:extLst>
              </p:cNvPr>
              <p:cNvSpPr txBox="1"/>
              <p:nvPr/>
            </p:nvSpPr>
            <p:spPr>
              <a:xfrm>
                <a:off x="10153633" y="2988739"/>
                <a:ext cx="65889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en-US" altLang="zh-CN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kumimoji="1" lang="en-US" altLang="zh-CN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kumimoji="1" lang="en-US" altLang="zh-CN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−0.9)</m:t>
                          </m:r>
                        </m:e>
                        <m:sup>
                          <m:r>
                            <a:rPr kumimoji="1" lang="en-US" altLang="zh-CN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5148B3C5-4077-4AD7-5070-51AF2FC87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3633" y="2988739"/>
                <a:ext cx="658898" cy="153888"/>
              </a:xfrm>
              <a:prstGeom prst="rect">
                <a:avLst/>
              </a:prstGeom>
              <a:blipFill>
                <a:blip r:embed="rId80"/>
                <a:stretch>
                  <a:fillRect l="-5660" t="-23077" r="-1887" b="-3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4FD546D3-0C52-76A5-EB13-4BD10F6A734C}"/>
                  </a:ext>
                </a:extLst>
              </p:cNvPr>
              <p:cNvSpPr/>
              <p:nvPr/>
            </p:nvSpPr>
            <p:spPr>
              <a:xfrm>
                <a:off x="351601" y="2687684"/>
                <a:ext cx="993058" cy="344339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=[3.0,2.0]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4FD546D3-0C52-76A5-EB13-4BD10F6A73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01" y="2687684"/>
                <a:ext cx="993058" cy="344339"/>
              </a:xfrm>
              <a:prstGeom prst="rect">
                <a:avLst/>
              </a:prstGeom>
              <a:blipFill>
                <a:blip r:embed="rId8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43F6E648-0F61-B64D-342C-45C56AA25B7E}"/>
                  </a:ext>
                </a:extLst>
              </p:cNvPr>
              <p:cNvSpPr/>
              <p:nvPr/>
            </p:nvSpPr>
            <p:spPr>
              <a:xfrm>
                <a:off x="356517" y="3094638"/>
                <a:ext cx="993058" cy="344339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=[0.5,1.2]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43F6E648-0F61-B64D-342C-45C56AA25B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517" y="3094638"/>
                <a:ext cx="993058" cy="344339"/>
              </a:xfrm>
              <a:prstGeom prst="rect">
                <a:avLst/>
              </a:prstGeom>
              <a:blipFill>
                <a:blip r:embed="rId8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7DD96FFE-85EB-66CB-B391-AFE2DDEFAB6D}"/>
              </a:ext>
            </a:extLst>
          </p:cNvPr>
          <p:cNvCxnSpPr>
            <a:cxnSpLocks/>
            <a:stCxn id="32" idx="3"/>
            <a:endCxn id="12" idx="2"/>
          </p:cNvCxnSpPr>
          <p:nvPr/>
        </p:nvCxnSpPr>
        <p:spPr>
          <a:xfrm flipV="1">
            <a:off x="1344659" y="979327"/>
            <a:ext cx="660724" cy="18805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65CDA314-A5E6-DCA2-233D-068FC3E3603C}"/>
              </a:ext>
            </a:extLst>
          </p:cNvPr>
          <p:cNvCxnSpPr>
            <a:cxnSpLocks/>
            <a:stCxn id="35" idx="3"/>
            <a:endCxn id="225" idx="2"/>
          </p:cNvCxnSpPr>
          <p:nvPr/>
        </p:nvCxnSpPr>
        <p:spPr>
          <a:xfrm flipV="1">
            <a:off x="1349575" y="2594839"/>
            <a:ext cx="655808" cy="6719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6CD2E662-735B-0201-828B-9AF1A2EE70DD}"/>
              </a:ext>
            </a:extLst>
          </p:cNvPr>
          <p:cNvCxnSpPr>
            <a:cxnSpLocks/>
            <a:stCxn id="32" idx="3"/>
            <a:endCxn id="171" idx="2"/>
          </p:cNvCxnSpPr>
          <p:nvPr/>
        </p:nvCxnSpPr>
        <p:spPr>
          <a:xfrm>
            <a:off x="1344659" y="2859854"/>
            <a:ext cx="660724" cy="66141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D7885826-0F70-20E1-8BA9-3B203C172761}"/>
              </a:ext>
            </a:extLst>
          </p:cNvPr>
          <p:cNvCxnSpPr>
            <a:cxnSpLocks/>
            <a:stCxn id="35" idx="3"/>
            <a:endCxn id="176" idx="2"/>
          </p:cNvCxnSpPr>
          <p:nvPr/>
        </p:nvCxnSpPr>
        <p:spPr>
          <a:xfrm>
            <a:off x="1349575" y="3266808"/>
            <a:ext cx="655808" cy="116845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477EB0B9-63BF-47FD-1FC6-501A7ED1ADE7}"/>
              </a:ext>
            </a:extLst>
          </p:cNvPr>
          <p:cNvCxnSpPr>
            <a:cxnSpLocks/>
            <a:stCxn id="32" idx="3"/>
            <a:endCxn id="272" idx="2"/>
          </p:cNvCxnSpPr>
          <p:nvPr/>
        </p:nvCxnSpPr>
        <p:spPr>
          <a:xfrm>
            <a:off x="1344659" y="2859854"/>
            <a:ext cx="660724" cy="249149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6D8B1FC9-ABF7-7960-71FF-A0B2E277C304}"/>
              </a:ext>
            </a:extLst>
          </p:cNvPr>
          <p:cNvCxnSpPr>
            <a:cxnSpLocks/>
            <a:stCxn id="35" idx="3"/>
            <a:endCxn id="275" idx="2"/>
          </p:cNvCxnSpPr>
          <p:nvPr/>
        </p:nvCxnSpPr>
        <p:spPr>
          <a:xfrm>
            <a:off x="1349575" y="3266808"/>
            <a:ext cx="655808" cy="299853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940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C9BB6-9853-D210-6EB7-A4C468FF3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E75415F1-A942-D398-4D29-BCA5AA038672}"/>
              </a:ext>
            </a:extLst>
          </p:cNvPr>
          <p:cNvGrpSpPr/>
          <p:nvPr/>
        </p:nvGrpSpPr>
        <p:grpSpPr>
          <a:xfrm>
            <a:off x="666804" y="1430857"/>
            <a:ext cx="540000" cy="979102"/>
            <a:chOff x="758245" y="632790"/>
            <a:chExt cx="540000" cy="9791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7949A7C-BA3D-F04C-FF32-BD55111737F6}"/>
                    </a:ext>
                  </a:extLst>
                </p:cNvPr>
                <p:cNvSpPr txBox="1"/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1D3D5C2-048D-5251-923A-6022A34F14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FC7C1A2-648B-0645-79D7-43987EB52079}"/>
                    </a:ext>
                  </a:extLst>
                </p:cNvPr>
                <p:cNvSpPr txBox="1"/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B366048-CD05-53BC-DB04-287DF404CE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3B5391C-5D80-AE86-E44F-DF9D9FC2AD54}"/>
                    </a:ext>
                  </a:extLst>
                </p:cNvPr>
                <p:cNvSpPr txBox="1"/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B53E4A4-D741-C897-F428-8E823FE26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椭圆 11">
            <a:extLst>
              <a:ext uri="{FF2B5EF4-FFF2-40B4-BE49-F238E27FC236}">
                <a16:creationId xmlns:a16="http://schemas.microsoft.com/office/drawing/2014/main" id="{33801682-07AB-61EE-CB5C-D5A8DDB4309B}"/>
              </a:ext>
            </a:extLst>
          </p:cNvPr>
          <p:cNvSpPr/>
          <p:nvPr/>
        </p:nvSpPr>
        <p:spPr>
          <a:xfrm>
            <a:off x="2005383" y="727327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BDE1A7F-895F-797D-745A-746A1922CBAA}"/>
                  </a:ext>
                </a:extLst>
              </p:cNvPr>
              <p:cNvSpPr txBox="1"/>
              <p:nvPr/>
            </p:nvSpPr>
            <p:spPr>
              <a:xfrm>
                <a:off x="2125757" y="892550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BDE1A7F-895F-797D-745A-746A1922C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757" y="892550"/>
                <a:ext cx="269817" cy="153888"/>
              </a:xfrm>
              <a:prstGeom prst="rect">
                <a:avLst/>
              </a:prstGeom>
              <a:blipFill>
                <a:blip r:embed="rId6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8EE186E-9B45-55A2-FBD3-1CDA1CFF82B9}"/>
                  </a:ext>
                </a:extLst>
              </p:cNvPr>
              <p:cNvSpPr txBox="1"/>
              <p:nvPr/>
            </p:nvSpPr>
            <p:spPr>
              <a:xfrm>
                <a:off x="2176030" y="541463"/>
                <a:ext cx="15151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8EE186E-9B45-55A2-FBD3-1CDA1CFF8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030" y="541463"/>
                <a:ext cx="151515" cy="153888"/>
              </a:xfrm>
              <a:prstGeom prst="rect">
                <a:avLst/>
              </a:prstGeom>
              <a:blipFill>
                <a:blip r:embed="rId7"/>
                <a:stretch>
                  <a:fillRect l="-15385" r="-7692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椭圆 15">
            <a:extLst>
              <a:ext uri="{FF2B5EF4-FFF2-40B4-BE49-F238E27FC236}">
                <a16:creationId xmlns:a16="http://schemas.microsoft.com/office/drawing/2014/main" id="{2F91ED3B-B827-658B-8B7B-816213CF06A3}"/>
              </a:ext>
            </a:extLst>
          </p:cNvPr>
          <p:cNvSpPr/>
          <p:nvPr/>
        </p:nvSpPr>
        <p:spPr>
          <a:xfrm>
            <a:off x="3043915" y="728601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888AEDF-3DEB-DA33-2675-28D92C5810D0}"/>
                  </a:ext>
                </a:extLst>
              </p:cNvPr>
              <p:cNvSpPr txBox="1"/>
              <p:nvPr/>
            </p:nvSpPr>
            <p:spPr>
              <a:xfrm>
                <a:off x="3242530" y="887669"/>
                <a:ext cx="1137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1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888AEDF-3DEB-DA33-2675-28D92C581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530" y="887669"/>
                <a:ext cx="113749" cy="153888"/>
              </a:xfrm>
              <a:prstGeom prst="rect">
                <a:avLst/>
              </a:prstGeom>
              <a:blipFill>
                <a:blip r:embed="rId8"/>
                <a:stretch>
                  <a:fillRect l="-20000"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78CDB9E-4754-61C6-0F68-DD74DDEC7258}"/>
                  </a:ext>
                </a:extLst>
              </p:cNvPr>
              <p:cNvSpPr txBox="1"/>
              <p:nvPr/>
            </p:nvSpPr>
            <p:spPr>
              <a:xfrm>
                <a:off x="3222647" y="542738"/>
                <a:ext cx="16267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78CDB9E-4754-61C6-0F68-DD74DDEC7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647" y="542738"/>
                <a:ext cx="162673" cy="153888"/>
              </a:xfrm>
              <a:prstGeom prst="rect">
                <a:avLst/>
              </a:prstGeom>
              <a:blipFill>
                <a:blip r:embed="rId9"/>
                <a:stretch>
                  <a:fillRect l="-14286" r="-714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D4B53329-A72B-4620-82C8-5485D77D4AE4}"/>
              </a:ext>
            </a:extLst>
          </p:cNvPr>
          <p:cNvCxnSpPr>
            <a:cxnSpLocks/>
            <a:stCxn id="12" idx="6"/>
            <a:endCxn id="16" idx="2"/>
          </p:cNvCxnSpPr>
          <p:nvPr/>
        </p:nvCxnSpPr>
        <p:spPr>
          <a:xfrm>
            <a:off x="2509382" y="979327"/>
            <a:ext cx="534533" cy="1274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26029E1B-732A-F720-D756-D7E09353F780}"/>
              </a:ext>
            </a:extLst>
          </p:cNvPr>
          <p:cNvCxnSpPr>
            <a:cxnSpLocks/>
            <a:stCxn id="16" idx="6"/>
            <a:endCxn id="82" idx="2"/>
          </p:cNvCxnSpPr>
          <p:nvPr/>
        </p:nvCxnSpPr>
        <p:spPr>
          <a:xfrm flipV="1">
            <a:off x="3547914" y="959440"/>
            <a:ext cx="2496933" cy="21161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FF7D7A5D-603B-2DC8-DD70-9E719D2B06A9}"/>
              </a:ext>
            </a:extLst>
          </p:cNvPr>
          <p:cNvCxnSpPr>
            <a:cxnSpLocks/>
            <a:stCxn id="16" idx="6"/>
            <a:endCxn id="87" idx="2"/>
          </p:cNvCxnSpPr>
          <p:nvPr/>
        </p:nvCxnSpPr>
        <p:spPr>
          <a:xfrm>
            <a:off x="3547914" y="980601"/>
            <a:ext cx="2508658" cy="852157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E8A3FF01-7040-63BA-BE11-FA0328DFEA50}"/>
              </a:ext>
            </a:extLst>
          </p:cNvPr>
          <p:cNvCxnSpPr>
            <a:cxnSpLocks/>
            <a:stCxn id="82" idx="6"/>
            <a:endCxn id="92" idx="2"/>
          </p:cNvCxnSpPr>
          <p:nvPr/>
        </p:nvCxnSpPr>
        <p:spPr>
          <a:xfrm flipV="1">
            <a:off x="6548846" y="958100"/>
            <a:ext cx="453583" cy="1340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198C4285-DB47-137F-0708-2067AF080D36}"/>
              </a:ext>
            </a:extLst>
          </p:cNvPr>
          <p:cNvCxnSpPr>
            <a:cxnSpLocks/>
            <a:stCxn id="87" idx="6"/>
            <a:endCxn id="96" idx="2"/>
          </p:cNvCxnSpPr>
          <p:nvPr/>
        </p:nvCxnSpPr>
        <p:spPr>
          <a:xfrm flipV="1">
            <a:off x="6560571" y="1832757"/>
            <a:ext cx="441858" cy="1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B337DA96-EF13-60B3-65B5-02B0AFD70C2D}"/>
              </a:ext>
            </a:extLst>
          </p:cNvPr>
          <p:cNvCxnSpPr>
            <a:cxnSpLocks/>
            <a:stCxn id="92" idx="6"/>
            <a:endCxn id="104" idx="2"/>
          </p:cNvCxnSpPr>
          <p:nvPr/>
        </p:nvCxnSpPr>
        <p:spPr>
          <a:xfrm>
            <a:off x="7506428" y="958100"/>
            <a:ext cx="1488327" cy="492072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3A61CD2B-6E7A-B159-AE38-2E83C5BEB471}"/>
              </a:ext>
            </a:extLst>
          </p:cNvPr>
          <p:cNvCxnSpPr>
            <a:cxnSpLocks/>
            <a:stCxn id="96" idx="6"/>
            <a:endCxn id="104" idx="2"/>
          </p:cNvCxnSpPr>
          <p:nvPr/>
        </p:nvCxnSpPr>
        <p:spPr>
          <a:xfrm flipV="1">
            <a:off x="7506428" y="1450172"/>
            <a:ext cx="1488327" cy="382585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椭圆 81">
            <a:extLst>
              <a:ext uri="{FF2B5EF4-FFF2-40B4-BE49-F238E27FC236}">
                <a16:creationId xmlns:a16="http://schemas.microsoft.com/office/drawing/2014/main" id="{A2FBA112-925C-E642-CF0D-02D224381154}"/>
              </a:ext>
            </a:extLst>
          </p:cNvPr>
          <p:cNvSpPr/>
          <p:nvPr/>
        </p:nvSpPr>
        <p:spPr>
          <a:xfrm>
            <a:off x="6044847" y="707440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EC5339F1-D235-FA4A-7F69-4F8F6CECFC5A}"/>
                  </a:ext>
                </a:extLst>
              </p:cNvPr>
              <p:cNvSpPr txBox="1"/>
              <p:nvPr/>
            </p:nvSpPr>
            <p:spPr>
              <a:xfrm>
                <a:off x="6165221" y="872663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EC5339F1-D235-FA4A-7F69-4F8F6CECF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221" y="872663"/>
                <a:ext cx="269817" cy="153888"/>
              </a:xfrm>
              <a:prstGeom prst="rect">
                <a:avLst/>
              </a:prstGeom>
              <a:blipFill>
                <a:blip r:embed="rId10"/>
                <a:stretch>
                  <a:fillRect l="-9091" r="-9091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9DACC148-C9EF-3A0B-5B56-1360057E6F89}"/>
                  </a:ext>
                </a:extLst>
              </p:cNvPr>
              <p:cNvSpPr txBox="1"/>
              <p:nvPr/>
            </p:nvSpPr>
            <p:spPr>
              <a:xfrm>
                <a:off x="6215494" y="521576"/>
                <a:ext cx="14157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9DACC148-C9EF-3A0B-5B56-1360057E6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494" y="521576"/>
                <a:ext cx="141577" cy="153888"/>
              </a:xfrm>
              <a:prstGeom prst="rect">
                <a:avLst/>
              </a:prstGeom>
              <a:blipFill>
                <a:blip r:embed="rId11"/>
                <a:stretch>
                  <a:fillRect l="-16667" r="-8333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椭圆 86">
            <a:extLst>
              <a:ext uri="{FF2B5EF4-FFF2-40B4-BE49-F238E27FC236}">
                <a16:creationId xmlns:a16="http://schemas.microsoft.com/office/drawing/2014/main" id="{133A8B4D-E827-608D-0D57-8B7F277E72B5}"/>
              </a:ext>
            </a:extLst>
          </p:cNvPr>
          <p:cNvSpPr/>
          <p:nvPr/>
        </p:nvSpPr>
        <p:spPr>
          <a:xfrm>
            <a:off x="6056572" y="1580758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9BF6231F-BEE1-3D5A-5CC5-1074B0172192}"/>
                  </a:ext>
                </a:extLst>
              </p:cNvPr>
              <p:cNvSpPr txBox="1"/>
              <p:nvPr/>
            </p:nvSpPr>
            <p:spPr>
              <a:xfrm>
                <a:off x="6176946" y="1745981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9BF6231F-BEE1-3D5A-5CC5-1074B0172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946" y="1745981"/>
                <a:ext cx="269817" cy="153888"/>
              </a:xfrm>
              <a:prstGeom prst="rect">
                <a:avLst/>
              </a:prstGeom>
              <a:blipFill>
                <a:blip r:embed="rId12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986DE459-7A2C-45D2-1B92-AFE987FA822E}"/>
                  </a:ext>
                </a:extLst>
              </p:cNvPr>
              <p:cNvSpPr txBox="1"/>
              <p:nvPr/>
            </p:nvSpPr>
            <p:spPr>
              <a:xfrm>
                <a:off x="6313137" y="1394894"/>
                <a:ext cx="16222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986DE459-7A2C-45D2-1B92-AFE987FA8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137" y="1394894"/>
                <a:ext cx="162224" cy="153888"/>
              </a:xfrm>
              <a:prstGeom prst="rect">
                <a:avLst/>
              </a:prstGeom>
              <a:blipFill>
                <a:blip r:embed="rId13"/>
                <a:stretch>
                  <a:fillRect l="-23077" r="-7692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椭圆 91">
            <a:extLst>
              <a:ext uri="{FF2B5EF4-FFF2-40B4-BE49-F238E27FC236}">
                <a16:creationId xmlns:a16="http://schemas.microsoft.com/office/drawing/2014/main" id="{0EA5955A-F94B-BB75-2314-A304F2331A32}"/>
              </a:ext>
            </a:extLst>
          </p:cNvPr>
          <p:cNvSpPr/>
          <p:nvPr/>
        </p:nvSpPr>
        <p:spPr>
          <a:xfrm>
            <a:off x="7002429" y="706100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5DD7DBB5-BDE5-8C4C-B287-4CC5A41CEDE4}"/>
                  </a:ext>
                </a:extLst>
              </p:cNvPr>
              <p:cNvSpPr txBox="1"/>
              <p:nvPr/>
            </p:nvSpPr>
            <p:spPr>
              <a:xfrm>
                <a:off x="7201044" y="865168"/>
                <a:ext cx="1137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1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5DD7DBB5-BDE5-8C4C-B287-4CC5A41CE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044" y="865168"/>
                <a:ext cx="113749" cy="153888"/>
              </a:xfrm>
              <a:prstGeom prst="rect">
                <a:avLst/>
              </a:prstGeom>
              <a:blipFill>
                <a:blip r:embed="rId14"/>
                <a:stretch>
                  <a:fillRect l="-10000"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3AEC7FF3-0026-32DF-0A36-D8B54361556C}"/>
                  </a:ext>
                </a:extLst>
              </p:cNvPr>
              <p:cNvSpPr txBox="1"/>
              <p:nvPr/>
            </p:nvSpPr>
            <p:spPr>
              <a:xfrm>
                <a:off x="7254805" y="520237"/>
                <a:ext cx="16318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3AEC7FF3-0026-32DF-0A36-D8B543615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805" y="520237"/>
                <a:ext cx="163185" cy="153888"/>
              </a:xfrm>
              <a:prstGeom prst="rect">
                <a:avLst/>
              </a:prstGeom>
              <a:blipFill>
                <a:blip r:embed="rId15"/>
                <a:stretch>
                  <a:fillRect l="-21429" r="-7143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椭圆 95">
            <a:extLst>
              <a:ext uri="{FF2B5EF4-FFF2-40B4-BE49-F238E27FC236}">
                <a16:creationId xmlns:a16="http://schemas.microsoft.com/office/drawing/2014/main" id="{359EB4C5-A660-C87E-E1C2-7418C366AE37}"/>
              </a:ext>
            </a:extLst>
          </p:cNvPr>
          <p:cNvSpPr/>
          <p:nvPr/>
        </p:nvSpPr>
        <p:spPr>
          <a:xfrm>
            <a:off x="7002429" y="1580757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7091169C-34AB-2CFD-311C-275E82E132F5}"/>
                  </a:ext>
                </a:extLst>
              </p:cNvPr>
              <p:cNvSpPr txBox="1"/>
              <p:nvPr/>
            </p:nvSpPr>
            <p:spPr>
              <a:xfrm>
                <a:off x="7201044" y="1739825"/>
                <a:ext cx="1137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1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7091169C-34AB-2CFD-311C-275E82E13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044" y="1739825"/>
                <a:ext cx="113749" cy="153888"/>
              </a:xfrm>
              <a:prstGeom prst="rect">
                <a:avLst/>
              </a:prstGeom>
              <a:blipFill>
                <a:blip r:embed="rId16"/>
                <a:stretch>
                  <a:fillRect l="-10000"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DBEF2ECC-761E-4556-C4B5-319CE9948659}"/>
                  </a:ext>
                </a:extLst>
              </p:cNvPr>
              <p:cNvSpPr txBox="1"/>
              <p:nvPr/>
            </p:nvSpPr>
            <p:spPr>
              <a:xfrm>
                <a:off x="7260942" y="1394894"/>
                <a:ext cx="16318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DBEF2ECC-761E-4556-C4B5-319CE9948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942" y="1394894"/>
                <a:ext cx="163185" cy="153888"/>
              </a:xfrm>
              <a:prstGeom prst="rect">
                <a:avLst/>
              </a:prstGeom>
              <a:blipFill>
                <a:blip r:embed="rId17"/>
                <a:stretch>
                  <a:fillRect l="-14286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椭圆 103">
            <a:extLst>
              <a:ext uri="{FF2B5EF4-FFF2-40B4-BE49-F238E27FC236}">
                <a16:creationId xmlns:a16="http://schemas.microsoft.com/office/drawing/2014/main" id="{60E95667-7F96-0011-4CBE-F9B1F8C361E9}"/>
              </a:ext>
            </a:extLst>
          </p:cNvPr>
          <p:cNvSpPr/>
          <p:nvPr/>
        </p:nvSpPr>
        <p:spPr>
          <a:xfrm>
            <a:off x="8994755" y="1198172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16D110BC-1672-2B96-74C0-D20A05B13F75}"/>
                  </a:ext>
                </a:extLst>
              </p:cNvPr>
              <p:cNvSpPr txBox="1"/>
              <p:nvPr/>
            </p:nvSpPr>
            <p:spPr>
              <a:xfrm>
                <a:off x="9115129" y="1363395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16D110BC-1672-2B96-74C0-D20A05B13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129" y="1363395"/>
                <a:ext cx="269817" cy="153888"/>
              </a:xfrm>
              <a:prstGeom prst="rect">
                <a:avLst/>
              </a:prstGeom>
              <a:blipFill>
                <a:blip r:embed="rId18"/>
                <a:stretch>
                  <a:fillRect l="-8696" r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92DCC446-572C-BFC9-87FC-DD603A2FC832}"/>
                  </a:ext>
                </a:extLst>
              </p:cNvPr>
              <p:cNvSpPr txBox="1"/>
              <p:nvPr/>
            </p:nvSpPr>
            <p:spPr>
              <a:xfrm>
                <a:off x="9256843" y="986182"/>
                <a:ext cx="16318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92DCC446-572C-BFC9-87FC-DD603A2FC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6843" y="986182"/>
                <a:ext cx="163185" cy="153888"/>
              </a:xfrm>
              <a:prstGeom prst="rect">
                <a:avLst/>
              </a:prstGeom>
              <a:blipFill>
                <a:blip r:embed="rId19"/>
                <a:stretch>
                  <a:fillRect l="-23077" r="-7692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直线箭头连接符 110">
            <a:extLst>
              <a:ext uri="{FF2B5EF4-FFF2-40B4-BE49-F238E27FC236}">
                <a16:creationId xmlns:a16="http://schemas.microsoft.com/office/drawing/2014/main" id="{B112FFFA-26B6-027A-3F83-5C10B8F7E716}"/>
              </a:ext>
            </a:extLst>
          </p:cNvPr>
          <p:cNvCxnSpPr>
            <a:cxnSpLocks/>
            <a:stCxn id="4" idx="3"/>
            <a:endCxn id="12" idx="2"/>
          </p:cNvCxnSpPr>
          <p:nvPr/>
        </p:nvCxnSpPr>
        <p:spPr>
          <a:xfrm flipV="1">
            <a:off x="1206804" y="979327"/>
            <a:ext cx="798579" cy="593808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44F69F83-5DF9-7A73-597B-31F71CE18452}"/>
              </a:ext>
            </a:extLst>
          </p:cNvPr>
          <p:cNvCxnSpPr>
            <a:cxnSpLocks/>
            <a:stCxn id="7" idx="3"/>
            <a:endCxn id="12" idx="2"/>
          </p:cNvCxnSpPr>
          <p:nvPr/>
        </p:nvCxnSpPr>
        <p:spPr>
          <a:xfrm flipV="1">
            <a:off x="1206804" y="979327"/>
            <a:ext cx="798579" cy="941081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57624C9A-881C-E737-732A-C709E1C24152}"/>
              </a:ext>
            </a:extLst>
          </p:cNvPr>
          <p:cNvCxnSpPr>
            <a:cxnSpLocks/>
            <a:stCxn id="8" idx="3"/>
            <a:endCxn id="12" idx="2"/>
          </p:cNvCxnSpPr>
          <p:nvPr/>
        </p:nvCxnSpPr>
        <p:spPr>
          <a:xfrm flipV="1">
            <a:off x="1206804" y="979327"/>
            <a:ext cx="798579" cy="1288354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194045D2-8EC5-5B2B-DCF6-FAABDE027ED2}"/>
              </a:ext>
            </a:extLst>
          </p:cNvPr>
          <p:cNvCxnSpPr>
            <a:cxnSpLocks/>
            <a:stCxn id="4" idx="3"/>
            <a:endCxn id="225" idx="2"/>
          </p:cNvCxnSpPr>
          <p:nvPr/>
        </p:nvCxnSpPr>
        <p:spPr>
          <a:xfrm>
            <a:off x="1206804" y="1573135"/>
            <a:ext cx="798579" cy="1021704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54ED1057-159C-F980-01E8-4C8E64BF88A4}"/>
              </a:ext>
            </a:extLst>
          </p:cNvPr>
          <p:cNvCxnSpPr>
            <a:cxnSpLocks/>
            <a:stCxn id="7" idx="3"/>
            <a:endCxn id="225" idx="2"/>
          </p:cNvCxnSpPr>
          <p:nvPr/>
        </p:nvCxnSpPr>
        <p:spPr>
          <a:xfrm>
            <a:off x="1206804" y="1920408"/>
            <a:ext cx="798579" cy="674431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线箭头连接符 160">
            <a:extLst>
              <a:ext uri="{FF2B5EF4-FFF2-40B4-BE49-F238E27FC236}">
                <a16:creationId xmlns:a16="http://schemas.microsoft.com/office/drawing/2014/main" id="{469201D0-C7E7-51CE-830D-F7B1BFA55360}"/>
              </a:ext>
            </a:extLst>
          </p:cNvPr>
          <p:cNvCxnSpPr>
            <a:cxnSpLocks/>
            <a:stCxn id="8" idx="3"/>
            <a:endCxn id="225" idx="2"/>
          </p:cNvCxnSpPr>
          <p:nvPr/>
        </p:nvCxnSpPr>
        <p:spPr>
          <a:xfrm>
            <a:off x="1206804" y="2267681"/>
            <a:ext cx="798579" cy="327158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A21E2CAA-4E99-FFC6-0BF6-8126B3F6BC40}"/>
              </a:ext>
            </a:extLst>
          </p:cNvPr>
          <p:cNvGrpSpPr/>
          <p:nvPr/>
        </p:nvGrpSpPr>
        <p:grpSpPr>
          <a:xfrm>
            <a:off x="666804" y="3488712"/>
            <a:ext cx="540000" cy="979102"/>
            <a:chOff x="758245" y="632790"/>
            <a:chExt cx="540000" cy="9791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F564CD4B-BB16-24D3-03AB-BA7BED8CF7EA}"/>
                    </a:ext>
                  </a:extLst>
                </p:cNvPr>
                <p:cNvSpPr txBox="1"/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7542C9DD-F562-D9BD-3F1E-2C8A3C8BE1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FF6BAE75-AC58-64ED-9C9B-F58F59FB5BDE}"/>
                    </a:ext>
                  </a:extLst>
                </p:cNvPr>
                <p:cNvSpPr txBox="1"/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988E2558-460B-9E3A-8644-F93037CDF8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EBFDFDD3-C5BF-5624-3037-1E8DDDD7E47E}"/>
                    </a:ext>
                  </a:extLst>
                </p:cNvPr>
                <p:cNvSpPr txBox="1"/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A4C7923D-9733-740A-9E62-66DF1375E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E57137A7-F0C6-1DED-0E37-41C961214E6B}"/>
              </a:ext>
            </a:extLst>
          </p:cNvPr>
          <p:cNvGrpSpPr/>
          <p:nvPr/>
        </p:nvGrpSpPr>
        <p:grpSpPr>
          <a:xfrm>
            <a:off x="2005383" y="3269269"/>
            <a:ext cx="503999" cy="503999"/>
            <a:chOff x="1931233" y="4090635"/>
            <a:chExt cx="503999" cy="503999"/>
          </a:xfrm>
        </p:grpSpPr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A0757CC4-92E8-E653-9AF4-069B89C70490}"/>
                </a:ext>
              </a:extLst>
            </p:cNvPr>
            <p:cNvSpPr/>
            <p:nvPr/>
          </p:nvSpPr>
          <p:spPr>
            <a:xfrm>
              <a:off x="1931233" y="409063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7C676EF2-2A51-5FDC-1DBE-BE9EE138A56C}"/>
                    </a:ext>
                  </a:extLst>
                </p:cNvPr>
                <p:cNvSpPr txBox="1"/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+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30749DCF-B65D-CA32-8DD6-3AC2CC69F4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blipFill>
                  <a:blip r:embed="rId23"/>
                  <a:stretch>
                    <a:fillRect l="-9091" r="-9091"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7C9938F7-1720-19AA-BF81-ABDEC63DB870}"/>
              </a:ext>
            </a:extLst>
          </p:cNvPr>
          <p:cNvGrpSpPr/>
          <p:nvPr/>
        </p:nvGrpSpPr>
        <p:grpSpPr>
          <a:xfrm>
            <a:off x="2005383" y="4183258"/>
            <a:ext cx="503999" cy="503999"/>
            <a:chOff x="1931233" y="4090635"/>
            <a:chExt cx="503999" cy="503999"/>
          </a:xfrm>
        </p:grpSpPr>
        <p:sp>
          <p:nvSpPr>
            <p:cNvPr id="176" name="椭圆 175">
              <a:extLst>
                <a:ext uri="{FF2B5EF4-FFF2-40B4-BE49-F238E27FC236}">
                  <a16:creationId xmlns:a16="http://schemas.microsoft.com/office/drawing/2014/main" id="{A51E1E11-C551-33A8-75C4-BF27AA213823}"/>
                </a:ext>
              </a:extLst>
            </p:cNvPr>
            <p:cNvSpPr/>
            <p:nvPr/>
          </p:nvSpPr>
          <p:spPr>
            <a:xfrm>
              <a:off x="1931233" y="409063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62D791DA-0DD0-C510-0F69-BCA13BAF65C3}"/>
                    </a:ext>
                  </a:extLst>
                </p:cNvPr>
                <p:cNvSpPr txBox="1"/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+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69EB014B-6397-EBB3-B873-0315CE2B10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blipFill>
                  <a:blip r:embed="rId23"/>
                  <a:stretch>
                    <a:fillRect l="-9091" r="-9091"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BA9D2133-6870-AE25-82FD-048B8D5C0782}"/>
              </a:ext>
            </a:extLst>
          </p:cNvPr>
          <p:cNvCxnSpPr>
            <a:cxnSpLocks/>
            <a:stCxn id="166" idx="3"/>
            <a:endCxn id="171" idx="2"/>
          </p:cNvCxnSpPr>
          <p:nvPr/>
        </p:nvCxnSpPr>
        <p:spPr>
          <a:xfrm flipV="1">
            <a:off x="1206804" y="3521269"/>
            <a:ext cx="798579" cy="109721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线箭头连接符 180">
            <a:extLst>
              <a:ext uri="{FF2B5EF4-FFF2-40B4-BE49-F238E27FC236}">
                <a16:creationId xmlns:a16="http://schemas.microsoft.com/office/drawing/2014/main" id="{EB648D62-790E-8068-C99A-9FDF2EDE76C4}"/>
              </a:ext>
            </a:extLst>
          </p:cNvPr>
          <p:cNvCxnSpPr>
            <a:cxnSpLocks/>
            <a:stCxn id="167" idx="3"/>
            <a:endCxn id="171" idx="2"/>
          </p:cNvCxnSpPr>
          <p:nvPr/>
        </p:nvCxnSpPr>
        <p:spPr>
          <a:xfrm flipV="1">
            <a:off x="1206804" y="3521269"/>
            <a:ext cx="798579" cy="456994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1B862E30-CC8F-07EE-4663-F1DE8CBB7A9B}"/>
              </a:ext>
            </a:extLst>
          </p:cNvPr>
          <p:cNvCxnSpPr>
            <a:cxnSpLocks/>
            <a:stCxn id="168" idx="3"/>
            <a:endCxn id="171" idx="2"/>
          </p:cNvCxnSpPr>
          <p:nvPr/>
        </p:nvCxnSpPr>
        <p:spPr>
          <a:xfrm flipV="1">
            <a:off x="1206804" y="3521269"/>
            <a:ext cx="798579" cy="804267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线箭头连接符 186">
            <a:extLst>
              <a:ext uri="{FF2B5EF4-FFF2-40B4-BE49-F238E27FC236}">
                <a16:creationId xmlns:a16="http://schemas.microsoft.com/office/drawing/2014/main" id="{02C38B32-836C-97D4-125F-669606C06084}"/>
              </a:ext>
            </a:extLst>
          </p:cNvPr>
          <p:cNvCxnSpPr>
            <a:cxnSpLocks/>
            <a:stCxn id="166" idx="3"/>
            <a:endCxn id="176" idx="2"/>
          </p:cNvCxnSpPr>
          <p:nvPr/>
        </p:nvCxnSpPr>
        <p:spPr>
          <a:xfrm>
            <a:off x="1206804" y="3630990"/>
            <a:ext cx="798579" cy="804268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箭头连接符 189">
            <a:extLst>
              <a:ext uri="{FF2B5EF4-FFF2-40B4-BE49-F238E27FC236}">
                <a16:creationId xmlns:a16="http://schemas.microsoft.com/office/drawing/2014/main" id="{A2DD6230-89DA-AE4C-6719-1634F9E049C1}"/>
              </a:ext>
            </a:extLst>
          </p:cNvPr>
          <p:cNvCxnSpPr>
            <a:cxnSpLocks/>
            <a:stCxn id="167" idx="3"/>
            <a:endCxn id="176" idx="2"/>
          </p:cNvCxnSpPr>
          <p:nvPr/>
        </p:nvCxnSpPr>
        <p:spPr>
          <a:xfrm>
            <a:off x="1206804" y="3978263"/>
            <a:ext cx="798579" cy="456995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线箭头连接符 194">
            <a:extLst>
              <a:ext uri="{FF2B5EF4-FFF2-40B4-BE49-F238E27FC236}">
                <a16:creationId xmlns:a16="http://schemas.microsoft.com/office/drawing/2014/main" id="{AD977A2D-8732-A105-EB5F-4E7332859F74}"/>
              </a:ext>
            </a:extLst>
          </p:cNvPr>
          <p:cNvCxnSpPr>
            <a:cxnSpLocks/>
            <a:stCxn id="168" idx="3"/>
            <a:endCxn id="176" idx="2"/>
          </p:cNvCxnSpPr>
          <p:nvPr/>
        </p:nvCxnSpPr>
        <p:spPr>
          <a:xfrm>
            <a:off x="1206804" y="4325536"/>
            <a:ext cx="798579" cy="109722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AF00026E-D462-CED6-FEA4-CAB937432089}"/>
              </a:ext>
            </a:extLst>
          </p:cNvPr>
          <p:cNvGrpSpPr/>
          <p:nvPr/>
        </p:nvGrpSpPr>
        <p:grpSpPr>
          <a:xfrm>
            <a:off x="3043915" y="3269269"/>
            <a:ext cx="503999" cy="503999"/>
            <a:chOff x="3130691" y="4132355"/>
            <a:chExt cx="503999" cy="503999"/>
          </a:xfrm>
        </p:grpSpPr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29CFC858-9010-4E15-4518-C800D43F87C4}"/>
                </a:ext>
              </a:extLst>
            </p:cNvPr>
            <p:cNvSpPr/>
            <p:nvPr/>
          </p:nvSpPr>
          <p:spPr>
            <a:xfrm>
              <a:off x="3130691" y="413235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458A854D-FB7B-3CFD-4A57-00993A19B920}"/>
                    </a:ext>
                  </a:extLst>
                </p:cNvPr>
                <p:cNvSpPr txBox="1"/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zh-CN" altLang="en-US" sz="10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2454F809-C849-D8A5-A474-9618EDACB4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blipFill>
                  <a:blip r:embed="rId24"/>
                  <a:stretch>
                    <a:fillRect l="-10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6" name="直线箭头连接符 205">
            <a:extLst>
              <a:ext uri="{FF2B5EF4-FFF2-40B4-BE49-F238E27FC236}">
                <a16:creationId xmlns:a16="http://schemas.microsoft.com/office/drawing/2014/main" id="{AAC84F35-134D-142B-4480-80A996056077}"/>
              </a:ext>
            </a:extLst>
          </p:cNvPr>
          <p:cNvCxnSpPr>
            <a:cxnSpLocks/>
            <a:stCxn id="171" idx="6"/>
            <a:endCxn id="199" idx="2"/>
          </p:cNvCxnSpPr>
          <p:nvPr/>
        </p:nvCxnSpPr>
        <p:spPr>
          <a:xfrm>
            <a:off x="2509382" y="3521269"/>
            <a:ext cx="534533" cy="0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8" name="组合 207">
            <a:extLst>
              <a:ext uri="{FF2B5EF4-FFF2-40B4-BE49-F238E27FC236}">
                <a16:creationId xmlns:a16="http://schemas.microsoft.com/office/drawing/2014/main" id="{1542B0B8-D270-5ABF-5A38-D1BE4476E561}"/>
              </a:ext>
            </a:extLst>
          </p:cNvPr>
          <p:cNvGrpSpPr/>
          <p:nvPr/>
        </p:nvGrpSpPr>
        <p:grpSpPr>
          <a:xfrm>
            <a:off x="3043915" y="4183258"/>
            <a:ext cx="503999" cy="503999"/>
            <a:chOff x="3130691" y="4132355"/>
            <a:chExt cx="503999" cy="503999"/>
          </a:xfrm>
        </p:grpSpPr>
        <p:sp>
          <p:nvSpPr>
            <p:cNvPr id="209" name="椭圆 208">
              <a:extLst>
                <a:ext uri="{FF2B5EF4-FFF2-40B4-BE49-F238E27FC236}">
                  <a16:creationId xmlns:a16="http://schemas.microsoft.com/office/drawing/2014/main" id="{31128447-C81B-918F-B78B-1403A8844329}"/>
                </a:ext>
              </a:extLst>
            </p:cNvPr>
            <p:cNvSpPr/>
            <p:nvPr/>
          </p:nvSpPr>
          <p:spPr>
            <a:xfrm>
              <a:off x="3130691" y="413235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F4DC1403-ACC1-292F-A7E6-ED444AE52AE6}"/>
                    </a:ext>
                  </a:extLst>
                </p:cNvPr>
                <p:cNvSpPr txBox="1"/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zh-CN" altLang="en-US" sz="10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28B71678-BB34-C0AA-3182-6386947848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blipFill>
                  <a:blip r:embed="rId24"/>
                  <a:stretch>
                    <a:fillRect l="-10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414AE3E2-D7A8-27B7-8BA1-7D3EA79D7B19}"/>
              </a:ext>
            </a:extLst>
          </p:cNvPr>
          <p:cNvGrpSpPr/>
          <p:nvPr/>
        </p:nvGrpSpPr>
        <p:grpSpPr>
          <a:xfrm>
            <a:off x="3877698" y="303677"/>
            <a:ext cx="540000" cy="1326375"/>
            <a:chOff x="4325511" y="5428463"/>
            <a:chExt cx="540000" cy="13263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文本框 218">
                  <a:extLst>
                    <a:ext uri="{FF2B5EF4-FFF2-40B4-BE49-F238E27FC236}">
                      <a16:creationId xmlns:a16="http://schemas.microsoft.com/office/drawing/2014/main" id="{54FDEBC3-6083-BBD3-3C99-77F3D89658A9}"/>
                    </a:ext>
                  </a:extLst>
                </p:cNvPr>
                <p:cNvSpPr txBox="1"/>
                <p:nvPr/>
              </p:nvSpPr>
              <p:spPr>
                <a:xfrm>
                  <a:off x="4325511" y="5428463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19" name="文本框 218">
                  <a:extLst>
                    <a:ext uri="{FF2B5EF4-FFF2-40B4-BE49-F238E27FC236}">
                      <a16:creationId xmlns:a16="http://schemas.microsoft.com/office/drawing/2014/main" id="{C20E9C3F-BAEF-8C6F-AF14-8EB73FBEB2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5428463"/>
                  <a:ext cx="540000" cy="284556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22C64CF3-8CAC-346D-D485-C88F4A54C9FF}"/>
                    </a:ext>
                  </a:extLst>
                </p:cNvPr>
                <p:cNvSpPr txBox="1"/>
                <p:nvPr/>
              </p:nvSpPr>
              <p:spPr>
                <a:xfrm>
                  <a:off x="4325511" y="5775736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F12B5B8E-81EF-2BED-E56E-50FF447222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5775736"/>
                  <a:ext cx="540000" cy="284556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1E7B4F88-D511-B21F-D0BF-4710FD8905F2}"/>
                    </a:ext>
                  </a:extLst>
                </p:cNvPr>
                <p:cNvSpPr txBox="1"/>
                <p:nvPr/>
              </p:nvSpPr>
              <p:spPr>
                <a:xfrm>
                  <a:off x="4325511" y="6470282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668BF93A-0AB7-3C3C-0004-B70EC643C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6470282"/>
                  <a:ext cx="540000" cy="284556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49AF5962-3980-AC8C-1DA4-F8844ECFD546}"/>
                    </a:ext>
                  </a:extLst>
                </p:cNvPr>
                <p:cNvSpPr txBox="1"/>
                <p:nvPr/>
              </p:nvSpPr>
              <p:spPr>
                <a:xfrm>
                  <a:off x="4325511" y="6123009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3A1442D4-C39B-5EE6-4C80-C086D59C1F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6123009"/>
                  <a:ext cx="540000" cy="284556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5" name="椭圆 224">
            <a:extLst>
              <a:ext uri="{FF2B5EF4-FFF2-40B4-BE49-F238E27FC236}">
                <a16:creationId xmlns:a16="http://schemas.microsoft.com/office/drawing/2014/main" id="{443C61B7-E3CD-5BCB-6796-B17393B4ED17}"/>
              </a:ext>
            </a:extLst>
          </p:cNvPr>
          <p:cNvSpPr/>
          <p:nvPr/>
        </p:nvSpPr>
        <p:spPr>
          <a:xfrm>
            <a:off x="2005383" y="2342839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34E4AFD1-F910-5074-2DAF-856A0A2D2C67}"/>
                  </a:ext>
                </a:extLst>
              </p:cNvPr>
              <p:cNvSpPr txBox="1"/>
              <p:nvPr/>
            </p:nvSpPr>
            <p:spPr>
              <a:xfrm>
                <a:off x="2125757" y="2508062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34E4AFD1-F910-5074-2DAF-856A0A2D2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757" y="2508062"/>
                <a:ext cx="269817" cy="153888"/>
              </a:xfrm>
              <a:prstGeom prst="rect">
                <a:avLst/>
              </a:prstGeom>
              <a:blipFill>
                <a:blip r:embed="rId12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B7BD9091-0AA2-069C-4A37-B4E1B937C0DB}"/>
                  </a:ext>
                </a:extLst>
              </p:cNvPr>
              <p:cNvSpPr txBox="1"/>
              <p:nvPr/>
            </p:nvSpPr>
            <p:spPr>
              <a:xfrm>
                <a:off x="2176030" y="2156975"/>
                <a:ext cx="15151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B7BD9091-0AA2-069C-4A37-B4E1B937C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030" y="2156975"/>
                <a:ext cx="151515" cy="153888"/>
              </a:xfrm>
              <a:prstGeom prst="rect">
                <a:avLst/>
              </a:prstGeom>
              <a:blipFill>
                <a:blip r:embed="rId29"/>
                <a:stretch>
                  <a:fillRect l="-15385" r="-7692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椭圆 228">
            <a:extLst>
              <a:ext uri="{FF2B5EF4-FFF2-40B4-BE49-F238E27FC236}">
                <a16:creationId xmlns:a16="http://schemas.microsoft.com/office/drawing/2014/main" id="{DCEE2F14-3942-304A-A6CF-54BA79F60817}"/>
              </a:ext>
            </a:extLst>
          </p:cNvPr>
          <p:cNvSpPr/>
          <p:nvPr/>
        </p:nvSpPr>
        <p:spPr>
          <a:xfrm>
            <a:off x="3043915" y="2344113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2FB271D4-DDD4-5E82-6500-07866C59612B}"/>
                  </a:ext>
                </a:extLst>
              </p:cNvPr>
              <p:cNvSpPr txBox="1"/>
              <p:nvPr/>
            </p:nvSpPr>
            <p:spPr>
              <a:xfrm>
                <a:off x="3242530" y="2503181"/>
                <a:ext cx="1137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1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2FB271D4-DDD4-5E82-6500-07866C596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530" y="2503181"/>
                <a:ext cx="113749" cy="153888"/>
              </a:xfrm>
              <a:prstGeom prst="rect">
                <a:avLst/>
              </a:prstGeom>
              <a:blipFill>
                <a:blip r:embed="rId8"/>
                <a:stretch>
                  <a:fillRect l="-20000"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6E7475A7-A26C-B247-BAB8-11CBDA31ADA6}"/>
                  </a:ext>
                </a:extLst>
              </p:cNvPr>
              <p:cNvSpPr txBox="1"/>
              <p:nvPr/>
            </p:nvSpPr>
            <p:spPr>
              <a:xfrm>
                <a:off x="3222647" y="2158250"/>
                <a:ext cx="16267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6E7475A7-A26C-B247-BAB8-11CBDA31A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647" y="2158250"/>
                <a:ext cx="162673" cy="153888"/>
              </a:xfrm>
              <a:prstGeom prst="rect">
                <a:avLst/>
              </a:prstGeom>
              <a:blipFill>
                <a:blip r:embed="rId30"/>
                <a:stretch>
                  <a:fillRect l="-14286" r="-714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2" name="直线箭头连接符 231">
            <a:extLst>
              <a:ext uri="{FF2B5EF4-FFF2-40B4-BE49-F238E27FC236}">
                <a16:creationId xmlns:a16="http://schemas.microsoft.com/office/drawing/2014/main" id="{FF9C9B00-44AD-5100-93B4-26E905C78BF9}"/>
              </a:ext>
            </a:extLst>
          </p:cNvPr>
          <p:cNvCxnSpPr>
            <a:cxnSpLocks/>
            <a:stCxn id="225" idx="6"/>
            <a:endCxn id="229" idx="2"/>
          </p:cNvCxnSpPr>
          <p:nvPr/>
        </p:nvCxnSpPr>
        <p:spPr>
          <a:xfrm>
            <a:off x="2509382" y="2594839"/>
            <a:ext cx="534533" cy="1274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箭头连接符 232">
            <a:extLst>
              <a:ext uri="{FF2B5EF4-FFF2-40B4-BE49-F238E27FC236}">
                <a16:creationId xmlns:a16="http://schemas.microsoft.com/office/drawing/2014/main" id="{ECFAE0BA-4240-ACF6-C580-40EAC7B2259C}"/>
              </a:ext>
            </a:extLst>
          </p:cNvPr>
          <p:cNvCxnSpPr>
            <a:cxnSpLocks/>
            <a:stCxn id="229" idx="6"/>
            <a:endCxn id="240" idx="2"/>
          </p:cNvCxnSpPr>
          <p:nvPr/>
        </p:nvCxnSpPr>
        <p:spPr>
          <a:xfrm>
            <a:off x="3547914" y="2596113"/>
            <a:ext cx="2496933" cy="945496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0285C3CF-1C8B-5407-00CA-2F1BE96773DC}"/>
              </a:ext>
            </a:extLst>
          </p:cNvPr>
          <p:cNvCxnSpPr>
            <a:cxnSpLocks/>
            <a:stCxn id="229" idx="6"/>
            <a:endCxn id="244" idx="2"/>
          </p:cNvCxnSpPr>
          <p:nvPr/>
        </p:nvCxnSpPr>
        <p:spPr>
          <a:xfrm>
            <a:off x="3547914" y="2596113"/>
            <a:ext cx="2508658" cy="1818814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CB3965B3-6DAC-BEAD-E97D-1BA735170A85}"/>
              </a:ext>
            </a:extLst>
          </p:cNvPr>
          <p:cNvCxnSpPr>
            <a:cxnSpLocks/>
            <a:stCxn id="240" idx="6"/>
            <a:endCxn id="248" idx="2"/>
          </p:cNvCxnSpPr>
          <p:nvPr/>
        </p:nvCxnSpPr>
        <p:spPr>
          <a:xfrm flipV="1">
            <a:off x="6548846" y="3540269"/>
            <a:ext cx="453583" cy="1340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线箭头连接符 235">
            <a:extLst>
              <a:ext uri="{FF2B5EF4-FFF2-40B4-BE49-F238E27FC236}">
                <a16:creationId xmlns:a16="http://schemas.microsoft.com/office/drawing/2014/main" id="{1EEBA784-7CC6-E231-F0C5-D2608C217E8C}"/>
              </a:ext>
            </a:extLst>
          </p:cNvPr>
          <p:cNvCxnSpPr>
            <a:cxnSpLocks/>
            <a:stCxn id="244" idx="6"/>
            <a:endCxn id="252" idx="2"/>
          </p:cNvCxnSpPr>
          <p:nvPr/>
        </p:nvCxnSpPr>
        <p:spPr>
          <a:xfrm flipV="1">
            <a:off x="6560571" y="4414926"/>
            <a:ext cx="441858" cy="1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箭头连接符 236">
            <a:extLst>
              <a:ext uri="{FF2B5EF4-FFF2-40B4-BE49-F238E27FC236}">
                <a16:creationId xmlns:a16="http://schemas.microsoft.com/office/drawing/2014/main" id="{D54B2514-6FF4-21C6-DB8E-3990DF4FB40C}"/>
              </a:ext>
            </a:extLst>
          </p:cNvPr>
          <p:cNvCxnSpPr>
            <a:cxnSpLocks/>
            <a:stCxn id="248" idx="6"/>
            <a:endCxn id="256" idx="2"/>
          </p:cNvCxnSpPr>
          <p:nvPr/>
        </p:nvCxnSpPr>
        <p:spPr>
          <a:xfrm flipV="1">
            <a:off x="7506428" y="3065684"/>
            <a:ext cx="1488327" cy="474585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6AEB1855-F317-383F-4463-C9E53BFDB0CC}"/>
              </a:ext>
            </a:extLst>
          </p:cNvPr>
          <p:cNvCxnSpPr>
            <a:cxnSpLocks/>
            <a:stCxn id="252" idx="6"/>
            <a:endCxn id="256" idx="2"/>
          </p:cNvCxnSpPr>
          <p:nvPr/>
        </p:nvCxnSpPr>
        <p:spPr>
          <a:xfrm flipV="1">
            <a:off x="7506428" y="3065684"/>
            <a:ext cx="1488327" cy="1349242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椭圆 239">
            <a:extLst>
              <a:ext uri="{FF2B5EF4-FFF2-40B4-BE49-F238E27FC236}">
                <a16:creationId xmlns:a16="http://schemas.microsoft.com/office/drawing/2014/main" id="{3D647DD5-4376-562A-33D6-402E4C484259}"/>
              </a:ext>
            </a:extLst>
          </p:cNvPr>
          <p:cNvSpPr/>
          <p:nvPr/>
        </p:nvSpPr>
        <p:spPr>
          <a:xfrm>
            <a:off x="6044847" y="3289609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7F0ED3FA-F9E0-5CE3-7ADF-D4445BBF9589}"/>
                  </a:ext>
                </a:extLst>
              </p:cNvPr>
              <p:cNvSpPr txBox="1"/>
              <p:nvPr/>
            </p:nvSpPr>
            <p:spPr>
              <a:xfrm>
                <a:off x="6165221" y="3454832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7F0ED3FA-F9E0-5CE3-7ADF-D4445BBF9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221" y="3454832"/>
                <a:ext cx="269817" cy="153888"/>
              </a:xfrm>
              <a:prstGeom prst="rect">
                <a:avLst/>
              </a:prstGeom>
              <a:blipFill>
                <a:blip r:embed="rId31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531C567D-831F-3C63-FC39-F77CB779E11C}"/>
                  </a:ext>
                </a:extLst>
              </p:cNvPr>
              <p:cNvSpPr txBox="1"/>
              <p:nvPr/>
            </p:nvSpPr>
            <p:spPr>
              <a:xfrm>
                <a:off x="6301412" y="3116019"/>
                <a:ext cx="21473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531C567D-831F-3C63-FC39-F77CB779E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412" y="3116019"/>
                <a:ext cx="214739" cy="153888"/>
              </a:xfrm>
              <a:prstGeom prst="rect">
                <a:avLst/>
              </a:prstGeom>
              <a:blipFill>
                <a:blip r:embed="rId32"/>
                <a:stretch>
                  <a:fillRect l="-16667" r="-5556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4" name="椭圆 243">
            <a:extLst>
              <a:ext uri="{FF2B5EF4-FFF2-40B4-BE49-F238E27FC236}">
                <a16:creationId xmlns:a16="http://schemas.microsoft.com/office/drawing/2014/main" id="{8DD79BFE-3366-2647-CA05-314269352C0E}"/>
              </a:ext>
            </a:extLst>
          </p:cNvPr>
          <p:cNvSpPr/>
          <p:nvPr/>
        </p:nvSpPr>
        <p:spPr>
          <a:xfrm>
            <a:off x="6056572" y="4162927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4013699E-05D7-B0C4-2AD7-7743E476E0AF}"/>
                  </a:ext>
                </a:extLst>
              </p:cNvPr>
              <p:cNvSpPr txBox="1"/>
              <p:nvPr/>
            </p:nvSpPr>
            <p:spPr>
              <a:xfrm>
                <a:off x="6176946" y="4328150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4013699E-05D7-B0C4-2AD7-7743E476E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946" y="4328150"/>
                <a:ext cx="269817" cy="153888"/>
              </a:xfrm>
              <a:prstGeom prst="rect">
                <a:avLst/>
              </a:prstGeom>
              <a:blipFill>
                <a:blip r:embed="rId12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8" name="椭圆 247">
            <a:extLst>
              <a:ext uri="{FF2B5EF4-FFF2-40B4-BE49-F238E27FC236}">
                <a16:creationId xmlns:a16="http://schemas.microsoft.com/office/drawing/2014/main" id="{02E56E33-904E-4F48-C9FB-79728FA050AB}"/>
              </a:ext>
            </a:extLst>
          </p:cNvPr>
          <p:cNvSpPr/>
          <p:nvPr/>
        </p:nvSpPr>
        <p:spPr>
          <a:xfrm>
            <a:off x="7002429" y="3288269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21D16DD6-0CF3-CF6F-994A-746741F089B7}"/>
                  </a:ext>
                </a:extLst>
              </p:cNvPr>
              <p:cNvSpPr txBox="1"/>
              <p:nvPr/>
            </p:nvSpPr>
            <p:spPr>
              <a:xfrm>
                <a:off x="7201044" y="3447337"/>
                <a:ext cx="1137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1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21D16DD6-0CF3-CF6F-994A-746741F08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044" y="3447337"/>
                <a:ext cx="113749" cy="153888"/>
              </a:xfrm>
              <a:prstGeom prst="rect">
                <a:avLst/>
              </a:prstGeom>
              <a:blipFill>
                <a:blip r:embed="rId33"/>
                <a:stretch>
                  <a:fillRect l="-10000"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2" name="椭圆 251">
            <a:extLst>
              <a:ext uri="{FF2B5EF4-FFF2-40B4-BE49-F238E27FC236}">
                <a16:creationId xmlns:a16="http://schemas.microsoft.com/office/drawing/2014/main" id="{902A72E4-5040-99C3-0C46-9BACDFEF21EA}"/>
              </a:ext>
            </a:extLst>
          </p:cNvPr>
          <p:cNvSpPr/>
          <p:nvPr/>
        </p:nvSpPr>
        <p:spPr>
          <a:xfrm>
            <a:off x="7002429" y="4162926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文本框 252">
                <a:extLst>
                  <a:ext uri="{FF2B5EF4-FFF2-40B4-BE49-F238E27FC236}">
                    <a16:creationId xmlns:a16="http://schemas.microsoft.com/office/drawing/2014/main" id="{E5658FC8-5B0B-75F1-9514-587BEFBFCCBD}"/>
                  </a:ext>
                </a:extLst>
              </p:cNvPr>
              <p:cNvSpPr txBox="1"/>
              <p:nvPr/>
            </p:nvSpPr>
            <p:spPr>
              <a:xfrm>
                <a:off x="7201044" y="4321994"/>
                <a:ext cx="1137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sz="100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53" name="文本框 252">
                <a:extLst>
                  <a:ext uri="{FF2B5EF4-FFF2-40B4-BE49-F238E27FC236}">
                    <a16:creationId xmlns:a16="http://schemas.microsoft.com/office/drawing/2014/main" id="{E5658FC8-5B0B-75F1-9514-587BEFBFC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044" y="4321994"/>
                <a:ext cx="113749" cy="153888"/>
              </a:xfrm>
              <a:prstGeom prst="rect">
                <a:avLst/>
              </a:prstGeom>
              <a:blipFill>
                <a:blip r:embed="rId14"/>
                <a:stretch>
                  <a:fillRect l="-10000"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椭圆 255">
            <a:extLst>
              <a:ext uri="{FF2B5EF4-FFF2-40B4-BE49-F238E27FC236}">
                <a16:creationId xmlns:a16="http://schemas.microsoft.com/office/drawing/2014/main" id="{AEB786CC-5A64-6137-6A72-55AFB0179655}"/>
              </a:ext>
            </a:extLst>
          </p:cNvPr>
          <p:cNvSpPr/>
          <p:nvPr/>
        </p:nvSpPr>
        <p:spPr>
          <a:xfrm>
            <a:off x="8994755" y="2813684"/>
            <a:ext cx="503999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22C57C96-9BEE-7BA1-0DA7-C56661C2B795}"/>
                  </a:ext>
                </a:extLst>
              </p:cNvPr>
              <p:cNvSpPr txBox="1"/>
              <p:nvPr/>
            </p:nvSpPr>
            <p:spPr>
              <a:xfrm>
                <a:off x="9115129" y="2978907"/>
                <a:ext cx="2698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22C57C96-9BEE-7BA1-0DA7-C56661C2B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129" y="2978907"/>
                <a:ext cx="269817" cy="153888"/>
              </a:xfrm>
              <a:prstGeom prst="rect">
                <a:avLst/>
              </a:prstGeom>
              <a:blipFill>
                <a:blip r:embed="rId34"/>
                <a:stretch>
                  <a:fillRect l="-8696" r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直线箭头连接符 263">
            <a:extLst>
              <a:ext uri="{FF2B5EF4-FFF2-40B4-BE49-F238E27FC236}">
                <a16:creationId xmlns:a16="http://schemas.microsoft.com/office/drawing/2014/main" id="{F63D3313-E55F-8EC1-D6A1-776C738D4942}"/>
              </a:ext>
            </a:extLst>
          </p:cNvPr>
          <p:cNvCxnSpPr>
            <a:cxnSpLocks/>
            <a:stCxn id="176" idx="6"/>
            <a:endCxn id="209" idx="2"/>
          </p:cNvCxnSpPr>
          <p:nvPr/>
        </p:nvCxnSpPr>
        <p:spPr>
          <a:xfrm>
            <a:off x="2509382" y="4435258"/>
            <a:ext cx="534533" cy="0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7" name="组合 266">
            <a:extLst>
              <a:ext uri="{FF2B5EF4-FFF2-40B4-BE49-F238E27FC236}">
                <a16:creationId xmlns:a16="http://schemas.microsoft.com/office/drawing/2014/main" id="{16806AE5-ED46-3FCF-1CE5-E4E1B093AB7C}"/>
              </a:ext>
            </a:extLst>
          </p:cNvPr>
          <p:cNvGrpSpPr/>
          <p:nvPr/>
        </p:nvGrpSpPr>
        <p:grpSpPr>
          <a:xfrm>
            <a:off x="666804" y="5318794"/>
            <a:ext cx="540000" cy="979102"/>
            <a:chOff x="758245" y="632790"/>
            <a:chExt cx="540000" cy="9791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文本框 267">
                  <a:extLst>
                    <a:ext uri="{FF2B5EF4-FFF2-40B4-BE49-F238E27FC236}">
                      <a16:creationId xmlns:a16="http://schemas.microsoft.com/office/drawing/2014/main" id="{2D931FB3-8350-E6BD-8078-A28FCE712911}"/>
                    </a:ext>
                  </a:extLst>
                </p:cNvPr>
                <p:cNvSpPr txBox="1"/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68" name="文本框 267">
                  <a:extLst>
                    <a:ext uri="{FF2B5EF4-FFF2-40B4-BE49-F238E27FC236}">
                      <a16:creationId xmlns:a16="http://schemas.microsoft.com/office/drawing/2014/main" id="{7123E703-B97D-ACAE-1573-B3CCEB24A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BEF91680-F706-2115-3F1F-2702F1DA410F}"/>
                    </a:ext>
                  </a:extLst>
                </p:cNvPr>
                <p:cNvSpPr txBox="1"/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1AFA3BEF-3472-AB68-AE1F-E129E76A70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1347368F-5D42-5A5A-1D6A-A65A0F0DBBA2}"/>
                    </a:ext>
                  </a:extLst>
                </p:cNvPr>
                <p:cNvSpPr txBox="1"/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8493844F-0020-7EA7-6574-5E9B323605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1" name="组合 270">
            <a:extLst>
              <a:ext uri="{FF2B5EF4-FFF2-40B4-BE49-F238E27FC236}">
                <a16:creationId xmlns:a16="http://schemas.microsoft.com/office/drawing/2014/main" id="{CF62EA52-AA0B-29D1-DA22-DD57B008D9C1}"/>
              </a:ext>
            </a:extLst>
          </p:cNvPr>
          <p:cNvGrpSpPr/>
          <p:nvPr/>
        </p:nvGrpSpPr>
        <p:grpSpPr>
          <a:xfrm>
            <a:off x="2005383" y="5099351"/>
            <a:ext cx="503999" cy="503999"/>
            <a:chOff x="1931233" y="4090635"/>
            <a:chExt cx="503999" cy="503999"/>
          </a:xfrm>
        </p:grpSpPr>
        <p:sp>
          <p:nvSpPr>
            <p:cNvPr id="272" name="椭圆 271">
              <a:extLst>
                <a:ext uri="{FF2B5EF4-FFF2-40B4-BE49-F238E27FC236}">
                  <a16:creationId xmlns:a16="http://schemas.microsoft.com/office/drawing/2014/main" id="{7139BC57-B0DD-62A5-9563-2D5A5677000B}"/>
                </a:ext>
              </a:extLst>
            </p:cNvPr>
            <p:cNvSpPr/>
            <p:nvPr/>
          </p:nvSpPr>
          <p:spPr>
            <a:xfrm>
              <a:off x="1931233" y="409063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文本框 272">
                  <a:extLst>
                    <a:ext uri="{FF2B5EF4-FFF2-40B4-BE49-F238E27FC236}">
                      <a16:creationId xmlns:a16="http://schemas.microsoft.com/office/drawing/2014/main" id="{1C0C9B16-BCBD-C532-54B8-EF6B84D2AB75}"/>
                    </a:ext>
                  </a:extLst>
                </p:cNvPr>
                <p:cNvSpPr txBox="1"/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+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273" name="文本框 272">
                  <a:extLst>
                    <a:ext uri="{FF2B5EF4-FFF2-40B4-BE49-F238E27FC236}">
                      <a16:creationId xmlns:a16="http://schemas.microsoft.com/office/drawing/2014/main" id="{3D1B8F71-7415-816F-DE39-BE986035DD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blipFill>
                  <a:blip r:embed="rId23"/>
                  <a:stretch>
                    <a:fillRect l="-9091"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4" name="组合 273">
            <a:extLst>
              <a:ext uri="{FF2B5EF4-FFF2-40B4-BE49-F238E27FC236}">
                <a16:creationId xmlns:a16="http://schemas.microsoft.com/office/drawing/2014/main" id="{BC391033-2B93-86C9-2138-3F54246AEE4B}"/>
              </a:ext>
            </a:extLst>
          </p:cNvPr>
          <p:cNvGrpSpPr/>
          <p:nvPr/>
        </p:nvGrpSpPr>
        <p:grpSpPr>
          <a:xfrm>
            <a:off x="2005383" y="6013340"/>
            <a:ext cx="503999" cy="503999"/>
            <a:chOff x="1931233" y="4090635"/>
            <a:chExt cx="503999" cy="503999"/>
          </a:xfrm>
        </p:grpSpPr>
        <p:sp>
          <p:nvSpPr>
            <p:cNvPr id="275" name="椭圆 274">
              <a:extLst>
                <a:ext uri="{FF2B5EF4-FFF2-40B4-BE49-F238E27FC236}">
                  <a16:creationId xmlns:a16="http://schemas.microsoft.com/office/drawing/2014/main" id="{49B3F58F-964E-E367-3E69-1D47A35AF1C5}"/>
                </a:ext>
              </a:extLst>
            </p:cNvPr>
            <p:cNvSpPr/>
            <p:nvPr/>
          </p:nvSpPr>
          <p:spPr>
            <a:xfrm>
              <a:off x="1931233" y="409063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" name="文本框 275">
                  <a:extLst>
                    <a:ext uri="{FF2B5EF4-FFF2-40B4-BE49-F238E27FC236}">
                      <a16:creationId xmlns:a16="http://schemas.microsoft.com/office/drawing/2014/main" id="{AC92F6AC-AB4F-F39B-33D0-DBB5D249FD14}"/>
                    </a:ext>
                  </a:extLst>
                </p:cNvPr>
                <p:cNvSpPr txBox="1"/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+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276" name="文本框 275">
                  <a:extLst>
                    <a:ext uri="{FF2B5EF4-FFF2-40B4-BE49-F238E27FC236}">
                      <a16:creationId xmlns:a16="http://schemas.microsoft.com/office/drawing/2014/main" id="{3C76A775-B531-638E-8DEE-723B5FC042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607" y="4255858"/>
                  <a:ext cx="269817" cy="153888"/>
                </a:xfrm>
                <a:prstGeom prst="rect">
                  <a:avLst/>
                </a:prstGeom>
                <a:blipFill>
                  <a:blip r:embed="rId23"/>
                  <a:stretch>
                    <a:fillRect l="-9091"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2177A963-F192-89E8-F311-3240734A010F}"/>
              </a:ext>
            </a:extLst>
          </p:cNvPr>
          <p:cNvCxnSpPr>
            <a:cxnSpLocks/>
            <a:stCxn id="268" idx="3"/>
            <a:endCxn id="272" idx="2"/>
          </p:cNvCxnSpPr>
          <p:nvPr/>
        </p:nvCxnSpPr>
        <p:spPr>
          <a:xfrm flipV="1">
            <a:off x="1206804" y="5351351"/>
            <a:ext cx="798579" cy="109721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线箭头连接符 277">
            <a:extLst>
              <a:ext uri="{FF2B5EF4-FFF2-40B4-BE49-F238E27FC236}">
                <a16:creationId xmlns:a16="http://schemas.microsoft.com/office/drawing/2014/main" id="{B8EFEA87-CD24-590F-DFEC-CDD5C8539523}"/>
              </a:ext>
            </a:extLst>
          </p:cNvPr>
          <p:cNvCxnSpPr>
            <a:cxnSpLocks/>
            <a:stCxn id="269" idx="3"/>
            <a:endCxn id="272" idx="2"/>
          </p:cNvCxnSpPr>
          <p:nvPr/>
        </p:nvCxnSpPr>
        <p:spPr>
          <a:xfrm flipV="1">
            <a:off x="1206804" y="5351351"/>
            <a:ext cx="798579" cy="456994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直线箭头连接符 278">
            <a:extLst>
              <a:ext uri="{FF2B5EF4-FFF2-40B4-BE49-F238E27FC236}">
                <a16:creationId xmlns:a16="http://schemas.microsoft.com/office/drawing/2014/main" id="{55356FBC-AD05-0DC7-85F7-BE9B61D06BF5}"/>
              </a:ext>
            </a:extLst>
          </p:cNvPr>
          <p:cNvCxnSpPr>
            <a:cxnSpLocks/>
            <a:stCxn id="270" idx="3"/>
            <a:endCxn id="272" idx="2"/>
          </p:cNvCxnSpPr>
          <p:nvPr/>
        </p:nvCxnSpPr>
        <p:spPr>
          <a:xfrm flipV="1">
            <a:off x="1206804" y="5351351"/>
            <a:ext cx="798579" cy="804267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线箭头连接符 279">
            <a:extLst>
              <a:ext uri="{FF2B5EF4-FFF2-40B4-BE49-F238E27FC236}">
                <a16:creationId xmlns:a16="http://schemas.microsoft.com/office/drawing/2014/main" id="{45727FCD-2EFB-911E-D5E2-25450D197F8D}"/>
              </a:ext>
            </a:extLst>
          </p:cNvPr>
          <p:cNvCxnSpPr>
            <a:cxnSpLocks/>
            <a:stCxn id="268" idx="3"/>
            <a:endCxn id="275" idx="2"/>
          </p:cNvCxnSpPr>
          <p:nvPr/>
        </p:nvCxnSpPr>
        <p:spPr>
          <a:xfrm>
            <a:off x="1206804" y="5461072"/>
            <a:ext cx="798579" cy="804268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线箭头连接符 280">
            <a:extLst>
              <a:ext uri="{FF2B5EF4-FFF2-40B4-BE49-F238E27FC236}">
                <a16:creationId xmlns:a16="http://schemas.microsoft.com/office/drawing/2014/main" id="{6B6C269B-E49F-32AE-DF16-AFD65533600D}"/>
              </a:ext>
            </a:extLst>
          </p:cNvPr>
          <p:cNvCxnSpPr>
            <a:cxnSpLocks/>
            <a:stCxn id="269" idx="3"/>
            <a:endCxn id="275" idx="2"/>
          </p:cNvCxnSpPr>
          <p:nvPr/>
        </p:nvCxnSpPr>
        <p:spPr>
          <a:xfrm>
            <a:off x="1206804" y="5808345"/>
            <a:ext cx="798579" cy="456995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直线箭头连接符 281">
            <a:extLst>
              <a:ext uri="{FF2B5EF4-FFF2-40B4-BE49-F238E27FC236}">
                <a16:creationId xmlns:a16="http://schemas.microsoft.com/office/drawing/2014/main" id="{787273D6-7EC4-F527-E5BA-8D2FBABE5944}"/>
              </a:ext>
            </a:extLst>
          </p:cNvPr>
          <p:cNvCxnSpPr>
            <a:cxnSpLocks/>
            <a:stCxn id="270" idx="3"/>
            <a:endCxn id="275" idx="2"/>
          </p:cNvCxnSpPr>
          <p:nvPr/>
        </p:nvCxnSpPr>
        <p:spPr>
          <a:xfrm>
            <a:off x="1206804" y="6155618"/>
            <a:ext cx="798579" cy="109722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3" name="组合 282">
            <a:extLst>
              <a:ext uri="{FF2B5EF4-FFF2-40B4-BE49-F238E27FC236}">
                <a16:creationId xmlns:a16="http://schemas.microsoft.com/office/drawing/2014/main" id="{F13C467E-4D4D-0CE0-09A1-33B6EC177F57}"/>
              </a:ext>
            </a:extLst>
          </p:cNvPr>
          <p:cNvGrpSpPr/>
          <p:nvPr/>
        </p:nvGrpSpPr>
        <p:grpSpPr>
          <a:xfrm>
            <a:off x="3043915" y="5099351"/>
            <a:ext cx="503999" cy="503999"/>
            <a:chOff x="3130691" y="4132355"/>
            <a:chExt cx="503999" cy="503999"/>
          </a:xfrm>
        </p:grpSpPr>
        <p:sp>
          <p:nvSpPr>
            <p:cNvPr id="284" name="椭圆 283">
              <a:extLst>
                <a:ext uri="{FF2B5EF4-FFF2-40B4-BE49-F238E27FC236}">
                  <a16:creationId xmlns:a16="http://schemas.microsoft.com/office/drawing/2014/main" id="{35634DC6-76ED-8A96-DCB3-8AA4DC01DACB}"/>
                </a:ext>
              </a:extLst>
            </p:cNvPr>
            <p:cNvSpPr/>
            <p:nvPr/>
          </p:nvSpPr>
          <p:spPr>
            <a:xfrm>
              <a:off x="3130691" y="413235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5" name="文本框 284">
                  <a:extLst>
                    <a:ext uri="{FF2B5EF4-FFF2-40B4-BE49-F238E27FC236}">
                      <a16:creationId xmlns:a16="http://schemas.microsoft.com/office/drawing/2014/main" id="{54AD8C5B-693B-D871-E944-136AC148C219}"/>
                    </a:ext>
                  </a:extLst>
                </p:cNvPr>
                <p:cNvSpPr txBox="1"/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zh-CN" altLang="en-US" sz="10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285" name="文本框 284">
                  <a:extLst>
                    <a:ext uri="{FF2B5EF4-FFF2-40B4-BE49-F238E27FC236}">
                      <a16:creationId xmlns:a16="http://schemas.microsoft.com/office/drawing/2014/main" id="{302E9F00-9795-291F-87C4-3933182ED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blipFill>
                  <a:blip r:embed="rId41"/>
                  <a:stretch>
                    <a:fillRect l="-10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6" name="直线箭头连接符 285">
            <a:extLst>
              <a:ext uri="{FF2B5EF4-FFF2-40B4-BE49-F238E27FC236}">
                <a16:creationId xmlns:a16="http://schemas.microsoft.com/office/drawing/2014/main" id="{1FC35F77-2734-041E-4516-A42CC48204C6}"/>
              </a:ext>
            </a:extLst>
          </p:cNvPr>
          <p:cNvCxnSpPr>
            <a:cxnSpLocks/>
            <a:stCxn id="272" idx="6"/>
            <a:endCxn id="284" idx="2"/>
          </p:cNvCxnSpPr>
          <p:nvPr/>
        </p:nvCxnSpPr>
        <p:spPr>
          <a:xfrm>
            <a:off x="2509382" y="5351351"/>
            <a:ext cx="534533" cy="0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7" name="组合 286">
            <a:extLst>
              <a:ext uri="{FF2B5EF4-FFF2-40B4-BE49-F238E27FC236}">
                <a16:creationId xmlns:a16="http://schemas.microsoft.com/office/drawing/2014/main" id="{78DDAAF2-52D9-C952-0229-81C555BC795D}"/>
              </a:ext>
            </a:extLst>
          </p:cNvPr>
          <p:cNvGrpSpPr/>
          <p:nvPr/>
        </p:nvGrpSpPr>
        <p:grpSpPr>
          <a:xfrm>
            <a:off x="3043915" y="6013340"/>
            <a:ext cx="503999" cy="503999"/>
            <a:chOff x="3130691" y="4132355"/>
            <a:chExt cx="503999" cy="503999"/>
          </a:xfrm>
        </p:grpSpPr>
        <p:sp>
          <p:nvSpPr>
            <p:cNvPr id="288" name="椭圆 287">
              <a:extLst>
                <a:ext uri="{FF2B5EF4-FFF2-40B4-BE49-F238E27FC236}">
                  <a16:creationId xmlns:a16="http://schemas.microsoft.com/office/drawing/2014/main" id="{BBF5277D-E920-6109-05E2-F154210D7FF7}"/>
                </a:ext>
              </a:extLst>
            </p:cNvPr>
            <p:cNvSpPr/>
            <p:nvPr/>
          </p:nvSpPr>
          <p:spPr>
            <a:xfrm>
              <a:off x="3130691" y="4132355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9" name="文本框 288">
                  <a:extLst>
                    <a:ext uri="{FF2B5EF4-FFF2-40B4-BE49-F238E27FC236}">
                      <a16:creationId xmlns:a16="http://schemas.microsoft.com/office/drawing/2014/main" id="{B049BD9D-DEF8-C7AB-8626-5A663C300B06}"/>
                    </a:ext>
                  </a:extLst>
                </p:cNvPr>
                <p:cNvSpPr txBox="1"/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zh-CN" altLang="en-US" sz="10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289" name="文本框 288">
                  <a:extLst>
                    <a:ext uri="{FF2B5EF4-FFF2-40B4-BE49-F238E27FC236}">
                      <a16:creationId xmlns:a16="http://schemas.microsoft.com/office/drawing/2014/main" id="{876D0B94-EDF4-15CE-F639-59FB39646C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306" y="4291423"/>
                  <a:ext cx="113749" cy="153888"/>
                </a:xfrm>
                <a:prstGeom prst="rect">
                  <a:avLst/>
                </a:prstGeom>
                <a:blipFill>
                  <a:blip r:embed="rId24"/>
                  <a:stretch>
                    <a:fillRect l="-10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90" name="直线箭头连接符 289">
            <a:extLst>
              <a:ext uri="{FF2B5EF4-FFF2-40B4-BE49-F238E27FC236}">
                <a16:creationId xmlns:a16="http://schemas.microsoft.com/office/drawing/2014/main" id="{0AA36D41-C92E-C484-B46E-1EA78C5FB7BD}"/>
              </a:ext>
            </a:extLst>
          </p:cNvPr>
          <p:cNvCxnSpPr>
            <a:cxnSpLocks/>
            <a:stCxn id="275" idx="6"/>
            <a:endCxn id="288" idx="2"/>
          </p:cNvCxnSpPr>
          <p:nvPr/>
        </p:nvCxnSpPr>
        <p:spPr>
          <a:xfrm>
            <a:off x="2509382" y="6265340"/>
            <a:ext cx="534533" cy="0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线箭头连接符 291">
            <a:extLst>
              <a:ext uri="{FF2B5EF4-FFF2-40B4-BE49-F238E27FC236}">
                <a16:creationId xmlns:a16="http://schemas.microsoft.com/office/drawing/2014/main" id="{9460579F-1C28-FE30-9576-AA4E1C15C7AA}"/>
              </a:ext>
            </a:extLst>
          </p:cNvPr>
          <p:cNvCxnSpPr>
            <a:cxnSpLocks/>
            <a:stCxn id="199" idx="6"/>
            <a:endCxn id="82" idx="2"/>
          </p:cNvCxnSpPr>
          <p:nvPr/>
        </p:nvCxnSpPr>
        <p:spPr>
          <a:xfrm flipV="1">
            <a:off x="3547914" y="959440"/>
            <a:ext cx="2496933" cy="2561829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线箭头连接符 294">
            <a:extLst>
              <a:ext uri="{FF2B5EF4-FFF2-40B4-BE49-F238E27FC236}">
                <a16:creationId xmlns:a16="http://schemas.microsoft.com/office/drawing/2014/main" id="{55394F4E-960C-B1E8-7841-2523C0930708}"/>
              </a:ext>
            </a:extLst>
          </p:cNvPr>
          <p:cNvCxnSpPr>
            <a:cxnSpLocks/>
            <a:stCxn id="284" idx="6"/>
            <a:endCxn id="82" idx="2"/>
          </p:cNvCxnSpPr>
          <p:nvPr/>
        </p:nvCxnSpPr>
        <p:spPr>
          <a:xfrm flipV="1">
            <a:off x="3547914" y="959440"/>
            <a:ext cx="2496933" cy="4391911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0" name="组合 309">
            <a:extLst>
              <a:ext uri="{FF2B5EF4-FFF2-40B4-BE49-F238E27FC236}">
                <a16:creationId xmlns:a16="http://schemas.microsoft.com/office/drawing/2014/main" id="{C3266CE4-59B5-3F4E-EA45-2A406BEF4053}"/>
              </a:ext>
            </a:extLst>
          </p:cNvPr>
          <p:cNvGrpSpPr/>
          <p:nvPr/>
        </p:nvGrpSpPr>
        <p:grpSpPr>
          <a:xfrm>
            <a:off x="3877698" y="1895621"/>
            <a:ext cx="540000" cy="1326375"/>
            <a:chOff x="4325511" y="5428463"/>
            <a:chExt cx="540000" cy="13263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1" name="文本框 310">
                  <a:extLst>
                    <a:ext uri="{FF2B5EF4-FFF2-40B4-BE49-F238E27FC236}">
                      <a16:creationId xmlns:a16="http://schemas.microsoft.com/office/drawing/2014/main" id="{F2A94558-71D5-048C-BAB2-03B4AB2512C1}"/>
                    </a:ext>
                  </a:extLst>
                </p:cNvPr>
                <p:cNvSpPr txBox="1"/>
                <p:nvPr/>
              </p:nvSpPr>
              <p:spPr>
                <a:xfrm>
                  <a:off x="4325511" y="5428463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11" name="文本框 310">
                  <a:extLst>
                    <a:ext uri="{FF2B5EF4-FFF2-40B4-BE49-F238E27FC236}">
                      <a16:creationId xmlns:a16="http://schemas.microsoft.com/office/drawing/2014/main" id="{94F3DC61-CCB0-5FEA-94BD-70139982F1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5428463"/>
                  <a:ext cx="540000" cy="284556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2" name="文本框 311">
                  <a:extLst>
                    <a:ext uri="{FF2B5EF4-FFF2-40B4-BE49-F238E27FC236}">
                      <a16:creationId xmlns:a16="http://schemas.microsoft.com/office/drawing/2014/main" id="{FAB6BA68-70D1-9775-9141-35D8B3D954DF}"/>
                    </a:ext>
                  </a:extLst>
                </p:cNvPr>
                <p:cNvSpPr txBox="1"/>
                <p:nvPr/>
              </p:nvSpPr>
              <p:spPr>
                <a:xfrm>
                  <a:off x="4325511" y="5775736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12" name="文本框 311">
                  <a:extLst>
                    <a:ext uri="{FF2B5EF4-FFF2-40B4-BE49-F238E27FC236}">
                      <a16:creationId xmlns:a16="http://schemas.microsoft.com/office/drawing/2014/main" id="{EFEB566D-98AA-FD7B-C959-2A13BC0343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5775736"/>
                  <a:ext cx="540000" cy="284556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3" name="文本框 312">
                  <a:extLst>
                    <a:ext uri="{FF2B5EF4-FFF2-40B4-BE49-F238E27FC236}">
                      <a16:creationId xmlns:a16="http://schemas.microsoft.com/office/drawing/2014/main" id="{15FF78F8-A01C-E81C-29BE-5A9C824CF527}"/>
                    </a:ext>
                  </a:extLst>
                </p:cNvPr>
                <p:cNvSpPr txBox="1"/>
                <p:nvPr/>
              </p:nvSpPr>
              <p:spPr>
                <a:xfrm>
                  <a:off x="4325511" y="6470282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13" name="文本框 312">
                  <a:extLst>
                    <a:ext uri="{FF2B5EF4-FFF2-40B4-BE49-F238E27FC236}">
                      <a16:creationId xmlns:a16="http://schemas.microsoft.com/office/drawing/2014/main" id="{8153CA3A-E34D-3EFF-738B-184AA7E5FF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6470282"/>
                  <a:ext cx="540000" cy="284556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4" name="文本框 313">
                  <a:extLst>
                    <a:ext uri="{FF2B5EF4-FFF2-40B4-BE49-F238E27FC236}">
                      <a16:creationId xmlns:a16="http://schemas.microsoft.com/office/drawing/2014/main" id="{1A0146B2-985E-367B-4AE7-BF5405F6671D}"/>
                    </a:ext>
                  </a:extLst>
                </p:cNvPr>
                <p:cNvSpPr txBox="1"/>
                <p:nvPr/>
              </p:nvSpPr>
              <p:spPr>
                <a:xfrm>
                  <a:off x="4325511" y="6123009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14" name="文本框 313">
                  <a:extLst>
                    <a:ext uri="{FF2B5EF4-FFF2-40B4-BE49-F238E27FC236}">
                      <a16:creationId xmlns:a16="http://schemas.microsoft.com/office/drawing/2014/main" id="{49C5534C-73FC-AC20-7519-7C9733E3D0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5511" y="6123009"/>
                  <a:ext cx="540000" cy="284556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5" name="直线箭头连接符 314">
            <a:extLst>
              <a:ext uri="{FF2B5EF4-FFF2-40B4-BE49-F238E27FC236}">
                <a16:creationId xmlns:a16="http://schemas.microsoft.com/office/drawing/2014/main" id="{DB9E1A37-9CCA-4BEB-27AD-E5D56F9DBFB8}"/>
              </a:ext>
            </a:extLst>
          </p:cNvPr>
          <p:cNvCxnSpPr>
            <a:cxnSpLocks/>
            <a:stCxn id="199" idx="6"/>
            <a:endCxn id="87" idx="2"/>
          </p:cNvCxnSpPr>
          <p:nvPr/>
        </p:nvCxnSpPr>
        <p:spPr>
          <a:xfrm flipV="1">
            <a:off x="3547914" y="1832758"/>
            <a:ext cx="2508658" cy="1688511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线箭头连接符 317">
            <a:extLst>
              <a:ext uri="{FF2B5EF4-FFF2-40B4-BE49-F238E27FC236}">
                <a16:creationId xmlns:a16="http://schemas.microsoft.com/office/drawing/2014/main" id="{5E470CBB-4A6A-66E2-4808-19BB09798E78}"/>
              </a:ext>
            </a:extLst>
          </p:cNvPr>
          <p:cNvCxnSpPr>
            <a:cxnSpLocks/>
            <a:stCxn id="284" idx="6"/>
            <a:endCxn id="87" idx="2"/>
          </p:cNvCxnSpPr>
          <p:nvPr/>
        </p:nvCxnSpPr>
        <p:spPr>
          <a:xfrm flipV="1">
            <a:off x="3547914" y="1832758"/>
            <a:ext cx="2508658" cy="3518593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线箭头连接符 333">
            <a:extLst>
              <a:ext uri="{FF2B5EF4-FFF2-40B4-BE49-F238E27FC236}">
                <a16:creationId xmlns:a16="http://schemas.microsoft.com/office/drawing/2014/main" id="{55780E00-330E-52FE-35BD-E0684A26C8F1}"/>
              </a:ext>
            </a:extLst>
          </p:cNvPr>
          <p:cNvCxnSpPr>
            <a:cxnSpLocks/>
            <a:stCxn id="219" idx="3"/>
            <a:endCxn id="82" idx="2"/>
          </p:cNvCxnSpPr>
          <p:nvPr/>
        </p:nvCxnSpPr>
        <p:spPr>
          <a:xfrm>
            <a:off x="4417698" y="445955"/>
            <a:ext cx="1627149" cy="513485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线箭头连接符 336">
            <a:extLst>
              <a:ext uri="{FF2B5EF4-FFF2-40B4-BE49-F238E27FC236}">
                <a16:creationId xmlns:a16="http://schemas.microsoft.com/office/drawing/2014/main" id="{FD0C9086-ED04-FD7C-1F77-D26E8DED8888}"/>
              </a:ext>
            </a:extLst>
          </p:cNvPr>
          <p:cNvCxnSpPr>
            <a:cxnSpLocks/>
            <a:stCxn id="220" idx="3"/>
            <a:endCxn id="82" idx="2"/>
          </p:cNvCxnSpPr>
          <p:nvPr/>
        </p:nvCxnSpPr>
        <p:spPr>
          <a:xfrm>
            <a:off x="4417698" y="793228"/>
            <a:ext cx="1627149" cy="166212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直线箭头连接符 339">
            <a:extLst>
              <a:ext uri="{FF2B5EF4-FFF2-40B4-BE49-F238E27FC236}">
                <a16:creationId xmlns:a16="http://schemas.microsoft.com/office/drawing/2014/main" id="{7A2F9074-1CDD-6D5B-988D-5EF149A5A6F5}"/>
              </a:ext>
            </a:extLst>
          </p:cNvPr>
          <p:cNvCxnSpPr>
            <a:cxnSpLocks/>
            <a:stCxn id="222" idx="3"/>
            <a:endCxn id="82" idx="2"/>
          </p:cNvCxnSpPr>
          <p:nvPr/>
        </p:nvCxnSpPr>
        <p:spPr>
          <a:xfrm flipV="1">
            <a:off x="4417698" y="959440"/>
            <a:ext cx="1627149" cy="181061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直线箭头连接符 342">
            <a:extLst>
              <a:ext uri="{FF2B5EF4-FFF2-40B4-BE49-F238E27FC236}">
                <a16:creationId xmlns:a16="http://schemas.microsoft.com/office/drawing/2014/main" id="{5B55B732-56D1-E93A-B0B3-E7F304EA0180}"/>
              </a:ext>
            </a:extLst>
          </p:cNvPr>
          <p:cNvCxnSpPr>
            <a:cxnSpLocks/>
            <a:stCxn id="221" idx="3"/>
            <a:endCxn id="82" idx="2"/>
          </p:cNvCxnSpPr>
          <p:nvPr/>
        </p:nvCxnSpPr>
        <p:spPr>
          <a:xfrm flipV="1">
            <a:off x="4417698" y="959440"/>
            <a:ext cx="1627149" cy="528334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直线箭头连接符 345">
            <a:extLst>
              <a:ext uri="{FF2B5EF4-FFF2-40B4-BE49-F238E27FC236}">
                <a16:creationId xmlns:a16="http://schemas.microsoft.com/office/drawing/2014/main" id="{60D9892A-5E42-7D10-71EF-194D5A1978BB}"/>
              </a:ext>
            </a:extLst>
          </p:cNvPr>
          <p:cNvCxnSpPr>
            <a:cxnSpLocks/>
            <a:stCxn id="311" idx="3"/>
            <a:endCxn id="87" idx="2"/>
          </p:cNvCxnSpPr>
          <p:nvPr/>
        </p:nvCxnSpPr>
        <p:spPr>
          <a:xfrm flipV="1">
            <a:off x="4417698" y="1832758"/>
            <a:ext cx="1638874" cy="205141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直线箭头连接符 348">
            <a:extLst>
              <a:ext uri="{FF2B5EF4-FFF2-40B4-BE49-F238E27FC236}">
                <a16:creationId xmlns:a16="http://schemas.microsoft.com/office/drawing/2014/main" id="{E1BFADB6-C44A-6620-CA30-4EA9C5DEAED7}"/>
              </a:ext>
            </a:extLst>
          </p:cNvPr>
          <p:cNvCxnSpPr>
            <a:cxnSpLocks/>
            <a:stCxn id="312" idx="3"/>
            <a:endCxn id="87" idx="2"/>
          </p:cNvCxnSpPr>
          <p:nvPr/>
        </p:nvCxnSpPr>
        <p:spPr>
          <a:xfrm flipV="1">
            <a:off x="4417698" y="1832758"/>
            <a:ext cx="1638874" cy="552414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直线箭头连接符 351">
            <a:extLst>
              <a:ext uri="{FF2B5EF4-FFF2-40B4-BE49-F238E27FC236}">
                <a16:creationId xmlns:a16="http://schemas.microsoft.com/office/drawing/2014/main" id="{1E927A30-5F67-1C77-6ED9-81034D4CF942}"/>
              </a:ext>
            </a:extLst>
          </p:cNvPr>
          <p:cNvCxnSpPr>
            <a:cxnSpLocks/>
            <a:stCxn id="314" idx="3"/>
            <a:endCxn id="87" idx="2"/>
          </p:cNvCxnSpPr>
          <p:nvPr/>
        </p:nvCxnSpPr>
        <p:spPr>
          <a:xfrm flipV="1">
            <a:off x="4417698" y="1832758"/>
            <a:ext cx="1638874" cy="899687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线箭头连接符 354">
            <a:extLst>
              <a:ext uri="{FF2B5EF4-FFF2-40B4-BE49-F238E27FC236}">
                <a16:creationId xmlns:a16="http://schemas.microsoft.com/office/drawing/2014/main" id="{2AEC7104-19DD-7F24-52B7-66CB93CE6CE3}"/>
              </a:ext>
            </a:extLst>
          </p:cNvPr>
          <p:cNvCxnSpPr>
            <a:cxnSpLocks/>
            <a:stCxn id="313" idx="3"/>
            <a:endCxn id="87" idx="2"/>
          </p:cNvCxnSpPr>
          <p:nvPr/>
        </p:nvCxnSpPr>
        <p:spPr>
          <a:xfrm flipV="1">
            <a:off x="4417698" y="1832758"/>
            <a:ext cx="1638874" cy="1246960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8" name="组合 357">
            <a:extLst>
              <a:ext uri="{FF2B5EF4-FFF2-40B4-BE49-F238E27FC236}">
                <a16:creationId xmlns:a16="http://schemas.microsoft.com/office/drawing/2014/main" id="{9B22777E-23CA-A25C-BC51-982BF4577B22}"/>
              </a:ext>
            </a:extLst>
          </p:cNvPr>
          <p:cNvGrpSpPr/>
          <p:nvPr/>
        </p:nvGrpSpPr>
        <p:grpSpPr>
          <a:xfrm>
            <a:off x="7812118" y="1805979"/>
            <a:ext cx="540000" cy="979102"/>
            <a:chOff x="758245" y="632790"/>
            <a:chExt cx="540000" cy="9791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9" name="文本框 358">
                  <a:extLst>
                    <a:ext uri="{FF2B5EF4-FFF2-40B4-BE49-F238E27FC236}">
                      <a16:creationId xmlns:a16="http://schemas.microsoft.com/office/drawing/2014/main" id="{BF87AB7B-C8A1-7C97-E769-BCA43947D58A}"/>
                    </a:ext>
                  </a:extLst>
                </p:cNvPr>
                <p:cNvSpPr txBox="1"/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59" name="文本框 358">
                  <a:extLst>
                    <a:ext uri="{FF2B5EF4-FFF2-40B4-BE49-F238E27FC236}">
                      <a16:creationId xmlns:a16="http://schemas.microsoft.com/office/drawing/2014/main" id="{F68B349A-5E0D-6010-E9F1-A61435C63C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632790"/>
                  <a:ext cx="540000" cy="284556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文本框 359">
                  <a:extLst>
                    <a:ext uri="{FF2B5EF4-FFF2-40B4-BE49-F238E27FC236}">
                      <a16:creationId xmlns:a16="http://schemas.microsoft.com/office/drawing/2014/main" id="{E925B92A-0255-7D9B-BFA6-DCF81FC02E93}"/>
                    </a:ext>
                  </a:extLst>
                </p:cNvPr>
                <p:cNvSpPr txBox="1"/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60" name="文本框 359">
                  <a:extLst>
                    <a:ext uri="{FF2B5EF4-FFF2-40B4-BE49-F238E27FC236}">
                      <a16:creationId xmlns:a16="http://schemas.microsoft.com/office/drawing/2014/main" id="{B3EB87AE-5171-4A56-5AA1-3EA243409F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980063"/>
                  <a:ext cx="540000" cy="284556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1" name="文本框 360">
                  <a:extLst>
                    <a:ext uri="{FF2B5EF4-FFF2-40B4-BE49-F238E27FC236}">
                      <a16:creationId xmlns:a16="http://schemas.microsoft.com/office/drawing/2014/main" id="{F431A23D-596B-71FE-4A07-A6E7EB37C61B}"/>
                    </a:ext>
                  </a:extLst>
                </p:cNvPr>
                <p:cNvSpPr txBox="1"/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txBody>
                <a:bodyPr wrap="squar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361" name="文本框 360">
                  <a:extLst>
                    <a:ext uri="{FF2B5EF4-FFF2-40B4-BE49-F238E27FC236}">
                      <a16:creationId xmlns:a16="http://schemas.microsoft.com/office/drawing/2014/main" id="{881E1508-D728-DD7A-1569-8386CA0641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45" y="1327336"/>
                  <a:ext cx="540000" cy="284556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62" name="直线箭头连接符 361">
            <a:extLst>
              <a:ext uri="{FF2B5EF4-FFF2-40B4-BE49-F238E27FC236}">
                <a16:creationId xmlns:a16="http://schemas.microsoft.com/office/drawing/2014/main" id="{A184DE46-CDAF-A7E0-858B-41BF47DD6430}"/>
              </a:ext>
            </a:extLst>
          </p:cNvPr>
          <p:cNvCxnSpPr>
            <a:cxnSpLocks/>
            <a:stCxn id="359" idx="3"/>
            <a:endCxn id="104" idx="2"/>
          </p:cNvCxnSpPr>
          <p:nvPr/>
        </p:nvCxnSpPr>
        <p:spPr>
          <a:xfrm flipV="1">
            <a:off x="8352118" y="1450172"/>
            <a:ext cx="642637" cy="498085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直线箭头连接符 364">
            <a:extLst>
              <a:ext uri="{FF2B5EF4-FFF2-40B4-BE49-F238E27FC236}">
                <a16:creationId xmlns:a16="http://schemas.microsoft.com/office/drawing/2014/main" id="{697D4B40-191E-C4DD-6242-F08F32F17E61}"/>
              </a:ext>
            </a:extLst>
          </p:cNvPr>
          <p:cNvCxnSpPr>
            <a:cxnSpLocks/>
            <a:stCxn id="360" idx="3"/>
            <a:endCxn id="104" idx="2"/>
          </p:cNvCxnSpPr>
          <p:nvPr/>
        </p:nvCxnSpPr>
        <p:spPr>
          <a:xfrm flipV="1">
            <a:off x="8352118" y="1450172"/>
            <a:ext cx="642637" cy="845358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直线箭头连接符 367">
            <a:extLst>
              <a:ext uri="{FF2B5EF4-FFF2-40B4-BE49-F238E27FC236}">
                <a16:creationId xmlns:a16="http://schemas.microsoft.com/office/drawing/2014/main" id="{E4ADFE80-DAE0-33FA-0C27-59BD3C3B3269}"/>
              </a:ext>
            </a:extLst>
          </p:cNvPr>
          <p:cNvCxnSpPr>
            <a:cxnSpLocks/>
            <a:stCxn id="361" idx="3"/>
            <a:endCxn id="104" idx="2"/>
          </p:cNvCxnSpPr>
          <p:nvPr/>
        </p:nvCxnSpPr>
        <p:spPr>
          <a:xfrm flipV="1">
            <a:off x="8352118" y="1450172"/>
            <a:ext cx="642637" cy="1192631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0" name="组合 409">
            <a:extLst>
              <a:ext uri="{FF2B5EF4-FFF2-40B4-BE49-F238E27FC236}">
                <a16:creationId xmlns:a16="http://schemas.microsoft.com/office/drawing/2014/main" id="{41005C4F-E43B-EE65-C270-2BB11C3FD7A9}"/>
              </a:ext>
            </a:extLst>
          </p:cNvPr>
          <p:cNvGrpSpPr/>
          <p:nvPr/>
        </p:nvGrpSpPr>
        <p:grpSpPr>
          <a:xfrm>
            <a:off x="8250591" y="4710149"/>
            <a:ext cx="2112496" cy="1739397"/>
            <a:chOff x="8346222" y="4639548"/>
            <a:chExt cx="2112496" cy="1739397"/>
          </a:xfrm>
        </p:grpSpPr>
        <p:cxnSp>
          <p:nvCxnSpPr>
            <p:cNvPr id="371" name="直线箭头连接符 370">
              <a:extLst>
                <a:ext uri="{FF2B5EF4-FFF2-40B4-BE49-F238E27FC236}">
                  <a16:creationId xmlns:a16="http://schemas.microsoft.com/office/drawing/2014/main" id="{C5631EA2-B56B-9034-333E-1AF5AE0F8592}"/>
                </a:ext>
              </a:extLst>
            </p:cNvPr>
            <p:cNvCxnSpPr>
              <a:cxnSpLocks/>
            </p:cNvCxnSpPr>
            <p:nvPr/>
          </p:nvCxnSpPr>
          <p:spPr>
            <a:xfrm>
              <a:off x="8346222" y="5132752"/>
              <a:ext cx="513186" cy="0"/>
            </a:xfrm>
            <a:prstGeom prst="straightConnector1">
              <a:avLst/>
            </a:prstGeom>
            <a:ln w="3175">
              <a:solidFill>
                <a:schemeClr val="tx1"/>
              </a:solidFill>
              <a:headEnd type="triangle" w="sm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4" name="文本框 373">
              <a:extLst>
                <a:ext uri="{FF2B5EF4-FFF2-40B4-BE49-F238E27FC236}">
                  <a16:creationId xmlns:a16="http://schemas.microsoft.com/office/drawing/2014/main" id="{091CB39C-AAEC-4A7A-B26D-FC1907844B86}"/>
                </a:ext>
              </a:extLst>
            </p:cNvPr>
            <p:cNvSpPr txBox="1"/>
            <p:nvPr/>
          </p:nvSpPr>
          <p:spPr>
            <a:xfrm>
              <a:off x="8977222" y="5022133"/>
              <a:ext cx="14814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000" dirty="0"/>
                <a:t>未关注的</a:t>
              </a:r>
              <a:r>
                <a:rPr kumimoji="1" lang="en-US" altLang="zh-CN" sz="1000" dirty="0"/>
                <a:t>backward</a:t>
              </a:r>
              <a:r>
                <a:rPr kumimoji="1" lang="zh-CN" altLang="en-US" sz="1000" dirty="0"/>
                <a:t>路径</a:t>
              </a:r>
            </a:p>
          </p:txBody>
        </p:sp>
        <p:sp>
          <p:nvSpPr>
            <p:cNvPr id="376" name="文本框 375">
              <a:extLst>
                <a:ext uri="{FF2B5EF4-FFF2-40B4-BE49-F238E27FC236}">
                  <a16:creationId xmlns:a16="http://schemas.microsoft.com/office/drawing/2014/main" id="{0C5D1485-A4B0-40D8-59F9-CCBB535712FC}"/>
                </a:ext>
              </a:extLst>
            </p:cNvPr>
            <p:cNvSpPr txBox="1"/>
            <p:nvPr/>
          </p:nvSpPr>
          <p:spPr>
            <a:xfrm>
              <a:off x="8379378" y="5457185"/>
              <a:ext cx="540000" cy="28455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 lIns="0" tIns="0" rIns="0" bIns="0" rtlCol="0">
              <a:noAutofit/>
            </a:bodyPr>
            <a:lstStyle/>
            <a:p>
              <a:endParaRPr kumimoji="1" lang="zh-CN" altLang="en-US" sz="1400" dirty="0"/>
            </a:p>
          </p:txBody>
        </p:sp>
        <p:sp>
          <p:nvSpPr>
            <p:cNvPr id="377" name="文本框 376">
              <a:extLst>
                <a:ext uri="{FF2B5EF4-FFF2-40B4-BE49-F238E27FC236}">
                  <a16:creationId xmlns:a16="http://schemas.microsoft.com/office/drawing/2014/main" id="{671A8350-B239-1BCA-CFDB-36B403CD92AD}"/>
                </a:ext>
              </a:extLst>
            </p:cNvPr>
            <p:cNvSpPr txBox="1"/>
            <p:nvPr/>
          </p:nvSpPr>
          <p:spPr>
            <a:xfrm>
              <a:off x="8977222" y="5457183"/>
              <a:ext cx="7216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000" dirty="0"/>
                <a:t>模型参数</a:t>
              </a:r>
            </a:p>
          </p:txBody>
        </p:sp>
        <p:sp>
          <p:nvSpPr>
            <p:cNvPr id="378" name="椭圆 377">
              <a:extLst>
                <a:ext uri="{FF2B5EF4-FFF2-40B4-BE49-F238E27FC236}">
                  <a16:creationId xmlns:a16="http://schemas.microsoft.com/office/drawing/2014/main" id="{B70DF524-11E8-D33E-02B1-C36B03F744A0}"/>
                </a:ext>
              </a:extLst>
            </p:cNvPr>
            <p:cNvSpPr/>
            <p:nvPr/>
          </p:nvSpPr>
          <p:spPr>
            <a:xfrm>
              <a:off x="8382144" y="5874946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9" name="文本框 378">
              <a:extLst>
                <a:ext uri="{FF2B5EF4-FFF2-40B4-BE49-F238E27FC236}">
                  <a16:creationId xmlns:a16="http://schemas.microsoft.com/office/drawing/2014/main" id="{21F7B41B-18D8-2052-944D-108FEB2613D0}"/>
                </a:ext>
              </a:extLst>
            </p:cNvPr>
            <p:cNvSpPr txBox="1"/>
            <p:nvPr/>
          </p:nvSpPr>
          <p:spPr>
            <a:xfrm>
              <a:off x="8977222" y="5980837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000" dirty="0"/>
                <a:t>计算节点</a:t>
              </a:r>
            </a:p>
          </p:txBody>
        </p:sp>
        <p:cxnSp>
          <p:nvCxnSpPr>
            <p:cNvPr id="380" name="直线箭头连接符 379">
              <a:extLst>
                <a:ext uri="{FF2B5EF4-FFF2-40B4-BE49-F238E27FC236}">
                  <a16:creationId xmlns:a16="http://schemas.microsoft.com/office/drawing/2014/main" id="{63808904-39A7-5FC0-C5C2-5B3C7EFCFAAD}"/>
                </a:ext>
              </a:extLst>
            </p:cNvPr>
            <p:cNvCxnSpPr>
              <a:cxnSpLocks/>
            </p:cNvCxnSpPr>
            <p:nvPr/>
          </p:nvCxnSpPr>
          <p:spPr>
            <a:xfrm>
              <a:off x="8346222" y="4750167"/>
              <a:ext cx="513186" cy="0"/>
            </a:xfrm>
            <a:prstGeom prst="straightConnector1">
              <a:avLst/>
            </a:prstGeom>
            <a:ln w="19050">
              <a:solidFill>
                <a:srgbClr val="0432FF"/>
              </a:solidFill>
              <a:headEnd type="triangle" w="sm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1" name="文本框 380">
              <a:extLst>
                <a:ext uri="{FF2B5EF4-FFF2-40B4-BE49-F238E27FC236}">
                  <a16:creationId xmlns:a16="http://schemas.microsoft.com/office/drawing/2014/main" id="{8D901DA9-B52D-15B5-A950-81A9432C6606}"/>
                </a:ext>
              </a:extLst>
            </p:cNvPr>
            <p:cNvSpPr txBox="1"/>
            <p:nvPr/>
          </p:nvSpPr>
          <p:spPr>
            <a:xfrm>
              <a:off x="8977222" y="4639548"/>
              <a:ext cx="135325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000" dirty="0"/>
                <a:t>关注的</a:t>
              </a:r>
              <a:r>
                <a:rPr kumimoji="1" lang="en-US" altLang="zh-CN" sz="1000" dirty="0"/>
                <a:t>backward</a:t>
              </a:r>
              <a:r>
                <a:rPr kumimoji="1" lang="zh-CN" altLang="en-US" sz="1000" dirty="0"/>
                <a:t>路径</a:t>
              </a:r>
            </a:p>
          </p:txBody>
        </p:sp>
      </p:grpSp>
      <p:cxnSp>
        <p:nvCxnSpPr>
          <p:cNvPr id="393" name="直线箭头连接符 392">
            <a:extLst>
              <a:ext uri="{FF2B5EF4-FFF2-40B4-BE49-F238E27FC236}">
                <a16:creationId xmlns:a16="http://schemas.microsoft.com/office/drawing/2014/main" id="{71AC614B-8EFD-9515-41F8-62BE2191D789}"/>
              </a:ext>
            </a:extLst>
          </p:cNvPr>
          <p:cNvCxnSpPr>
            <a:cxnSpLocks/>
            <a:stCxn id="104" idx="6"/>
            <a:endCxn id="383" idx="2"/>
          </p:cNvCxnSpPr>
          <p:nvPr/>
        </p:nvCxnSpPr>
        <p:spPr>
          <a:xfrm>
            <a:off x="9498754" y="1450172"/>
            <a:ext cx="559720" cy="2712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9" name="组合 408">
            <a:extLst>
              <a:ext uri="{FF2B5EF4-FFF2-40B4-BE49-F238E27FC236}">
                <a16:creationId xmlns:a16="http://schemas.microsoft.com/office/drawing/2014/main" id="{D4EC0E67-E695-9F7E-7E87-1E950D522431}"/>
              </a:ext>
            </a:extLst>
          </p:cNvPr>
          <p:cNvGrpSpPr/>
          <p:nvPr/>
        </p:nvGrpSpPr>
        <p:grpSpPr>
          <a:xfrm>
            <a:off x="11273893" y="1741397"/>
            <a:ext cx="503999" cy="689863"/>
            <a:chOff x="11231704" y="1389586"/>
            <a:chExt cx="503999" cy="689863"/>
          </a:xfrm>
        </p:grpSpPr>
        <p:sp>
          <p:nvSpPr>
            <p:cNvPr id="397" name="椭圆 396">
              <a:extLst>
                <a:ext uri="{FF2B5EF4-FFF2-40B4-BE49-F238E27FC236}">
                  <a16:creationId xmlns:a16="http://schemas.microsoft.com/office/drawing/2014/main" id="{F3019BAF-EDF0-8265-79B8-9403431F8AB8}"/>
                </a:ext>
              </a:extLst>
            </p:cNvPr>
            <p:cNvSpPr/>
            <p:nvPr/>
          </p:nvSpPr>
          <p:spPr>
            <a:xfrm>
              <a:off x="11231704" y="1575450"/>
              <a:ext cx="503999" cy="5039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8" name="文本框 397">
                  <a:extLst>
                    <a:ext uri="{FF2B5EF4-FFF2-40B4-BE49-F238E27FC236}">
                      <a16:creationId xmlns:a16="http://schemas.microsoft.com/office/drawing/2014/main" id="{4801B4FE-1FDF-393E-B878-D024A7CC2417}"/>
                    </a:ext>
                  </a:extLst>
                </p:cNvPr>
                <p:cNvSpPr txBox="1"/>
                <p:nvPr/>
              </p:nvSpPr>
              <p:spPr>
                <a:xfrm>
                  <a:off x="11314603" y="1673218"/>
                  <a:ext cx="335413" cy="29117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kumimoji="1"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kumimoji="1" lang="en-US" altLang="zh-CN" sz="1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1" lang="en-US" altLang="zh-CN" sz="1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kumimoji="1" lang="en-US" altLang="zh-CN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398" name="文本框 397">
                  <a:extLst>
                    <a:ext uri="{FF2B5EF4-FFF2-40B4-BE49-F238E27FC236}">
                      <a16:creationId xmlns:a16="http://schemas.microsoft.com/office/drawing/2014/main" id="{F163732E-599A-00D8-19B9-70E6A6F874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4603" y="1673218"/>
                  <a:ext cx="335413" cy="291170"/>
                </a:xfrm>
                <a:prstGeom prst="rect">
                  <a:avLst/>
                </a:prstGeom>
                <a:blipFill>
                  <a:blip r:embed="rId49"/>
                  <a:stretch>
                    <a:fillRect l="-3571" t="-4167" r="-7143" b="-1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" name="文本框 398">
                  <a:extLst>
                    <a:ext uri="{FF2B5EF4-FFF2-40B4-BE49-F238E27FC236}">
                      <a16:creationId xmlns:a16="http://schemas.microsoft.com/office/drawing/2014/main" id="{A0A64A21-902B-D567-A1AF-51D9479441DB}"/>
                    </a:ext>
                  </a:extLst>
                </p:cNvPr>
                <p:cNvSpPr txBox="1"/>
                <p:nvPr/>
              </p:nvSpPr>
              <p:spPr>
                <a:xfrm>
                  <a:off x="11402351" y="1389586"/>
                  <a:ext cx="214739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zh-CN" sz="1000" b="0" i="1" smtClean="0">
                                <a:latin typeface="Cambria Math" panose="02040503050406030204" pitchFamily="18" charset="0"/>
                              </a:rPr>
                              <m:t>17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000" dirty="0"/>
                </a:p>
              </p:txBody>
            </p:sp>
          </mc:Choice>
          <mc:Fallback xmlns="">
            <p:sp>
              <p:nvSpPr>
                <p:cNvPr id="399" name="文本框 398">
                  <a:extLst>
                    <a:ext uri="{FF2B5EF4-FFF2-40B4-BE49-F238E27FC236}">
                      <a16:creationId xmlns:a16="http://schemas.microsoft.com/office/drawing/2014/main" id="{8B0B430B-679D-A00C-1BFD-DFA56B6733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02351" y="1389586"/>
                  <a:ext cx="214739" cy="153888"/>
                </a:xfrm>
                <a:prstGeom prst="rect">
                  <a:avLst/>
                </a:prstGeom>
                <a:blipFill>
                  <a:blip r:embed="rId50"/>
                  <a:stretch>
                    <a:fillRect l="-11111" r="-5556"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00" name="直线箭头连接符 399">
            <a:extLst>
              <a:ext uri="{FF2B5EF4-FFF2-40B4-BE49-F238E27FC236}">
                <a16:creationId xmlns:a16="http://schemas.microsoft.com/office/drawing/2014/main" id="{8DCC5505-1503-C0B2-5AE8-C2789BAA9901}"/>
              </a:ext>
            </a:extLst>
          </p:cNvPr>
          <p:cNvCxnSpPr>
            <a:cxnSpLocks/>
            <a:stCxn id="383" idx="6"/>
            <a:endCxn id="397" idx="2"/>
          </p:cNvCxnSpPr>
          <p:nvPr/>
        </p:nvCxnSpPr>
        <p:spPr>
          <a:xfrm>
            <a:off x="10854074" y="1452884"/>
            <a:ext cx="419819" cy="726377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直线箭头连接符 402">
            <a:extLst>
              <a:ext uri="{FF2B5EF4-FFF2-40B4-BE49-F238E27FC236}">
                <a16:creationId xmlns:a16="http://schemas.microsoft.com/office/drawing/2014/main" id="{9FB7EA23-6F1B-06EC-0711-A62949F50BDE}"/>
              </a:ext>
            </a:extLst>
          </p:cNvPr>
          <p:cNvCxnSpPr>
            <a:cxnSpLocks/>
            <a:stCxn id="387" idx="6"/>
            <a:endCxn id="397" idx="2"/>
          </p:cNvCxnSpPr>
          <p:nvPr/>
        </p:nvCxnSpPr>
        <p:spPr>
          <a:xfrm flipV="1">
            <a:off x="10855233" y="2179261"/>
            <a:ext cx="418660" cy="886324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直线箭头连接符 389">
            <a:extLst>
              <a:ext uri="{FF2B5EF4-FFF2-40B4-BE49-F238E27FC236}">
                <a16:creationId xmlns:a16="http://schemas.microsoft.com/office/drawing/2014/main" id="{E3B502FA-82C4-6C7B-6DAB-F13D2CAC5D54}"/>
              </a:ext>
            </a:extLst>
          </p:cNvPr>
          <p:cNvCxnSpPr>
            <a:cxnSpLocks/>
            <a:stCxn id="256" idx="6"/>
            <a:endCxn id="387" idx="2"/>
          </p:cNvCxnSpPr>
          <p:nvPr/>
        </p:nvCxnSpPr>
        <p:spPr>
          <a:xfrm flipV="1">
            <a:off x="9498754" y="3065585"/>
            <a:ext cx="559721" cy="99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椭圆 386">
            <a:extLst>
              <a:ext uri="{FF2B5EF4-FFF2-40B4-BE49-F238E27FC236}">
                <a16:creationId xmlns:a16="http://schemas.microsoft.com/office/drawing/2014/main" id="{DD99D9C9-056B-B54B-2641-A782283C3D28}"/>
              </a:ext>
            </a:extLst>
          </p:cNvPr>
          <p:cNvSpPr/>
          <p:nvPr/>
        </p:nvSpPr>
        <p:spPr>
          <a:xfrm>
            <a:off x="10058475" y="2813585"/>
            <a:ext cx="796758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C2B747A9-D492-4336-7B66-9310D17B65D7}"/>
                  </a:ext>
                </a:extLst>
              </p:cNvPr>
              <p:cNvSpPr txBox="1"/>
              <p:nvPr/>
            </p:nvSpPr>
            <p:spPr>
              <a:xfrm>
                <a:off x="10229122" y="2627721"/>
                <a:ext cx="21473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C2B747A9-D492-4336-7B66-9310D17B6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9122" y="2627721"/>
                <a:ext cx="214739" cy="153888"/>
              </a:xfrm>
              <a:prstGeom prst="rect">
                <a:avLst/>
              </a:prstGeom>
              <a:blipFill>
                <a:blip r:embed="rId51"/>
                <a:stretch>
                  <a:fillRect l="-11111" r="-5556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3" name="椭圆 382">
            <a:extLst>
              <a:ext uri="{FF2B5EF4-FFF2-40B4-BE49-F238E27FC236}">
                <a16:creationId xmlns:a16="http://schemas.microsoft.com/office/drawing/2014/main" id="{AA6D0617-83F4-E25D-84BA-87BC009F018F}"/>
              </a:ext>
            </a:extLst>
          </p:cNvPr>
          <p:cNvSpPr/>
          <p:nvPr/>
        </p:nvSpPr>
        <p:spPr>
          <a:xfrm>
            <a:off x="10058474" y="1200884"/>
            <a:ext cx="795600" cy="5039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5F394CE8-8460-C133-F0A4-29C4D7EF59A5}"/>
                  </a:ext>
                </a:extLst>
              </p:cNvPr>
              <p:cNvSpPr txBox="1"/>
              <p:nvPr/>
            </p:nvSpPr>
            <p:spPr>
              <a:xfrm>
                <a:off x="10229122" y="1015020"/>
                <a:ext cx="21473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5F394CE8-8460-C133-F0A4-29C4D7EF5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9122" y="1015020"/>
                <a:ext cx="214739" cy="153888"/>
              </a:xfrm>
              <a:prstGeom prst="rect">
                <a:avLst/>
              </a:prstGeom>
              <a:blipFill>
                <a:blip r:embed="rId52"/>
                <a:stretch>
                  <a:fillRect l="-11111" r="-5556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文本框 415">
                <a:extLst>
                  <a:ext uri="{FF2B5EF4-FFF2-40B4-BE49-F238E27FC236}">
                    <a16:creationId xmlns:a16="http://schemas.microsoft.com/office/drawing/2014/main" id="{81904F2C-8D5F-99FE-A49D-7F924A1D38FB}"/>
                  </a:ext>
                </a:extLst>
              </p:cNvPr>
              <p:cNvSpPr txBox="1"/>
              <p:nvPr/>
            </p:nvSpPr>
            <p:spPr>
              <a:xfrm>
                <a:off x="2201013" y="3084401"/>
                <a:ext cx="15446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6" name="文本框 415">
                <a:extLst>
                  <a:ext uri="{FF2B5EF4-FFF2-40B4-BE49-F238E27FC236}">
                    <a16:creationId xmlns:a16="http://schemas.microsoft.com/office/drawing/2014/main" id="{81904F2C-8D5F-99FE-A49D-7F924A1D3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013" y="3084401"/>
                <a:ext cx="154466" cy="153888"/>
              </a:xfrm>
              <a:prstGeom prst="rect">
                <a:avLst/>
              </a:prstGeom>
              <a:blipFill>
                <a:blip r:embed="rId53"/>
                <a:stretch>
                  <a:fillRect l="-15385" r="-7692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文本框 416">
                <a:extLst>
                  <a:ext uri="{FF2B5EF4-FFF2-40B4-BE49-F238E27FC236}">
                    <a16:creationId xmlns:a16="http://schemas.microsoft.com/office/drawing/2014/main" id="{07FF8F4F-CAF9-6E8E-1265-BBE141DD7CAD}"/>
                  </a:ext>
                </a:extLst>
              </p:cNvPr>
              <p:cNvSpPr txBox="1"/>
              <p:nvPr/>
            </p:nvSpPr>
            <p:spPr>
              <a:xfrm>
                <a:off x="3231033" y="3084401"/>
                <a:ext cx="16562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7" name="文本框 416">
                <a:extLst>
                  <a:ext uri="{FF2B5EF4-FFF2-40B4-BE49-F238E27FC236}">
                    <a16:creationId xmlns:a16="http://schemas.microsoft.com/office/drawing/2014/main" id="{07FF8F4F-CAF9-6E8E-1265-BBE141DD7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033" y="3084401"/>
                <a:ext cx="165622" cy="153888"/>
              </a:xfrm>
              <a:prstGeom prst="rect">
                <a:avLst/>
              </a:prstGeom>
              <a:blipFill>
                <a:blip r:embed="rId54"/>
                <a:stretch>
                  <a:fillRect l="-14286" r="-714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文本框 417">
                <a:extLst>
                  <a:ext uri="{FF2B5EF4-FFF2-40B4-BE49-F238E27FC236}">
                    <a16:creationId xmlns:a16="http://schemas.microsoft.com/office/drawing/2014/main" id="{394C30D1-31B3-FBB6-31D5-102735FA425C}"/>
                  </a:ext>
                </a:extLst>
              </p:cNvPr>
              <p:cNvSpPr txBox="1"/>
              <p:nvPr/>
            </p:nvSpPr>
            <p:spPr>
              <a:xfrm>
                <a:off x="2201013" y="4908204"/>
                <a:ext cx="15446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8" name="文本框 417">
                <a:extLst>
                  <a:ext uri="{FF2B5EF4-FFF2-40B4-BE49-F238E27FC236}">
                    <a16:creationId xmlns:a16="http://schemas.microsoft.com/office/drawing/2014/main" id="{394C30D1-31B3-FBB6-31D5-102735FA4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013" y="4908204"/>
                <a:ext cx="154466" cy="153888"/>
              </a:xfrm>
              <a:prstGeom prst="rect">
                <a:avLst/>
              </a:prstGeom>
              <a:blipFill>
                <a:blip r:embed="rId55"/>
                <a:stretch>
                  <a:fillRect l="-15385" r="-7692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文本框 418">
                <a:extLst>
                  <a:ext uri="{FF2B5EF4-FFF2-40B4-BE49-F238E27FC236}">
                    <a16:creationId xmlns:a16="http://schemas.microsoft.com/office/drawing/2014/main" id="{96A4D8EE-AC19-E9D3-35DB-46047306393D}"/>
                  </a:ext>
                </a:extLst>
              </p:cNvPr>
              <p:cNvSpPr txBox="1"/>
              <p:nvPr/>
            </p:nvSpPr>
            <p:spPr>
              <a:xfrm>
                <a:off x="3231033" y="4908204"/>
                <a:ext cx="16562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9" name="文本框 418">
                <a:extLst>
                  <a:ext uri="{FF2B5EF4-FFF2-40B4-BE49-F238E27FC236}">
                    <a16:creationId xmlns:a16="http://schemas.microsoft.com/office/drawing/2014/main" id="{96A4D8EE-AC19-E9D3-35DB-460473063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033" y="4908204"/>
                <a:ext cx="165622" cy="153888"/>
              </a:xfrm>
              <a:prstGeom prst="rect">
                <a:avLst/>
              </a:prstGeom>
              <a:blipFill>
                <a:blip r:embed="rId56"/>
                <a:stretch>
                  <a:fillRect l="-14286" r="-714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箭头连接符 1">
            <a:extLst>
              <a:ext uri="{FF2B5EF4-FFF2-40B4-BE49-F238E27FC236}">
                <a16:creationId xmlns:a16="http://schemas.microsoft.com/office/drawing/2014/main" id="{D7F7E30C-4B8C-C2EA-BA25-219CA5568D41}"/>
              </a:ext>
            </a:extLst>
          </p:cNvPr>
          <p:cNvCxnSpPr>
            <a:cxnSpLocks/>
            <a:stCxn id="359" idx="3"/>
            <a:endCxn id="256" idx="2"/>
          </p:cNvCxnSpPr>
          <p:nvPr/>
        </p:nvCxnSpPr>
        <p:spPr>
          <a:xfrm>
            <a:off x="8352118" y="1948257"/>
            <a:ext cx="642637" cy="1117427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AAEA9875-1A1B-012F-BDF6-916DFD69B729}"/>
              </a:ext>
            </a:extLst>
          </p:cNvPr>
          <p:cNvCxnSpPr>
            <a:cxnSpLocks/>
            <a:stCxn id="360" idx="3"/>
            <a:endCxn id="256" idx="2"/>
          </p:cNvCxnSpPr>
          <p:nvPr/>
        </p:nvCxnSpPr>
        <p:spPr>
          <a:xfrm>
            <a:off x="8352118" y="2295530"/>
            <a:ext cx="642637" cy="770154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E129D508-3A67-8C61-7C94-6A10111B2972}"/>
              </a:ext>
            </a:extLst>
          </p:cNvPr>
          <p:cNvCxnSpPr>
            <a:cxnSpLocks/>
            <a:stCxn id="361" idx="3"/>
            <a:endCxn id="256" idx="2"/>
          </p:cNvCxnSpPr>
          <p:nvPr/>
        </p:nvCxnSpPr>
        <p:spPr>
          <a:xfrm>
            <a:off x="8352118" y="2642803"/>
            <a:ext cx="642637" cy="422881"/>
          </a:xfrm>
          <a:prstGeom prst="straightConnector1">
            <a:avLst/>
          </a:prstGeom>
          <a:ln w="19050">
            <a:solidFill>
              <a:srgbClr val="0432FF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230711A-3FC3-D157-0A1A-B925424EB6C8}"/>
                  </a:ext>
                </a:extLst>
              </p:cNvPr>
              <p:cNvSpPr txBox="1"/>
              <p:nvPr/>
            </p:nvSpPr>
            <p:spPr>
              <a:xfrm>
                <a:off x="2349146" y="548809"/>
                <a:ext cx="16023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230711A-3FC3-D157-0A1A-B925424EB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146" y="548809"/>
                <a:ext cx="160236" cy="153888"/>
              </a:xfrm>
              <a:prstGeom prst="rect">
                <a:avLst/>
              </a:prstGeom>
              <a:blipFill>
                <a:blip r:embed="rId57"/>
                <a:stretch>
                  <a:fillRect l="-14286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8E96318-F020-DCDD-1492-2A92A63C59B3}"/>
              </a:ext>
            </a:extLst>
          </p:cNvPr>
          <p:cNvSpPr txBox="1"/>
          <p:nvPr/>
        </p:nvSpPr>
        <p:spPr>
          <a:xfrm>
            <a:off x="2223763" y="515151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CEC804C-958A-9565-39C7-BC3BFC30034A}"/>
                  </a:ext>
                </a:extLst>
              </p:cNvPr>
              <p:cNvSpPr txBox="1"/>
              <p:nvPr/>
            </p:nvSpPr>
            <p:spPr>
              <a:xfrm>
                <a:off x="2362024" y="2163333"/>
                <a:ext cx="16318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CEC804C-958A-9565-39C7-BC3BFC300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024" y="2163333"/>
                <a:ext cx="163185" cy="153888"/>
              </a:xfrm>
              <a:prstGeom prst="rect">
                <a:avLst/>
              </a:prstGeom>
              <a:blipFill>
                <a:blip r:embed="rId58"/>
                <a:stretch>
                  <a:fillRect l="-14286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8C39F60F-3068-B4AC-FA7C-74A9F3A12196}"/>
              </a:ext>
            </a:extLst>
          </p:cNvPr>
          <p:cNvSpPr txBox="1"/>
          <p:nvPr/>
        </p:nvSpPr>
        <p:spPr>
          <a:xfrm>
            <a:off x="2236641" y="2129675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9F214799-4DB0-7D7F-9CB8-34425D7C0E40}"/>
                  </a:ext>
                </a:extLst>
              </p:cNvPr>
              <p:cNvSpPr txBox="1"/>
              <p:nvPr/>
            </p:nvSpPr>
            <p:spPr>
              <a:xfrm>
                <a:off x="3405751" y="536837"/>
                <a:ext cx="16318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9F214799-4DB0-7D7F-9CB8-34425D7C0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751" y="536837"/>
                <a:ext cx="163185" cy="153888"/>
              </a:xfrm>
              <a:prstGeom prst="rect">
                <a:avLst/>
              </a:prstGeom>
              <a:blipFill>
                <a:blip r:embed="rId59"/>
                <a:stretch>
                  <a:fillRect l="-23077" r="-7692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245A0CBD-D53A-1EEC-7296-48F12E3329A1}"/>
              </a:ext>
            </a:extLst>
          </p:cNvPr>
          <p:cNvSpPr txBox="1"/>
          <p:nvPr/>
        </p:nvSpPr>
        <p:spPr>
          <a:xfrm>
            <a:off x="3274231" y="509316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04DFDC7-F5E7-EC95-5513-743F07E667DE}"/>
                  </a:ext>
                </a:extLst>
              </p:cNvPr>
              <p:cNvSpPr txBox="1"/>
              <p:nvPr/>
            </p:nvSpPr>
            <p:spPr>
              <a:xfrm>
                <a:off x="3410042" y="2150681"/>
                <a:ext cx="15997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04DFDC7-F5E7-EC95-5513-743F07E66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042" y="2150681"/>
                <a:ext cx="159979" cy="153888"/>
              </a:xfrm>
              <a:prstGeom prst="rect">
                <a:avLst/>
              </a:prstGeom>
              <a:blipFill>
                <a:blip r:embed="rId60"/>
                <a:stretch>
                  <a:fillRect l="-21429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A2A24383-759D-1105-1889-085EB4B25B72}"/>
              </a:ext>
            </a:extLst>
          </p:cNvPr>
          <p:cNvSpPr txBox="1"/>
          <p:nvPr/>
        </p:nvSpPr>
        <p:spPr>
          <a:xfrm>
            <a:off x="3272385" y="2129297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780440E-6396-C60C-04A9-DA197F4A4C1D}"/>
                  </a:ext>
                </a:extLst>
              </p:cNvPr>
              <p:cNvSpPr txBox="1"/>
              <p:nvPr/>
            </p:nvSpPr>
            <p:spPr>
              <a:xfrm>
                <a:off x="2198865" y="4022409"/>
                <a:ext cx="15446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780440E-6396-C60C-04A9-DA197F4A4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865" y="4022409"/>
                <a:ext cx="154466" cy="153888"/>
              </a:xfrm>
              <a:prstGeom prst="rect">
                <a:avLst/>
              </a:prstGeom>
              <a:blipFill>
                <a:blip r:embed="rId61"/>
                <a:stretch>
                  <a:fillRect l="-15385" r="-7692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5FFA3B1-5066-EF32-649D-0059CFA60DBA}"/>
                  </a:ext>
                </a:extLst>
              </p:cNvPr>
              <p:cNvSpPr txBox="1"/>
              <p:nvPr/>
            </p:nvSpPr>
            <p:spPr>
              <a:xfrm>
                <a:off x="3228885" y="4022409"/>
                <a:ext cx="16562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5FFA3B1-5066-EF32-649D-0059CFA60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885" y="4022409"/>
                <a:ext cx="165622" cy="153888"/>
              </a:xfrm>
              <a:prstGeom prst="rect">
                <a:avLst/>
              </a:prstGeom>
              <a:blipFill>
                <a:blip r:embed="rId62"/>
                <a:stretch>
                  <a:fillRect l="-14286" r="-714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E13AC69-2BF9-24D3-CF16-5678E0980F58}"/>
                  </a:ext>
                </a:extLst>
              </p:cNvPr>
              <p:cNvSpPr txBox="1"/>
              <p:nvPr/>
            </p:nvSpPr>
            <p:spPr>
              <a:xfrm>
                <a:off x="2198865" y="5846215"/>
                <a:ext cx="15446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E13AC69-2BF9-24D3-CF16-5678E0980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865" y="5846215"/>
                <a:ext cx="154466" cy="153888"/>
              </a:xfrm>
              <a:prstGeom prst="rect">
                <a:avLst/>
              </a:prstGeom>
              <a:blipFill>
                <a:blip r:embed="rId63"/>
                <a:stretch>
                  <a:fillRect l="-15385" r="-7692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8828156B-4B81-38EF-57E5-78756904A4A1}"/>
                  </a:ext>
                </a:extLst>
              </p:cNvPr>
              <p:cNvSpPr txBox="1"/>
              <p:nvPr/>
            </p:nvSpPr>
            <p:spPr>
              <a:xfrm>
                <a:off x="3228885" y="5846215"/>
                <a:ext cx="16562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8828156B-4B81-38EF-57E5-78756904A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885" y="5846215"/>
                <a:ext cx="165622" cy="153888"/>
              </a:xfrm>
              <a:prstGeom prst="rect">
                <a:avLst/>
              </a:prstGeom>
              <a:blipFill>
                <a:blip r:embed="rId64"/>
                <a:stretch>
                  <a:fillRect l="-14286" r="-714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7B5A0C9-07EB-DA94-E95E-797BD57D07BE}"/>
                  </a:ext>
                </a:extLst>
              </p:cNvPr>
              <p:cNvSpPr txBox="1"/>
              <p:nvPr/>
            </p:nvSpPr>
            <p:spPr>
              <a:xfrm>
                <a:off x="6374031" y="514414"/>
                <a:ext cx="16318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7B5A0C9-07EB-DA94-E95E-797BD57D0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031" y="514414"/>
                <a:ext cx="163185" cy="153888"/>
              </a:xfrm>
              <a:prstGeom prst="rect">
                <a:avLst/>
              </a:prstGeom>
              <a:blipFill>
                <a:blip r:embed="rId65"/>
                <a:stretch>
                  <a:fillRect l="-23077" r="-7692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07B73761-99B1-A0A1-81E5-4DC28C127C5D}"/>
              </a:ext>
            </a:extLst>
          </p:cNvPr>
          <p:cNvSpPr txBox="1"/>
          <p:nvPr/>
        </p:nvSpPr>
        <p:spPr>
          <a:xfrm>
            <a:off x="6242940" y="488933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761F125-8ADD-CBD4-F6FC-FAA0B410D111}"/>
                  </a:ext>
                </a:extLst>
              </p:cNvPr>
              <p:cNvSpPr txBox="1"/>
              <p:nvPr/>
            </p:nvSpPr>
            <p:spPr>
              <a:xfrm>
                <a:off x="6153099" y="1404270"/>
                <a:ext cx="1445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761F125-8ADD-CBD4-F6FC-FAA0B410D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099" y="1404270"/>
                <a:ext cx="144527" cy="153888"/>
              </a:xfrm>
              <a:prstGeom prst="rect">
                <a:avLst/>
              </a:prstGeom>
              <a:blipFill>
                <a:blip r:embed="rId66"/>
                <a:stretch>
                  <a:fillRect l="-16667" r="-833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本框 30">
            <a:extLst>
              <a:ext uri="{FF2B5EF4-FFF2-40B4-BE49-F238E27FC236}">
                <a16:creationId xmlns:a16="http://schemas.microsoft.com/office/drawing/2014/main" id="{80CE6B63-9F02-BF1B-5BFF-D7B61F77E459}"/>
              </a:ext>
            </a:extLst>
          </p:cNvPr>
          <p:cNvSpPr txBox="1"/>
          <p:nvPr/>
        </p:nvSpPr>
        <p:spPr>
          <a:xfrm>
            <a:off x="6182768" y="1374401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BC63962-C335-81BF-15F2-8C2655F2F4E0}"/>
                  </a:ext>
                </a:extLst>
              </p:cNvPr>
              <p:cNvSpPr txBox="1"/>
              <p:nvPr/>
            </p:nvSpPr>
            <p:spPr>
              <a:xfrm>
                <a:off x="6125459" y="3117495"/>
                <a:ext cx="14157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BC63962-C335-81BF-15F2-8C2655F2F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459" y="3117495"/>
                <a:ext cx="141577" cy="153888"/>
              </a:xfrm>
              <a:prstGeom prst="rect">
                <a:avLst/>
              </a:prstGeom>
              <a:blipFill>
                <a:blip r:embed="rId67"/>
                <a:stretch>
                  <a:fillRect l="-16667" r="-833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本框 47">
            <a:extLst>
              <a:ext uri="{FF2B5EF4-FFF2-40B4-BE49-F238E27FC236}">
                <a16:creationId xmlns:a16="http://schemas.microsoft.com/office/drawing/2014/main" id="{77E63657-BA2C-065A-0ECB-FFF68FF2A33F}"/>
              </a:ext>
            </a:extLst>
          </p:cNvPr>
          <p:cNvSpPr txBox="1"/>
          <p:nvPr/>
        </p:nvSpPr>
        <p:spPr>
          <a:xfrm>
            <a:off x="6169469" y="3094874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86D41C99-1E7D-88BA-5778-E23E14638332}"/>
                  </a:ext>
                </a:extLst>
              </p:cNvPr>
              <p:cNvSpPr txBox="1"/>
              <p:nvPr/>
            </p:nvSpPr>
            <p:spPr>
              <a:xfrm>
                <a:off x="6324935" y="3986440"/>
                <a:ext cx="21473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86D41C99-1E7D-88BA-5778-E23E14638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935" y="3986440"/>
                <a:ext cx="214739" cy="153888"/>
              </a:xfrm>
              <a:prstGeom prst="rect">
                <a:avLst/>
              </a:prstGeom>
              <a:blipFill>
                <a:blip r:embed="rId68"/>
                <a:stretch>
                  <a:fillRect l="-16667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DE4C526-C30E-2542-037D-6969FB7F0584}"/>
                  </a:ext>
                </a:extLst>
              </p:cNvPr>
              <p:cNvSpPr txBox="1"/>
              <p:nvPr/>
            </p:nvSpPr>
            <p:spPr>
              <a:xfrm>
                <a:off x="6148982" y="3987916"/>
                <a:ext cx="14452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DE4C526-C30E-2542-037D-6969FB7F0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982" y="3987916"/>
                <a:ext cx="144527" cy="153888"/>
              </a:xfrm>
              <a:prstGeom prst="rect">
                <a:avLst/>
              </a:prstGeom>
              <a:blipFill>
                <a:blip r:embed="rId69"/>
                <a:stretch>
                  <a:fillRect l="-16667" r="-833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文本框 50">
            <a:extLst>
              <a:ext uri="{FF2B5EF4-FFF2-40B4-BE49-F238E27FC236}">
                <a16:creationId xmlns:a16="http://schemas.microsoft.com/office/drawing/2014/main" id="{0B2D90ED-5F0A-ED55-A6D8-189B22485CE9}"/>
              </a:ext>
            </a:extLst>
          </p:cNvPr>
          <p:cNvSpPr txBox="1"/>
          <p:nvPr/>
        </p:nvSpPr>
        <p:spPr>
          <a:xfrm>
            <a:off x="6192992" y="3965295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12CCF34-FA39-C3DA-3C45-7C304CFE6C6D}"/>
              </a:ext>
            </a:extLst>
          </p:cNvPr>
          <p:cNvSpPr txBox="1"/>
          <p:nvPr/>
        </p:nvSpPr>
        <p:spPr>
          <a:xfrm>
            <a:off x="7125632" y="499517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173F8BA4-C622-CA59-744C-9CF2D9AC7032}"/>
                  </a:ext>
                </a:extLst>
              </p:cNvPr>
              <p:cNvSpPr txBox="1"/>
              <p:nvPr/>
            </p:nvSpPr>
            <p:spPr>
              <a:xfrm>
                <a:off x="7076073" y="529189"/>
                <a:ext cx="16632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173F8BA4-C622-CA59-744C-9CF2D9AC7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073" y="529189"/>
                <a:ext cx="166328" cy="153888"/>
              </a:xfrm>
              <a:prstGeom prst="rect">
                <a:avLst/>
              </a:prstGeom>
              <a:blipFill>
                <a:blip r:embed="rId70"/>
                <a:stretch>
                  <a:fillRect l="-21429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1350B8CF-BD6C-6826-D2EC-FCF3C380795C}"/>
                  </a:ext>
                </a:extLst>
              </p:cNvPr>
              <p:cNvSpPr txBox="1"/>
              <p:nvPr/>
            </p:nvSpPr>
            <p:spPr>
              <a:xfrm>
                <a:off x="7253780" y="3099873"/>
                <a:ext cx="21473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1350B8CF-BD6C-6826-D2EC-FCF3C3807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780" y="3099873"/>
                <a:ext cx="214739" cy="153888"/>
              </a:xfrm>
              <a:prstGeom prst="rect">
                <a:avLst/>
              </a:prstGeom>
              <a:blipFill>
                <a:blip r:embed="rId71"/>
                <a:stretch>
                  <a:fillRect l="-17647" r="-5882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本框 58">
            <a:extLst>
              <a:ext uri="{FF2B5EF4-FFF2-40B4-BE49-F238E27FC236}">
                <a16:creationId xmlns:a16="http://schemas.microsoft.com/office/drawing/2014/main" id="{DE5B4449-3E45-CBEE-45E1-46B0A2095EF3}"/>
              </a:ext>
            </a:extLst>
          </p:cNvPr>
          <p:cNvSpPr txBox="1"/>
          <p:nvPr/>
        </p:nvSpPr>
        <p:spPr>
          <a:xfrm>
            <a:off x="7124607" y="3079153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B0B69E4-EA02-7FD4-8090-3E4EBAFCD53C}"/>
                  </a:ext>
                </a:extLst>
              </p:cNvPr>
              <p:cNvSpPr txBox="1"/>
              <p:nvPr/>
            </p:nvSpPr>
            <p:spPr>
              <a:xfrm>
                <a:off x="7075048" y="3108825"/>
                <a:ext cx="16632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B0B69E4-EA02-7FD4-8090-3E4EBAFCD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048" y="3108825"/>
                <a:ext cx="166328" cy="153888"/>
              </a:xfrm>
              <a:prstGeom prst="rect">
                <a:avLst/>
              </a:prstGeom>
              <a:blipFill>
                <a:blip r:embed="rId72"/>
                <a:stretch>
                  <a:fillRect l="-21429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AA69F7B0-8EB4-2F18-69BD-93D7AD943BA3}"/>
                  </a:ext>
                </a:extLst>
              </p:cNvPr>
              <p:cNvSpPr txBox="1"/>
              <p:nvPr/>
            </p:nvSpPr>
            <p:spPr>
              <a:xfrm>
                <a:off x="7087322" y="1399607"/>
                <a:ext cx="16927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AA69F7B0-8EB4-2F18-69BD-93D7AD943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322" y="1399607"/>
                <a:ext cx="169277" cy="153888"/>
              </a:xfrm>
              <a:prstGeom prst="rect">
                <a:avLst/>
              </a:prstGeom>
              <a:blipFill>
                <a:blip r:embed="rId73"/>
                <a:stretch>
                  <a:fillRect l="-21429" r="-714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文本框 61">
            <a:extLst>
              <a:ext uri="{FF2B5EF4-FFF2-40B4-BE49-F238E27FC236}">
                <a16:creationId xmlns:a16="http://schemas.microsoft.com/office/drawing/2014/main" id="{D627BFAF-E62A-CC13-367A-C02B70F568E0}"/>
              </a:ext>
            </a:extLst>
          </p:cNvPr>
          <p:cNvSpPr txBox="1"/>
          <p:nvPr/>
        </p:nvSpPr>
        <p:spPr>
          <a:xfrm>
            <a:off x="7137907" y="1377765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8034B036-D526-79F5-FBD1-6BC0C2090D5D}"/>
                  </a:ext>
                </a:extLst>
              </p:cNvPr>
              <p:cNvSpPr txBox="1"/>
              <p:nvPr/>
            </p:nvSpPr>
            <p:spPr>
              <a:xfrm>
                <a:off x="7241509" y="3980674"/>
                <a:ext cx="21473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8034B036-D526-79F5-FBD1-6BC0C2090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509" y="3980674"/>
                <a:ext cx="214739" cy="153888"/>
              </a:xfrm>
              <a:prstGeom prst="rect">
                <a:avLst/>
              </a:prstGeom>
              <a:blipFill>
                <a:blip r:embed="rId74"/>
                <a:stretch>
                  <a:fillRect l="-16667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0A5C0AF-02D9-7BB8-F4C1-4B0B99B14B3A}"/>
                  </a:ext>
                </a:extLst>
              </p:cNvPr>
              <p:cNvSpPr txBox="1"/>
              <p:nvPr/>
            </p:nvSpPr>
            <p:spPr>
              <a:xfrm>
                <a:off x="7067889" y="3985387"/>
                <a:ext cx="16927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0A5C0AF-02D9-7BB8-F4C1-4B0B99B14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7889" y="3985387"/>
                <a:ext cx="169277" cy="153888"/>
              </a:xfrm>
              <a:prstGeom prst="rect">
                <a:avLst/>
              </a:prstGeom>
              <a:blipFill>
                <a:blip r:embed="rId75"/>
                <a:stretch>
                  <a:fillRect l="-14286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本框 64">
            <a:extLst>
              <a:ext uri="{FF2B5EF4-FFF2-40B4-BE49-F238E27FC236}">
                <a16:creationId xmlns:a16="http://schemas.microsoft.com/office/drawing/2014/main" id="{DE38E0D0-F55E-2EB1-60D2-EBDDC744A618}"/>
              </a:ext>
            </a:extLst>
          </p:cNvPr>
          <p:cNvSpPr txBox="1"/>
          <p:nvPr/>
        </p:nvSpPr>
        <p:spPr>
          <a:xfrm>
            <a:off x="7118474" y="3963545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45A7CDB4-1370-684B-4441-0764ECD67604}"/>
                  </a:ext>
                </a:extLst>
              </p:cNvPr>
              <p:cNvSpPr txBox="1"/>
              <p:nvPr/>
            </p:nvSpPr>
            <p:spPr>
              <a:xfrm>
                <a:off x="9036778" y="1022501"/>
                <a:ext cx="17068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1" lang="zh-CN" alt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45A7CDB4-1370-684B-4441-0764ECD67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6778" y="1022501"/>
                <a:ext cx="170688" cy="153888"/>
              </a:xfrm>
              <a:prstGeom prst="rect">
                <a:avLst/>
              </a:prstGeom>
              <a:blipFill>
                <a:blip r:embed="rId76"/>
                <a:stretch>
                  <a:fillRect l="-14286" t="-23077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文本框 67">
            <a:extLst>
              <a:ext uri="{FF2B5EF4-FFF2-40B4-BE49-F238E27FC236}">
                <a16:creationId xmlns:a16="http://schemas.microsoft.com/office/drawing/2014/main" id="{AC03D6F9-97BF-2094-EF79-85C0503BA46D}"/>
              </a:ext>
            </a:extLst>
          </p:cNvPr>
          <p:cNvSpPr txBox="1"/>
          <p:nvPr/>
        </p:nvSpPr>
        <p:spPr>
          <a:xfrm>
            <a:off x="9102442" y="953748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</a:rPr>
              <a:t>/</a:t>
            </a:r>
            <a:endParaRPr kumimoji="1" lang="zh-CN" altLang="en-US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9BD1B1F3-BFA0-DAC8-DCAE-A3702BECF058}"/>
                  </a:ext>
                </a:extLst>
              </p:cNvPr>
              <p:cNvSpPr txBox="1"/>
              <p:nvPr/>
            </p:nvSpPr>
            <p:spPr>
              <a:xfrm>
                <a:off x="9265550" y="2601623"/>
                <a:ext cx="21473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9BD1B1F3-BFA0-DAC8-DCAE-A3702BECF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550" y="2601623"/>
                <a:ext cx="214739" cy="153888"/>
              </a:xfrm>
              <a:prstGeom prst="rect">
                <a:avLst/>
              </a:prstGeom>
              <a:blipFill>
                <a:blip r:embed="rId77"/>
                <a:stretch>
                  <a:fillRect l="-11111" r="-5556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849B54CB-5D1A-6969-5238-7AD4A96A0230}"/>
                  </a:ext>
                </a:extLst>
              </p:cNvPr>
              <p:cNvSpPr txBox="1"/>
              <p:nvPr/>
            </p:nvSpPr>
            <p:spPr>
              <a:xfrm>
                <a:off x="9045485" y="2637942"/>
                <a:ext cx="17344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kumimoji="1" lang="en-US" altLang="zh-CN" sz="10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0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sz="1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1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849B54CB-5D1A-6969-5238-7AD4A96A0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485" y="2637942"/>
                <a:ext cx="173444" cy="153888"/>
              </a:xfrm>
              <a:prstGeom prst="rect">
                <a:avLst/>
              </a:prstGeom>
              <a:blipFill>
                <a:blip r:embed="rId78"/>
                <a:stretch>
                  <a:fillRect l="-21429" t="-23077" r="-7143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文本框 76">
            <a:extLst>
              <a:ext uri="{FF2B5EF4-FFF2-40B4-BE49-F238E27FC236}">
                <a16:creationId xmlns:a16="http://schemas.microsoft.com/office/drawing/2014/main" id="{DE2A882F-7730-8F5D-3FAA-BAE547F22B1F}"/>
              </a:ext>
            </a:extLst>
          </p:cNvPr>
          <p:cNvSpPr txBox="1"/>
          <p:nvPr/>
        </p:nvSpPr>
        <p:spPr>
          <a:xfrm>
            <a:off x="9111149" y="2569189"/>
            <a:ext cx="183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endParaRPr kumimoji="1" lang="zh-CN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998BA10C-E0A6-AB96-ED46-03949C053BF2}"/>
                  </a:ext>
                </a:extLst>
              </p:cNvPr>
              <p:cNvSpPr txBox="1"/>
              <p:nvPr/>
            </p:nvSpPr>
            <p:spPr>
              <a:xfrm>
                <a:off x="10117263" y="1374746"/>
                <a:ext cx="65614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kumimoji="1"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−1.5)</m:t>
                          </m:r>
                        </m:e>
                        <m:sup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1000" dirty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998BA10C-E0A6-AB96-ED46-03949C053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7263" y="1374746"/>
                <a:ext cx="656142" cy="153888"/>
              </a:xfrm>
              <a:prstGeom prst="rect">
                <a:avLst/>
              </a:prstGeom>
              <a:blipFill>
                <a:blip r:embed="rId79"/>
                <a:stretch>
                  <a:fillRect l="-5660" t="-23077" r="-1887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13A8E871-F80E-1398-B027-F799774F9D1A}"/>
                  </a:ext>
                </a:extLst>
              </p:cNvPr>
              <p:cNvSpPr txBox="1"/>
              <p:nvPr/>
            </p:nvSpPr>
            <p:spPr>
              <a:xfrm>
                <a:off x="10153633" y="2988739"/>
                <a:ext cx="65889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en-US" altLang="zh-CN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kumimoji="1" lang="en-US" altLang="zh-CN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kumimoji="1" lang="en-US" altLang="zh-CN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−0.9)</m:t>
                          </m:r>
                        </m:e>
                        <m:sup>
                          <m:r>
                            <a:rPr kumimoji="1" lang="en-US" altLang="zh-CN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13A8E871-F80E-1398-B027-F799774F9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3633" y="2988739"/>
                <a:ext cx="658898" cy="153888"/>
              </a:xfrm>
              <a:prstGeom prst="rect">
                <a:avLst/>
              </a:prstGeom>
              <a:blipFill>
                <a:blip r:embed="rId80"/>
                <a:stretch>
                  <a:fillRect l="-5660" t="-23077" r="-1887" b="-3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0ADA7C9-11FF-A811-D097-74C6E53F516D}"/>
                  </a:ext>
                </a:extLst>
              </p:cNvPr>
              <p:cNvSpPr txBox="1"/>
              <p:nvPr/>
            </p:nvSpPr>
            <p:spPr>
              <a:xfrm>
                <a:off x="11006780" y="1668352"/>
                <a:ext cx="105798" cy="28815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0ADA7C9-11FF-A811-D097-74C6E53F5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780" y="1668352"/>
                <a:ext cx="105798" cy="288156"/>
              </a:xfrm>
              <a:prstGeom prst="rect">
                <a:avLst/>
              </a:prstGeom>
              <a:blipFill>
                <a:blip r:embed="rId81"/>
                <a:stretch>
                  <a:fillRect l="-20000" r="-20000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137903E-7E09-8DB8-F4DA-B832D03E5CC2}"/>
                  </a:ext>
                </a:extLst>
              </p:cNvPr>
              <p:cNvSpPr txBox="1"/>
              <p:nvPr/>
            </p:nvSpPr>
            <p:spPr>
              <a:xfrm>
                <a:off x="11028550" y="2447772"/>
                <a:ext cx="105798" cy="28815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137903E-7E09-8DB8-F4DA-B832D03E5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8550" y="2447772"/>
                <a:ext cx="105798" cy="288156"/>
              </a:xfrm>
              <a:prstGeom prst="rect">
                <a:avLst/>
              </a:prstGeom>
              <a:blipFill>
                <a:blip r:embed="rId82"/>
                <a:stretch>
                  <a:fillRect l="-33333" r="-22222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621B446-5472-AF88-EA11-44819F63CE50}"/>
                  </a:ext>
                </a:extLst>
              </p:cNvPr>
              <p:cNvSpPr txBox="1"/>
              <p:nvPr/>
            </p:nvSpPr>
            <p:spPr>
              <a:xfrm>
                <a:off x="9148085" y="674125"/>
                <a:ext cx="1305164" cy="2881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zh-CN" sz="1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kumimoji="1"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zh-CN" sz="1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kumimoji="1" lang="en-US" altLang="zh-CN" sz="1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1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kumimoji="1" lang="en-US" altLang="zh-CN" sz="1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kumimoji="1"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−1.5</m:t>
                          </m:r>
                        </m:e>
                      </m:d>
                      <m:r>
                        <a:rPr kumimoji="1" lang="en-US" altLang="zh-CN" sz="1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=0.0362</m:t>
                      </m:r>
                    </m:oMath>
                  </m:oMathPara>
                </a14:m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621B446-5472-AF88-EA11-44819F63C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8085" y="674125"/>
                <a:ext cx="1305164" cy="288156"/>
              </a:xfrm>
              <a:prstGeom prst="rect">
                <a:avLst/>
              </a:prstGeom>
              <a:blipFill>
                <a:blip r:embed="rId83"/>
                <a:stretch>
                  <a:fillRect l="-1923" t="-4348" r="-1923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806744F-9A62-E209-E10F-C43D149108C9}"/>
                  </a:ext>
                </a:extLst>
              </p:cNvPr>
              <p:cNvSpPr txBox="1"/>
              <p:nvPr/>
            </p:nvSpPr>
            <p:spPr>
              <a:xfrm>
                <a:off x="9115129" y="3396240"/>
                <a:ext cx="1307922" cy="2881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zh-CN" sz="1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kumimoji="1"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zh-CN" sz="1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kumimoji="1" lang="en-US" altLang="zh-CN" sz="1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zh-CN" sz="1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kumimoji="1" lang="en-US" altLang="zh-CN" sz="1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1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−0.9</m:t>
                          </m:r>
                        </m:e>
                      </m:d>
                      <m:r>
                        <a:rPr kumimoji="1" lang="en-US" altLang="zh-CN" sz="1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=0.5915</m:t>
                      </m:r>
                    </m:oMath>
                  </m:oMathPara>
                </a14:m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806744F-9A62-E209-E10F-C43D14910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129" y="3396240"/>
                <a:ext cx="1307922" cy="288156"/>
              </a:xfrm>
              <a:prstGeom prst="rect">
                <a:avLst/>
              </a:prstGeom>
              <a:blipFill>
                <a:blip r:embed="rId84"/>
                <a:stretch>
                  <a:fillRect l="-1923" t="-4348" r="-1923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140FD0B-BF85-0A8D-DC34-6B8267752460}"/>
                  </a:ext>
                </a:extLst>
              </p:cNvPr>
              <p:cNvSpPr txBox="1"/>
              <p:nvPr/>
            </p:nvSpPr>
            <p:spPr>
              <a:xfrm>
                <a:off x="8513680" y="2011849"/>
                <a:ext cx="662041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0.0362</m:t>
                      </m:r>
                      <m:r>
                        <a:rPr kumimoji="1" lang="zh-CN" altLang="en-US" sz="1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zh-CN" sz="1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zh-CN" altLang="en-US" sz="1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1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140FD0B-BF85-0A8D-DC34-6B8267752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680" y="2011849"/>
                <a:ext cx="662041" cy="153888"/>
              </a:xfrm>
              <a:prstGeom prst="rect">
                <a:avLst/>
              </a:prstGeom>
              <a:blipFill>
                <a:blip r:embed="rId85"/>
                <a:stretch>
                  <a:fillRect l="-3774" t="-15385" r="-3774" b="-3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D8835D28-C68C-F282-4D4F-9838A3FD3ACE}"/>
                  </a:ext>
                </a:extLst>
              </p:cNvPr>
              <p:cNvSpPr txBox="1"/>
              <p:nvPr/>
            </p:nvSpPr>
            <p:spPr>
              <a:xfrm>
                <a:off x="8332714" y="2800293"/>
                <a:ext cx="662041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0.5915</m:t>
                      </m:r>
                      <m:r>
                        <a:rPr kumimoji="1" lang="zh-CN" altLang="en-US" sz="1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zh-CN" sz="1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zh-CN" altLang="en-US" sz="1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1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D8835D28-C68C-F282-4D4F-9838A3FD3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714" y="2800293"/>
                <a:ext cx="662041" cy="153888"/>
              </a:xfrm>
              <a:prstGeom prst="rect">
                <a:avLst/>
              </a:prstGeom>
              <a:blipFill>
                <a:blip r:embed="rId86"/>
                <a:stretch>
                  <a:fillRect l="-3774" t="-15385" r="-3774" b="-3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4FE1CBFA-09DA-8855-0E9C-43BF9F21D336}"/>
                  </a:ext>
                </a:extLst>
              </p:cNvPr>
              <p:cNvSpPr txBox="1"/>
              <p:nvPr/>
            </p:nvSpPr>
            <p:spPr>
              <a:xfrm>
                <a:off x="7593559" y="1067587"/>
                <a:ext cx="1132811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0.0362</m:t>
                    </m:r>
                    <m:r>
                      <a:rPr kumimoji="1" lang="zh-CN" altLang="en-US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zh-CN" altLang="en-US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=0.0217</a:t>
                </a:r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4FE1CBFA-09DA-8855-0E9C-43BF9F21D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559" y="1067587"/>
                <a:ext cx="1132811" cy="153888"/>
              </a:xfrm>
              <a:prstGeom prst="rect">
                <a:avLst/>
              </a:prstGeom>
              <a:blipFill>
                <a:blip r:embed="rId87"/>
                <a:stretch>
                  <a:fillRect l="-4494" t="-33333" r="-6742" b="-5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8A9C116E-8C11-6888-F81C-BD3DCB94812F}"/>
                  </a:ext>
                </a:extLst>
              </p:cNvPr>
              <p:cNvSpPr txBox="1"/>
              <p:nvPr/>
            </p:nvSpPr>
            <p:spPr>
              <a:xfrm>
                <a:off x="7612166" y="1521720"/>
                <a:ext cx="1135760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0.0362</m:t>
                    </m:r>
                    <m:r>
                      <a:rPr kumimoji="1" lang="zh-CN" altLang="en-US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zh-CN" altLang="en-US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=0.0290</a:t>
                </a:r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8A9C116E-8C11-6888-F81C-BD3DCB948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166" y="1521720"/>
                <a:ext cx="1135760" cy="153888"/>
              </a:xfrm>
              <a:prstGeom prst="rect">
                <a:avLst/>
              </a:prstGeom>
              <a:blipFill>
                <a:blip r:embed="rId88"/>
                <a:stretch>
                  <a:fillRect l="-4444" t="-33333" r="-6667" b="-5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510C3AAE-345D-E0A8-A26E-5E8AEA5E5A2B}"/>
                  </a:ext>
                </a:extLst>
              </p:cNvPr>
              <p:cNvSpPr txBox="1"/>
              <p:nvPr/>
            </p:nvSpPr>
            <p:spPr>
              <a:xfrm>
                <a:off x="7544899" y="3192963"/>
                <a:ext cx="1132811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0.5915</m:t>
                    </m:r>
                    <m:r>
                      <a:rPr kumimoji="1" lang="zh-CN" altLang="en-US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zh-CN" altLang="en-US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=0.3549</a:t>
                </a:r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510C3AAE-345D-E0A8-A26E-5E8AEA5E5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4899" y="3192963"/>
                <a:ext cx="1132811" cy="153888"/>
              </a:xfrm>
              <a:prstGeom prst="rect">
                <a:avLst/>
              </a:prstGeom>
              <a:blipFill>
                <a:blip r:embed="rId89"/>
                <a:stretch>
                  <a:fillRect l="-4444" t="-23077" r="-5556" b="-4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4E30FAAD-1188-33EC-335B-24684B42BECF}"/>
                  </a:ext>
                </a:extLst>
              </p:cNvPr>
              <p:cNvSpPr txBox="1"/>
              <p:nvPr/>
            </p:nvSpPr>
            <p:spPr>
              <a:xfrm>
                <a:off x="7565249" y="3792268"/>
                <a:ext cx="1135760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0.5915</m:t>
                    </m:r>
                    <m:r>
                      <a:rPr kumimoji="1" lang="zh-CN" altLang="en-US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zh-CN" altLang="en-US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=0.4732</a:t>
                </a:r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4E30FAAD-1188-33EC-335B-24684B42B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5249" y="3792268"/>
                <a:ext cx="1135760" cy="153888"/>
              </a:xfrm>
              <a:prstGeom prst="rect">
                <a:avLst/>
              </a:prstGeom>
              <a:blipFill>
                <a:blip r:embed="rId90"/>
                <a:stretch>
                  <a:fillRect l="-4444" t="-23077" r="-6667" b="-4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A3266C3-BCAD-CE20-942B-7D210516ABD1}"/>
                  </a:ext>
                </a:extLst>
              </p:cNvPr>
              <p:cNvSpPr txBox="1"/>
              <p:nvPr/>
            </p:nvSpPr>
            <p:spPr>
              <a:xfrm>
                <a:off x="5902880" y="345591"/>
                <a:ext cx="1937838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0.0217</a:t>
                </a:r>
                <a14:m>
                  <m:oMath xmlns:m="http://schemas.openxmlformats.org/officeDocument/2006/math">
                    <m:r>
                      <a:rPr kumimoji="1" lang="en-US" altLang="zh-CN" sz="1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en-US" altLang="zh-CN" sz="1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[1−</m:t>
                    </m:r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=0.00263</a:t>
                </a:r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A3266C3-BCAD-CE20-942B-7D210516A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880" y="345591"/>
                <a:ext cx="1937838" cy="153888"/>
              </a:xfrm>
              <a:prstGeom prst="rect">
                <a:avLst/>
              </a:prstGeom>
              <a:blipFill>
                <a:blip r:embed="rId91"/>
                <a:stretch>
                  <a:fillRect l="-3896" t="-23077" b="-4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1D5B3712-2845-CFD7-7D18-10F4800A0F66}"/>
                  </a:ext>
                </a:extLst>
              </p:cNvPr>
              <p:cNvSpPr txBox="1"/>
              <p:nvPr/>
            </p:nvSpPr>
            <p:spPr>
              <a:xfrm>
                <a:off x="5863691" y="2127649"/>
                <a:ext cx="1876411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0.0290</a:t>
                </a:r>
                <a14:m>
                  <m:oMath xmlns:m="http://schemas.openxmlformats.org/officeDocument/2006/math">
                    <m:r>
                      <a:rPr kumimoji="1" lang="en-US" altLang="zh-CN" sz="1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en-US" altLang="zh-CN" sz="1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[1−</m:t>
                    </m:r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=0.00258</a:t>
                </a:r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1D5B3712-2845-CFD7-7D18-10F4800A0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691" y="2127649"/>
                <a:ext cx="1876411" cy="153888"/>
              </a:xfrm>
              <a:prstGeom prst="rect">
                <a:avLst/>
              </a:prstGeom>
              <a:blipFill>
                <a:blip r:embed="rId92"/>
                <a:stretch>
                  <a:fillRect l="-4027" t="-23077" r="-3356" b="-4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0424196-B204-A9DF-CE7D-A431515419E4}"/>
                  </a:ext>
                </a:extLst>
              </p:cNvPr>
              <p:cNvSpPr txBox="1"/>
              <p:nvPr/>
            </p:nvSpPr>
            <p:spPr>
              <a:xfrm>
                <a:off x="5842116" y="2927350"/>
                <a:ext cx="1870512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0.3549</a:t>
                </a:r>
                <a14:m>
                  <m:oMath xmlns:m="http://schemas.openxmlformats.org/officeDocument/2006/math">
                    <m:r>
                      <a:rPr kumimoji="1" lang="en-US" altLang="zh-CN" sz="1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en-US" altLang="zh-CN" sz="1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[1−</m:t>
                    </m:r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=0.05193</a:t>
                </a:r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0424196-B204-A9DF-CE7D-A43151541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116" y="2927350"/>
                <a:ext cx="1870512" cy="153888"/>
              </a:xfrm>
              <a:prstGeom prst="rect">
                <a:avLst/>
              </a:prstGeom>
              <a:blipFill>
                <a:blip r:embed="rId93"/>
                <a:stretch>
                  <a:fillRect l="-4027" t="-23077" r="-2685" b="-4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34A729AB-DFB4-6C8A-9963-242DB2739C3A}"/>
                  </a:ext>
                </a:extLst>
              </p:cNvPr>
              <p:cNvSpPr txBox="1"/>
              <p:nvPr/>
            </p:nvSpPr>
            <p:spPr>
              <a:xfrm>
                <a:off x="5859335" y="4735870"/>
                <a:ext cx="1876411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0.4732</a:t>
                </a:r>
                <a14:m>
                  <m:oMath xmlns:m="http://schemas.openxmlformats.org/officeDocument/2006/math">
                    <m:r>
                      <a:rPr kumimoji="1" lang="en-US" altLang="zh-CN" sz="1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en-US" altLang="zh-CN" sz="1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[1−</m:t>
                    </m:r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=0.05250</a:t>
                </a:r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34A729AB-DFB4-6C8A-9963-242DB2739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335" y="4735870"/>
                <a:ext cx="1876411" cy="153888"/>
              </a:xfrm>
              <a:prstGeom prst="rect">
                <a:avLst/>
              </a:prstGeom>
              <a:blipFill>
                <a:blip r:embed="rId94"/>
                <a:stretch>
                  <a:fillRect l="-4027" t="-23077" r="-2685" b="-5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25CE3D0D-12A5-4E0F-EAA7-BC7A61B6464B}"/>
                  </a:ext>
                </a:extLst>
              </p:cNvPr>
              <p:cNvSpPr txBox="1"/>
              <p:nvPr/>
            </p:nvSpPr>
            <p:spPr>
              <a:xfrm>
                <a:off x="4474494" y="882115"/>
                <a:ext cx="1329659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0.00263</m:t>
                    </m:r>
                    <m:r>
                      <a:rPr kumimoji="1" lang="zh-CN" altLang="en-US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zh-CN" altLang="en-US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=0.00184</a:t>
                </a:r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25CE3D0D-12A5-4E0F-EAA7-BC7A61B64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494" y="882115"/>
                <a:ext cx="1329659" cy="153888"/>
              </a:xfrm>
              <a:prstGeom prst="rect">
                <a:avLst/>
              </a:prstGeom>
              <a:blipFill>
                <a:blip r:embed="rId95"/>
                <a:stretch>
                  <a:fillRect l="-3810" t="-23077" r="-5714" b="-4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DCD684F6-0A20-CEBB-BC56-FB96FB53B2A9}"/>
                  </a:ext>
                </a:extLst>
              </p:cNvPr>
              <p:cNvSpPr txBox="1"/>
              <p:nvPr/>
            </p:nvSpPr>
            <p:spPr>
              <a:xfrm>
                <a:off x="4485525" y="1479912"/>
                <a:ext cx="1332609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0.00258</m:t>
                    </m:r>
                    <m:r>
                      <a:rPr kumimoji="1" lang="zh-CN" altLang="en-US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zh-CN" altLang="en-US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=0.00129</a:t>
                </a:r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DCD684F6-0A20-CEBB-BC56-FB96FB53B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525" y="1479912"/>
                <a:ext cx="1332609" cy="153888"/>
              </a:xfrm>
              <a:prstGeom prst="rect">
                <a:avLst/>
              </a:prstGeom>
              <a:blipFill>
                <a:blip r:embed="rId96"/>
                <a:stretch>
                  <a:fillRect l="-3810" t="-23077" r="-5714" b="-4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7D0AF46-49D6-85E9-B5A7-AA463BC18EC4}"/>
                  </a:ext>
                </a:extLst>
              </p:cNvPr>
              <p:cNvSpPr txBox="1"/>
              <p:nvPr/>
            </p:nvSpPr>
            <p:spPr>
              <a:xfrm>
                <a:off x="4631957" y="3155208"/>
                <a:ext cx="1300805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10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zh-CN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.05193</m:t>
                    </m:r>
                    <m:r>
                      <a:rPr kumimoji="1" lang="zh-CN" altLang="en-US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zh-CN" altLang="en-US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=0.03635</a:t>
                </a:r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7D0AF46-49D6-85E9-B5A7-AA463BC18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1957" y="3155208"/>
                <a:ext cx="1300805" cy="153888"/>
              </a:xfrm>
              <a:prstGeom prst="rect">
                <a:avLst/>
              </a:prstGeom>
              <a:blipFill>
                <a:blip r:embed="rId97"/>
                <a:stretch>
                  <a:fillRect l="-3846" t="-23077" r="-4808" b="-4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87B8B53A-65B5-952F-4CCE-1B942F4ACFED}"/>
                  </a:ext>
                </a:extLst>
              </p:cNvPr>
              <p:cNvSpPr txBox="1"/>
              <p:nvPr/>
            </p:nvSpPr>
            <p:spPr>
              <a:xfrm>
                <a:off x="4630941" y="3735703"/>
                <a:ext cx="1332609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0.05250</m:t>
                    </m:r>
                    <m:r>
                      <a:rPr kumimoji="1" lang="zh-CN" altLang="en-US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zh-CN" altLang="en-US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=0.02625</a:t>
                </a:r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87B8B53A-65B5-952F-4CCE-1B942F4AC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0941" y="3735703"/>
                <a:ext cx="1332609" cy="153888"/>
              </a:xfrm>
              <a:prstGeom prst="rect">
                <a:avLst/>
              </a:prstGeom>
              <a:blipFill>
                <a:blip r:embed="rId98"/>
                <a:stretch>
                  <a:fillRect l="-3774" t="-30769" r="-4717" b="-4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文本框 77">
            <a:extLst>
              <a:ext uri="{FF2B5EF4-FFF2-40B4-BE49-F238E27FC236}">
                <a16:creationId xmlns:a16="http://schemas.microsoft.com/office/drawing/2014/main" id="{B4303CF1-55E1-882E-3DDD-A8F9765D02DC}"/>
              </a:ext>
            </a:extLst>
          </p:cNvPr>
          <p:cNvSpPr txBox="1"/>
          <p:nvPr/>
        </p:nvSpPr>
        <p:spPr>
          <a:xfrm>
            <a:off x="2628785" y="1229911"/>
            <a:ext cx="1468351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000" dirty="0">
                <a:solidFill>
                  <a:schemeClr val="accent5">
                    <a:lumMod val="75000"/>
                  </a:schemeClr>
                </a:solidFill>
              </a:rPr>
              <a:t>0.00184+0.00129=0.00313</a:t>
            </a:r>
            <a:endParaRPr kumimoji="1" lang="zh-CN" alt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9976266A-8CCE-D78B-B11A-2A5362DA41D1}"/>
              </a:ext>
            </a:extLst>
          </p:cNvPr>
          <p:cNvSpPr txBox="1"/>
          <p:nvPr/>
        </p:nvSpPr>
        <p:spPr>
          <a:xfrm>
            <a:off x="2651144" y="2869128"/>
            <a:ext cx="1468351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000" dirty="0">
                <a:solidFill>
                  <a:schemeClr val="accent5">
                    <a:lumMod val="75000"/>
                  </a:schemeClr>
                </a:solidFill>
              </a:rPr>
              <a:t>0.03635+0.02625=0.06260</a:t>
            </a:r>
            <a:endParaRPr kumimoji="1" lang="zh-CN" alt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66E872A2-3CF3-2548-7FA0-14BB64D571A5}"/>
                  </a:ext>
                </a:extLst>
              </p:cNvPr>
              <p:cNvSpPr txBox="1"/>
              <p:nvPr/>
            </p:nvSpPr>
            <p:spPr>
              <a:xfrm>
                <a:off x="1770635" y="366349"/>
                <a:ext cx="1970539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0</a:t>
                </a:r>
                <a14:m>
                  <m:oMath xmlns:m="http://schemas.openxmlformats.org/officeDocument/2006/math">
                    <m:r>
                      <a:rPr kumimoji="1" lang="en-US" altLang="zh-CN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.00313</m:t>
                    </m:r>
                    <m:r>
                      <a:rPr kumimoji="1" lang="en-US" altLang="zh-CN" sz="1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en-US" altLang="zh-CN" sz="1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[1−</m:t>
                    </m:r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=0.00026</a:t>
                </a:r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66E872A2-3CF3-2548-7FA0-14BB64D57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635" y="366349"/>
                <a:ext cx="1970539" cy="153888"/>
              </a:xfrm>
              <a:prstGeom prst="rect">
                <a:avLst/>
              </a:prstGeom>
              <a:blipFill>
                <a:blip r:embed="rId99"/>
                <a:stretch>
                  <a:fillRect l="-4487" t="-23077" r="-3205" b="-5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25B4E53C-45A9-610C-CC22-F6FCAABFA891}"/>
                  </a:ext>
                </a:extLst>
              </p:cNvPr>
              <p:cNvSpPr txBox="1"/>
              <p:nvPr/>
            </p:nvSpPr>
            <p:spPr>
              <a:xfrm>
                <a:off x="1812650" y="1967731"/>
                <a:ext cx="2037866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0</a:t>
                </a:r>
                <a14:m>
                  <m:oMath xmlns:m="http://schemas.openxmlformats.org/officeDocument/2006/math">
                    <m:r>
                      <a:rPr kumimoji="1" lang="en-US" altLang="zh-CN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.0</m:t>
                    </m:r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6260</m:t>
                    </m:r>
                    <m:r>
                      <a:rPr kumimoji="1" lang="en-US" altLang="zh-CN" sz="1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en-US" altLang="zh-CN" sz="1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[1−</m:t>
                    </m:r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zh-CN" sz="1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=0.01190</a:t>
                </a:r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25B4E53C-45A9-610C-CC22-F6FCAABFA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650" y="1967731"/>
                <a:ext cx="2037866" cy="153888"/>
              </a:xfrm>
              <a:prstGeom prst="rect">
                <a:avLst/>
              </a:prstGeom>
              <a:blipFill>
                <a:blip r:embed="rId100"/>
                <a:stretch>
                  <a:fillRect l="-3704" t="-30769" b="-4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5081922C-187D-B91F-3097-E842271ABD10}"/>
                  </a:ext>
                </a:extLst>
              </p:cNvPr>
              <p:cNvSpPr txBox="1"/>
              <p:nvPr/>
            </p:nvSpPr>
            <p:spPr>
              <a:xfrm>
                <a:off x="1251526" y="1301365"/>
                <a:ext cx="1269065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0.00026</m:t>
                    </m:r>
                    <m:r>
                      <a:rPr kumimoji="1" lang="zh-CN" altLang="en-US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zh-CN" altLang="en-US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=0.00078</a:t>
                </a:r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5081922C-187D-B91F-3097-E842271AB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526" y="1301365"/>
                <a:ext cx="1269065" cy="153888"/>
              </a:xfrm>
              <a:prstGeom prst="rect">
                <a:avLst/>
              </a:prstGeom>
              <a:blipFill>
                <a:blip r:embed="rId101"/>
                <a:stretch>
                  <a:fillRect l="-2970" t="-23077" r="-4950" b="-4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5530A5AC-F8B6-76AE-CFCA-E5D0DE665C34}"/>
                  </a:ext>
                </a:extLst>
              </p:cNvPr>
              <p:cNvSpPr txBox="1"/>
              <p:nvPr/>
            </p:nvSpPr>
            <p:spPr>
              <a:xfrm>
                <a:off x="1253380" y="1699634"/>
                <a:ext cx="1269065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0.01190</m:t>
                    </m:r>
                    <m:r>
                      <a:rPr kumimoji="1" lang="zh-CN" altLang="en-US" sz="1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kumimoji="1" lang="en-US" altLang="zh-CN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zh-CN" altLang="en-US" sz="1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1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sz="1000" dirty="0">
                    <a:solidFill>
                      <a:schemeClr val="accent5">
                        <a:lumMod val="75000"/>
                      </a:schemeClr>
                    </a:solidFill>
                  </a:rPr>
                  <a:t>=0.00595</a:t>
                </a:r>
                <a:endParaRPr kumimoji="1" lang="zh-CN" altLang="en-US" sz="1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5530A5AC-F8B6-76AE-CFCA-E5D0DE665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380" y="1699634"/>
                <a:ext cx="1269065" cy="153888"/>
              </a:xfrm>
              <a:prstGeom prst="rect">
                <a:avLst/>
              </a:prstGeom>
              <a:blipFill>
                <a:blip r:embed="rId102"/>
                <a:stretch>
                  <a:fillRect l="-2970" t="-23077" r="-5941" b="-5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文本框 99">
            <a:extLst>
              <a:ext uri="{FF2B5EF4-FFF2-40B4-BE49-F238E27FC236}">
                <a16:creationId xmlns:a16="http://schemas.microsoft.com/office/drawing/2014/main" id="{118EF43F-6345-961E-3522-1D5F92D99A13}"/>
              </a:ext>
            </a:extLst>
          </p:cNvPr>
          <p:cNvSpPr txBox="1"/>
          <p:nvPr/>
        </p:nvSpPr>
        <p:spPr>
          <a:xfrm>
            <a:off x="168272" y="1112063"/>
            <a:ext cx="1468351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1000" dirty="0">
                <a:solidFill>
                  <a:schemeClr val="accent5">
                    <a:lumMod val="75000"/>
                  </a:schemeClr>
                </a:solidFill>
              </a:rPr>
              <a:t>0.00078+0.00595=0.00673</a:t>
            </a:r>
            <a:endParaRPr kumimoji="1" lang="zh-CN" alt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74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966A8-3116-94A6-776E-2D55AEA74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6AF68FA0-689E-4A4A-2E5C-B99B342CFF14}"/>
              </a:ext>
            </a:extLst>
          </p:cNvPr>
          <p:cNvGrpSpPr/>
          <p:nvPr/>
        </p:nvGrpSpPr>
        <p:grpSpPr>
          <a:xfrm>
            <a:off x="313476" y="1003216"/>
            <a:ext cx="540000" cy="3411268"/>
            <a:chOff x="2297151" y="1489901"/>
            <a:chExt cx="540000" cy="34112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011142E1-8A76-86BA-C47D-19AA77265622}"/>
                    </a:ext>
                  </a:extLst>
                </p:cNvPr>
                <p:cNvSpPr txBox="1"/>
                <p:nvPr/>
              </p:nvSpPr>
              <p:spPr>
                <a:xfrm>
                  <a:off x="2297151" y="1489901"/>
                  <a:ext cx="540000" cy="46800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011142E1-8A76-86BA-C47D-19AA772656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151" y="1489901"/>
                  <a:ext cx="540000" cy="4680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8FE444B-E688-6B81-CE29-1F8B2AF87B22}"/>
                    </a:ext>
                  </a:extLst>
                </p:cNvPr>
                <p:cNvSpPr txBox="1"/>
                <p:nvPr/>
              </p:nvSpPr>
              <p:spPr>
                <a:xfrm>
                  <a:off x="2297151" y="2961535"/>
                  <a:ext cx="540000" cy="46800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FA1D103C-CD4A-A24F-3475-6AF1E1CA2A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151" y="2961535"/>
                  <a:ext cx="540000" cy="468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9EB626F-2F3C-D107-1E3E-3BE674D9DE5D}"/>
                    </a:ext>
                  </a:extLst>
                </p:cNvPr>
                <p:cNvSpPr txBox="1"/>
                <p:nvPr/>
              </p:nvSpPr>
              <p:spPr>
                <a:xfrm>
                  <a:off x="2297151" y="4433169"/>
                  <a:ext cx="540000" cy="46800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A9BF69B-E1D1-1413-1C74-B23C77118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151" y="4433169"/>
                  <a:ext cx="540000" cy="468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472AFF7-579C-07ED-2A21-1FC67C75329B}"/>
              </a:ext>
            </a:extLst>
          </p:cNvPr>
          <p:cNvGrpSpPr/>
          <p:nvPr/>
        </p:nvGrpSpPr>
        <p:grpSpPr>
          <a:xfrm>
            <a:off x="2655561" y="438452"/>
            <a:ext cx="540000" cy="4540796"/>
            <a:chOff x="4410636" y="817548"/>
            <a:chExt cx="540000" cy="4540796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C5BED57-67DA-EAF2-E327-DDB602821312}"/>
                </a:ext>
              </a:extLst>
            </p:cNvPr>
            <p:cNvSpPr/>
            <p:nvPr/>
          </p:nvSpPr>
          <p:spPr>
            <a:xfrm>
              <a:off x="4410636" y="817548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88F52FAB-3F75-E4F2-7B7D-BF67F0457D07}"/>
                </a:ext>
              </a:extLst>
            </p:cNvPr>
            <p:cNvSpPr/>
            <p:nvPr/>
          </p:nvSpPr>
          <p:spPr>
            <a:xfrm>
              <a:off x="4410636" y="4818344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E1ACB62A-F426-11A2-CB82-BE2DB5D2A35E}"/>
                </a:ext>
              </a:extLst>
            </p:cNvPr>
            <p:cNvSpPr/>
            <p:nvPr/>
          </p:nvSpPr>
          <p:spPr>
            <a:xfrm>
              <a:off x="4410636" y="2151146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9A838121-A9C0-5684-420E-012B2D484EA0}"/>
                </a:ext>
              </a:extLst>
            </p:cNvPr>
            <p:cNvSpPr/>
            <p:nvPr/>
          </p:nvSpPr>
          <p:spPr>
            <a:xfrm>
              <a:off x="4410636" y="3484745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</p:grp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6681A729-AF87-E55E-BCD5-2F4C7C9EAB42}"/>
              </a:ext>
            </a:extLst>
          </p:cNvPr>
          <p:cNvCxnSpPr>
            <a:stCxn id="5" idx="3"/>
            <a:endCxn id="9" idx="2"/>
          </p:cNvCxnSpPr>
          <p:nvPr/>
        </p:nvCxnSpPr>
        <p:spPr>
          <a:xfrm flipV="1">
            <a:off x="853476" y="708452"/>
            <a:ext cx="1802085" cy="528764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520A1D7B-49E2-76AF-CD6E-12DE92213961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 flipV="1">
            <a:off x="853476" y="708452"/>
            <a:ext cx="1802085" cy="2000398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669B5137-C7F8-B821-A4A7-0B526334B368}"/>
              </a:ext>
            </a:extLst>
          </p:cNvPr>
          <p:cNvCxnSpPr>
            <a:cxnSpLocks/>
            <a:stCxn id="8" idx="3"/>
            <a:endCxn id="9" idx="2"/>
          </p:cNvCxnSpPr>
          <p:nvPr/>
        </p:nvCxnSpPr>
        <p:spPr>
          <a:xfrm flipV="1">
            <a:off x="853476" y="708452"/>
            <a:ext cx="1802085" cy="3472032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A2E909F-2431-C5A2-59EF-F95603A89D2D}"/>
                  </a:ext>
                </a:extLst>
              </p:cNvPr>
              <p:cNvSpPr txBox="1"/>
              <p:nvPr/>
            </p:nvSpPr>
            <p:spPr>
              <a:xfrm>
                <a:off x="2055525" y="614494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0F50430-3B14-D537-5D94-24BC64893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614494"/>
                <a:ext cx="540000" cy="224870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969CFB5-D757-A94F-9EA4-51BF1E29060E}"/>
                  </a:ext>
                </a:extLst>
              </p:cNvPr>
              <p:cNvSpPr txBox="1"/>
              <p:nvPr/>
            </p:nvSpPr>
            <p:spPr>
              <a:xfrm>
                <a:off x="2055525" y="966690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2615697-3852-5ACC-FDC9-2F5E8E0AA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966690"/>
                <a:ext cx="540000" cy="224870"/>
              </a:xfrm>
              <a:prstGeom prst="rect">
                <a:avLst/>
              </a:prstGeom>
              <a:blipFill>
                <a:blip r:embed="rId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5EE1F0A-7279-3BE6-C848-A6DC17032083}"/>
                  </a:ext>
                </a:extLst>
              </p:cNvPr>
              <p:cNvSpPr txBox="1"/>
              <p:nvPr/>
            </p:nvSpPr>
            <p:spPr>
              <a:xfrm>
                <a:off x="2055525" y="1320108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3AB38FD-FF28-594F-148C-846DDE472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1320108"/>
                <a:ext cx="540000" cy="224870"/>
              </a:xfrm>
              <a:prstGeom prst="rect">
                <a:avLst/>
              </a:prstGeom>
              <a:blipFill>
                <a:blip r:embed="rId7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F0F4C086-1C6D-08EB-69F7-EC1693C38249}"/>
              </a:ext>
            </a:extLst>
          </p:cNvPr>
          <p:cNvCxnSpPr>
            <a:cxnSpLocks/>
            <a:stCxn id="5" idx="3"/>
            <a:endCxn id="3" idx="2"/>
          </p:cNvCxnSpPr>
          <p:nvPr/>
        </p:nvCxnSpPr>
        <p:spPr>
          <a:xfrm>
            <a:off x="853476" y="1237216"/>
            <a:ext cx="1802085" cy="8048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1B4E7522-BCA5-44BF-20AC-9A3A8BEE7FD6}"/>
              </a:ext>
            </a:extLst>
          </p:cNvPr>
          <p:cNvCxnSpPr>
            <a:cxnSpLocks/>
            <a:stCxn id="7" idx="3"/>
            <a:endCxn id="3" idx="2"/>
          </p:cNvCxnSpPr>
          <p:nvPr/>
        </p:nvCxnSpPr>
        <p:spPr>
          <a:xfrm flipV="1">
            <a:off x="853476" y="2042050"/>
            <a:ext cx="1802085" cy="6668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B21111E0-71E2-9D30-CE5C-9AE848B04230}"/>
              </a:ext>
            </a:extLst>
          </p:cNvPr>
          <p:cNvCxnSpPr>
            <a:cxnSpLocks/>
            <a:stCxn id="8" idx="3"/>
            <a:endCxn id="3" idx="2"/>
          </p:cNvCxnSpPr>
          <p:nvPr/>
        </p:nvCxnSpPr>
        <p:spPr>
          <a:xfrm flipV="1">
            <a:off x="853476" y="2042050"/>
            <a:ext cx="1802085" cy="21384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C14AC71A-4F33-54F2-972D-5D72208DBD84}"/>
                  </a:ext>
                </a:extLst>
              </p:cNvPr>
              <p:cNvSpPr txBox="1"/>
              <p:nvPr/>
            </p:nvSpPr>
            <p:spPr>
              <a:xfrm>
                <a:off x="2054036" y="1716311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7D36F5E-747E-D0AD-22CE-284890124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036" y="1716311"/>
                <a:ext cx="540000" cy="224870"/>
              </a:xfrm>
              <a:prstGeom prst="rect">
                <a:avLst/>
              </a:prstGeom>
              <a:blipFill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BECBE59-DE4B-D3BC-1AC5-2C30DB7514EC}"/>
                  </a:ext>
                </a:extLst>
              </p:cNvPr>
              <p:cNvSpPr txBox="1"/>
              <p:nvPr/>
            </p:nvSpPr>
            <p:spPr>
              <a:xfrm>
                <a:off x="2055525" y="2042050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BFC70D8-4D77-863A-64DA-9E6DDF390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2042050"/>
                <a:ext cx="540000" cy="224870"/>
              </a:xfrm>
              <a:prstGeom prst="rect">
                <a:avLst/>
              </a:prstGeom>
              <a:blipFill>
                <a:blip r:embed="rId9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BB02CE2D-152E-1421-3538-4D744EEF72D1}"/>
                  </a:ext>
                </a:extLst>
              </p:cNvPr>
              <p:cNvSpPr txBox="1"/>
              <p:nvPr/>
            </p:nvSpPr>
            <p:spPr>
              <a:xfrm>
                <a:off x="2055525" y="2355137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85F57C6A-CA84-737C-07C8-825C59D7B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2355137"/>
                <a:ext cx="540000" cy="224870"/>
              </a:xfrm>
              <a:prstGeom prst="rect">
                <a:avLst/>
              </a:prstGeom>
              <a:blipFill>
                <a:blip r:embed="rId10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202BF324-430C-D39D-55CB-F53AA87C450D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>
            <a:off x="853476" y="1237216"/>
            <a:ext cx="1802085" cy="2138433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E34DB4C8-09BB-3A25-95A6-027B61D63E65}"/>
              </a:ext>
            </a:extLst>
          </p:cNvPr>
          <p:cNvCxnSpPr>
            <a:cxnSpLocks/>
            <a:stCxn id="7" idx="3"/>
            <a:endCxn id="4" idx="2"/>
          </p:cNvCxnSpPr>
          <p:nvPr/>
        </p:nvCxnSpPr>
        <p:spPr>
          <a:xfrm>
            <a:off x="853476" y="2708850"/>
            <a:ext cx="1802085" cy="666799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E1283278-689E-AB7E-D082-D15875BEBC7A}"/>
              </a:ext>
            </a:extLst>
          </p:cNvPr>
          <p:cNvCxnSpPr>
            <a:cxnSpLocks/>
            <a:stCxn id="8" idx="3"/>
            <a:endCxn id="4" idx="2"/>
          </p:cNvCxnSpPr>
          <p:nvPr/>
        </p:nvCxnSpPr>
        <p:spPr>
          <a:xfrm flipV="1">
            <a:off x="853476" y="3375649"/>
            <a:ext cx="1802085" cy="804835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20106EB8-07E4-E332-9E6C-F54A998AE72D}"/>
                  </a:ext>
                </a:extLst>
              </p:cNvPr>
              <p:cNvSpPr txBox="1"/>
              <p:nvPr/>
            </p:nvSpPr>
            <p:spPr>
              <a:xfrm>
                <a:off x="2055525" y="2829880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8F79441C-35F8-8223-378C-64644CA7D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2829880"/>
                <a:ext cx="540000" cy="224870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BF61C3EC-62FE-D6F2-3B0A-2E5F8930CFBB}"/>
                  </a:ext>
                </a:extLst>
              </p:cNvPr>
              <p:cNvSpPr txBox="1"/>
              <p:nvPr/>
            </p:nvSpPr>
            <p:spPr>
              <a:xfrm>
                <a:off x="2055525" y="3104664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DF5A65B6-D70B-ABD7-AC1B-4D7C2599C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3104664"/>
                <a:ext cx="540000" cy="224870"/>
              </a:xfrm>
              <a:prstGeom prst="rect">
                <a:avLst/>
              </a:prstGeom>
              <a:blipFill>
                <a:blip r:embed="rId12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8B123D77-AD84-3F00-51AD-36B610AA531E}"/>
                  </a:ext>
                </a:extLst>
              </p:cNvPr>
              <p:cNvSpPr txBox="1"/>
              <p:nvPr/>
            </p:nvSpPr>
            <p:spPr>
              <a:xfrm>
                <a:off x="2054850" y="3404907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12A3D66E-D9F7-76D7-BA7F-4E6463E7A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50" y="3404907"/>
                <a:ext cx="540000" cy="224870"/>
              </a:xfrm>
              <a:prstGeom prst="rect">
                <a:avLst/>
              </a:prstGeom>
              <a:blipFill>
                <a:blip r:embed="rId1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50FE9E51-EDBE-1782-41D3-15BAF51EFF3A}"/>
              </a:ext>
            </a:extLst>
          </p:cNvPr>
          <p:cNvCxnSpPr>
            <a:cxnSpLocks/>
            <a:stCxn id="5" idx="3"/>
            <a:endCxn id="2" idx="2"/>
          </p:cNvCxnSpPr>
          <p:nvPr/>
        </p:nvCxnSpPr>
        <p:spPr>
          <a:xfrm>
            <a:off x="853476" y="1237216"/>
            <a:ext cx="1802085" cy="3472032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A654FEAA-4D72-0E15-011D-0E5543159677}"/>
              </a:ext>
            </a:extLst>
          </p:cNvPr>
          <p:cNvCxnSpPr>
            <a:cxnSpLocks/>
            <a:stCxn id="7" idx="3"/>
            <a:endCxn id="2" idx="2"/>
          </p:cNvCxnSpPr>
          <p:nvPr/>
        </p:nvCxnSpPr>
        <p:spPr>
          <a:xfrm>
            <a:off x="853476" y="2708850"/>
            <a:ext cx="1802085" cy="200039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317ACDE0-5CE4-E9D8-7D5E-0F1D56B34C32}"/>
              </a:ext>
            </a:extLst>
          </p:cNvPr>
          <p:cNvCxnSpPr>
            <a:cxnSpLocks/>
            <a:stCxn id="8" idx="3"/>
            <a:endCxn id="2" idx="2"/>
          </p:cNvCxnSpPr>
          <p:nvPr/>
        </p:nvCxnSpPr>
        <p:spPr>
          <a:xfrm>
            <a:off x="853476" y="4180484"/>
            <a:ext cx="1802085" cy="528764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744E8B2-8057-705A-749C-659A4AED86C4}"/>
                  </a:ext>
                </a:extLst>
              </p:cNvPr>
              <p:cNvSpPr txBox="1"/>
              <p:nvPr/>
            </p:nvSpPr>
            <p:spPr>
              <a:xfrm>
                <a:off x="2055525" y="3880241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B1125C59-B3CE-9A6B-74D4-EBFCDFF3D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3880241"/>
                <a:ext cx="540000" cy="224870"/>
              </a:xfrm>
              <a:prstGeom prst="rect">
                <a:avLst/>
              </a:prstGeom>
              <a:blipFill>
                <a:blip r:embed="rId1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EDB403F1-4C23-6275-F290-3F8C42D5648A}"/>
                  </a:ext>
                </a:extLst>
              </p:cNvPr>
              <p:cNvSpPr txBox="1"/>
              <p:nvPr/>
            </p:nvSpPr>
            <p:spPr>
              <a:xfrm>
                <a:off x="2054851" y="4180483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C34ECA1A-51CE-7BCD-F56E-E3835E447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51" y="4180483"/>
                <a:ext cx="540000" cy="224870"/>
              </a:xfrm>
              <a:prstGeom prst="rect">
                <a:avLst/>
              </a:prstGeom>
              <a:blipFill>
                <a:blip r:embed="rId1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CFCDBEFB-4C2D-768A-592D-12C9CED143A6}"/>
                  </a:ext>
                </a:extLst>
              </p:cNvPr>
              <p:cNvSpPr txBox="1"/>
              <p:nvPr/>
            </p:nvSpPr>
            <p:spPr>
              <a:xfrm>
                <a:off x="2055525" y="4522064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C0F590BC-0DF9-AC84-A9BA-FBCBE4C65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4522064"/>
                <a:ext cx="540000" cy="224870"/>
              </a:xfrm>
              <a:prstGeom prst="rect">
                <a:avLst/>
              </a:prstGeom>
              <a:blipFill>
                <a:blip r:embed="rId1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直线箭头连接符 99">
            <a:extLst>
              <a:ext uri="{FF2B5EF4-FFF2-40B4-BE49-F238E27FC236}">
                <a16:creationId xmlns:a16="http://schemas.microsoft.com/office/drawing/2014/main" id="{8DC0FC14-2CB9-718A-2CB9-2DCABD9A5766}"/>
              </a:ext>
            </a:extLst>
          </p:cNvPr>
          <p:cNvCxnSpPr/>
          <p:nvPr/>
        </p:nvCxnSpPr>
        <p:spPr>
          <a:xfrm>
            <a:off x="3227613" y="708452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7F2066D7-4DEB-9756-8DAC-C6335F40ADF0}"/>
              </a:ext>
            </a:extLst>
          </p:cNvPr>
          <p:cNvCxnSpPr/>
          <p:nvPr/>
        </p:nvCxnSpPr>
        <p:spPr>
          <a:xfrm>
            <a:off x="3227613" y="2042050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8AC30A26-7189-7D0B-9EC7-CB34AED9BF5A}"/>
              </a:ext>
            </a:extLst>
          </p:cNvPr>
          <p:cNvCxnSpPr/>
          <p:nvPr/>
        </p:nvCxnSpPr>
        <p:spPr>
          <a:xfrm>
            <a:off x="3227613" y="3404907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B33A2093-4BC0-EA81-8B59-9CC8428F9784}"/>
              </a:ext>
            </a:extLst>
          </p:cNvPr>
          <p:cNvCxnSpPr/>
          <p:nvPr/>
        </p:nvCxnSpPr>
        <p:spPr>
          <a:xfrm>
            <a:off x="3227613" y="4746262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480928D2-63A3-6957-5728-BDC7DBD7EB4F}"/>
              </a:ext>
            </a:extLst>
          </p:cNvPr>
          <p:cNvCxnSpPr/>
          <p:nvPr/>
        </p:nvCxnSpPr>
        <p:spPr>
          <a:xfrm>
            <a:off x="4672423" y="708515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4F165515-503E-26B4-C446-7B903DB338EA}"/>
              </a:ext>
            </a:extLst>
          </p:cNvPr>
          <p:cNvCxnSpPr/>
          <p:nvPr/>
        </p:nvCxnSpPr>
        <p:spPr>
          <a:xfrm>
            <a:off x="4674010" y="2040515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27AF1BC2-BC52-144B-4DCE-B8EC17EB69D3}"/>
              </a:ext>
            </a:extLst>
          </p:cNvPr>
          <p:cNvCxnSpPr/>
          <p:nvPr/>
        </p:nvCxnSpPr>
        <p:spPr>
          <a:xfrm>
            <a:off x="4674010" y="3404915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8C8FB134-092B-6725-045E-AE28E81E65CE}"/>
              </a:ext>
            </a:extLst>
          </p:cNvPr>
          <p:cNvCxnSpPr/>
          <p:nvPr/>
        </p:nvCxnSpPr>
        <p:spPr>
          <a:xfrm>
            <a:off x="4674010" y="4746934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AA49F459-FB6F-8829-28DA-D79AC323B385}"/>
                  </a:ext>
                </a:extLst>
              </p:cNvPr>
              <p:cNvSpPr txBox="1"/>
              <p:nvPr/>
            </p:nvSpPr>
            <p:spPr>
              <a:xfrm>
                <a:off x="5233609" y="582952"/>
                <a:ext cx="2873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AA49F459-FB6F-8829-28DA-D79AC323B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609" y="582952"/>
                <a:ext cx="287386" cy="276999"/>
              </a:xfrm>
              <a:prstGeom prst="rect">
                <a:avLst/>
              </a:prstGeom>
              <a:blipFill>
                <a:blip r:embed="rId17"/>
                <a:stretch>
                  <a:fillRect l="-17391" r="-4348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031C6F06-69CC-B446-2B6E-C12DD2D4BB85}"/>
                  </a:ext>
                </a:extLst>
              </p:cNvPr>
              <p:cNvSpPr txBox="1"/>
              <p:nvPr/>
            </p:nvSpPr>
            <p:spPr>
              <a:xfrm>
                <a:off x="5233609" y="1866582"/>
                <a:ext cx="2927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031C6F06-69CC-B446-2B6E-C12DD2D4B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609" y="1866582"/>
                <a:ext cx="292708" cy="276999"/>
              </a:xfrm>
              <a:prstGeom prst="rect">
                <a:avLst/>
              </a:prstGeom>
              <a:blipFill>
                <a:blip r:embed="rId18"/>
                <a:stretch>
                  <a:fillRect l="-16667"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A5FAF9C3-FA92-7DBD-B6CC-4B06AACB112F}"/>
                  </a:ext>
                </a:extLst>
              </p:cNvPr>
              <p:cNvSpPr txBox="1"/>
              <p:nvPr/>
            </p:nvSpPr>
            <p:spPr>
              <a:xfrm>
                <a:off x="5233609" y="3254838"/>
                <a:ext cx="2927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A5FAF9C3-FA92-7DBD-B6CC-4B06AACB1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609" y="3254838"/>
                <a:ext cx="292708" cy="276999"/>
              </a:xfrm>
              <a:prstGeom prst="rect">
                <a:avLst/>
              </a:prstGeom>
              <a:blipFill>
                <a:blip r:embed="rId19"/>
                <a:stretch>
                  <a:fillRect l="-16667" b="-3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AC506E50-E525-6E48-33E5-C1262EF491F7}"/>
                  </a:ext>
                </a:extLst>
              </p:cNvPr>
              <p:cNvSpPr txBox="1"/>
              <p:nvPr/>
            </p:nvSpPr>
            <p:spPr>
              <a:xfrm>
                <a:off x="5233609" y="4594637"/>
                <a:ext cx="2828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AC506E50-E525-6E48-33E5-C1262EF49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609" y="4594637"/>
                <a:ext cx="282834" cy="276999"/>
              </a:xfrm>
              <a:prstGeom prst="rect">
                <a:avLst/>
              </a:prstGeom>
              <a:blipFill>
                <a:blip r:embed="rId20"/>
                <a:stretch>
                  <a:fillRect l="-17391" r="-4348"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ED99EAD1-A8BD-1EFE-5ABC-9A99CE77A65C}"/>
              </a:ext>
            </a:extLst>
          </p:cNvPr>
          <p:cNvGrpSpPr/>
          <p:nvPr/>
        </p:nvGrpSpPr>
        <p:grpSpPr>
          <a:xfrm>
            <a:off x="2818664" y="3641308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6A048991-44C5-3B8C-B959-95ACB125D168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967248B2-A117-9510-A557-B51AF51DF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3"/>
                  <a:stretch>
                    <a:fillRect b="-111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7" name="直线箭头连接符 146">
              <a:extLst>
                <a:ext uri="{FF2B5EF4-FFF2-40B4-BE49-F238E27FC236}">
                  <a16:creationId xmlns:a16="http://schemas.microsoft.com/office/drawing/2014/main" id="{4FBB62AB-1219-C420-B3FD-68BD99414D91}"/>
                </a:ext>
              </a:extLst>
            </p:cNvPr>
            <p:cNvCxnSpPr>
              <a:cxnSpLocks/>
              <a:stCxn id="148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CB7887FE-A180-2402-37E9-F6E6DD168D08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4F346BD7-2497-0C23-E6D5-C37A428323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4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93F5F62A-6E05-31B2-D8E2-1ED2869E1A0D}"/>
              </a:ext>
            </a:extLst>
          </p:cNvPr>
          <p:cNvGrpSpPr/>
          <p:nvPr/>
        </p:nvGrpSpPr>
        <p:grpSpPr>
          <a:xfrm>
            <a:off x="2818664" y="2323498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2E28EFC7-E18C-A148-7757-4F4664035DCB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0F3E2B02-146D-86F6-AA1E-AA06613B49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5"/>
                  <a:stretch>
                    <a:fillRect b="-1176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1" name="直线箭头连接符 150">
              <a:extLst>
                <a:ext uri="{FF2B5EF4-FFF2-40B4-BE49-F238E27FC236}">
                  <a16:creationId xmlns:a16="http://schemas.microsoft.com/office/drawing/2014/main" id="{5E673BA9-C2E2-85A9-CA75-341530A55FC6}"/>
                </a:ext>
              </a:extLst>
            </p:cNvPr>
            <p:cNvCxnSpPr>
              <a:cxnSpLocks/>
              <a:stCxn id="152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D804C891-AA91-249E-71AC-0D300BF99F39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CA65116-D803-518A-9056-D150530FE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6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A94D5595-7BD2-6B5D-3B52-12500A75BF5D}"/>
              </a:ext>
            </a:extLst>
          </p:cNvPr>
          <p:cNvGrpSpPr/>
          <p:nvPr/>
        </p:nvGrpSpPr>
        <p:grpSpPr>
          <a:xfrm>
            <a:off x="2818664" y="982613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6E13F2A3-2FDF-7422-2A2C-E73719845FA5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8DD0A483-4B6A-E8AF-479C-00BE4AF203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7"/>
                  <a:stretch>
                    <a:fillRect b="-111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5" name="直线箭头连接符 154">
              <a:extLst>
                <a:ext uri="{FF2B5EF4-FFF2-40B4-BE49-F238E27FC236}">
                  <a16:creationId xmlns:a16="http://schemas.microsoft.com/office/drawing/2014/main" id="{8B1526A1-B5D0-77A2-6104-6C178880FF26}"/>
                </a:ext>
              </a:extLst>
            </p:cNvPr>
            <p:cNvCxnSpPr>
              <a:cxnSpLocks/>
              <a:stCxn id="156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D5082C36-752E-3A20-EAE2-7762ACFA6F29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2DFAFCF9-2494-4EA7-EAF0-9552F96BC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8"/>
                  <a:stretch>
                    <a:fillRect l="-23077" r="-15385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51FAE5C5-D72A-225E-94CE-7B3808ADA31B}"/>
              </a:ext>
            </a:extLst>
          </p:cNvPr>
          <p:cNvGrpSpPr/>
          <p:nvPr/>
        </p:nvGrpSpPr>
        <p:grpSpPr>
          <a:xfrm>
            <a:off x="2832369" y="5001122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8252F135-1DBF-0653-7BDF-2F0A1F69BC12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F1A8BD8F-5A78-3166-7171-FA5CF5DE5C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9"/>
                  <a:stretch>
                    <a:fillRect b="-1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9" name="直线箭头连接符 158">
              <a:extLst>
                <a:ext uri="{FF2B5EF4-FFF2-40B4-BE49-F238E27FC236}">
                  <a16:creationId xmlns:a16="http://schemas.microsoft.com/office/drawing/2014/main" id="{21D18070-B5C4-4EDB-5F6A-B554C2B7C6AB}"/>
                </a:ext>
              </a:extLst>
            </p:cNvPr>
            <p:cNvCxnSpPr>
              <a:cxnSpLocks/>
              <a:stCxn id="160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EB885061-4959-FD17-53F5-42E8514FB58D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829B752E-881C-2185-175F-9DDC4F2F4A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40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B5577186-4E20-59C7-AC96-139D5FC9DF72}"/>
              </a:ext>
            </a:extLst>
          </p:cNvPr>
          <p:cNvGrpSpPr/>
          <p:nvPr/>
        </p:nvGrpSpPr>
        <p:grpSpPr>
          <a:xfrm>
            <a:off x="1721639" y="5842002"/>
            <a:ext cx="720000" cy="720000"/>
            <a:chOff x="1232438" y="5926667"/>
            <a:chExt cx="720000" cy="7200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D08EC634-9CF8-05C4-C385-BC3592231D84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AA210520-A186-6491-50C9-FA2B75E74E00}"/>
                    </a:ext>
                  </a:extLst>
                </p:cNvPr>
                <p:cNvSpPr txBox="1"/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kumimoji="1" lang="en-US" altLang="zh-CN" sz="2000" b="0" dirty="0"/>
                </a:p>
              </p:txBody>
            </p:sp>
          </mc:Choice>
          <mc:Fallback xmlns="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AA210520-A186-6491-50C9-FA2B75E74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blipFill>
                  <a:blip r:embed="rId41"/>
                  <a:stretch>
                    <a:fillRect b="-38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C9A45A3A-6C15-555D-F401-067A91038448}"/>
              </a:ext>
            </a:extLst>
          </p:cNvPr>
          <p:cNvGrpSpPr/>
          <p:nvPr/>
        </p:nvGrpSpPr>
        <p:grpSpPr>
          <a:xfrm>
            <a:off x="2757159" y="5842002"/>
            <a:ext cx="360000" cy="720000"/>
            <a:chOff x="1232438" y="5926667"/>
            <a:chExt cx="720000" cy="7200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A2DC501F-A8F5-AFAF-A25B-7BFD8C3A7D9B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510B22BE-8E1E-BE65-6D60-D521B295C985}"/>
                    </a:ext>
                  </a:extLst>
                </p:cNvPr>
                <p:cNvSpPr txBox="1"/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en-US" altLang="zh-CN" sz="2000" b="1" dirty="0"/>
                </a:p>
              </p:txBody>
            </p:sp>
          </mc:Choice>
          <mc:Fallback xmlns="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510B22BE-8E1E-BE65-6D60-D521B295C9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blipFill>
                  <a:blip r:embed="rId42"/>
                  <a:stretch>
                    <a:fillRect l="-8333" r="-8333" b="-769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967CD3B-7884-9779-3FB2-5B75FFEC9059}"/>
              </a:ext>
            </a:extLst>
          </p:cNvPr>
          <p:cNvGrpSpPr/>
          <p:nvPr/>
        </p:nvGrpSpPr>
        <p:grpSpPr>
          <a:xfrm>
            <a:off x="493476" y="5842800"/>
            <a:ext cx="360000" cy="720000"/>
            <a:chOff x="1232438" y="5926667"/>
            <a:chExt cx="720000" cy="7200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6029BAB-A3A4-417C-0548-DE81B6DAFD8F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C4457B29-A16C-D3AF-8C0B-AE92C3F37682}"/>
                    </a:ext>
                  </a:extLst>
                </p:cNvPr>
                <p:cNvSpPr txBox="1"/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kumimoji="1" lang="en-US" altLang="zh-CN" sz="2000" b="1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C4457B29-A16C-D3AF-8C0B-AE92C3F376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66AA3F48-6407-9C7C-0A2C-13017F2EAE9E}"/>
              </a:ext>
            </a:extLst>
          </p:cNvPr>
          <p:cNvGrpSpPr/>
          <p:nvPr/>
        </p:nvGrpSpPr>
        <p:grpSpPr>
          <a:xfrm>
            <a:off x="5195026" y="5842002"/>
            <a:ext cx="360000" cy="720000"/>
            <a:chOff x="1232438" y="5926667"/>
            <a:chExt cx="720000" cy="7200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B50992C6-D680-3D06-3EA2-253328E66C65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F40C964D-92F4-7B9E-037B-CA3E5C7C7B09}"/>
                    </a:ext>
                  </a:extLst>
                </p:cNvPr>
                <p:cNvSpPr txBox="1"/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oMath>
                    </m:oMathPara>
                  </a14:m>
                  <a:endParaRPr kumimoji="1" lang="en-US" altLang="zh-CN" sz="2000" b="1" dirty="0"/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F40C964D-92F4-7B9E-037B-CA3E5C7C7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blipFill>
                  <a:blip r:embed="rId44"/>
                  <a:stretch>
                    <a:fillRect l="-8333" r="-4167" b="-1923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A5CC0969-B91A-5A9E-580C-DD064C363530}"/>
              </a:ext>
            </a:extLst>
          </p:cNvPr>
          <p:cNvSpPr txBox="1"/>
          <p:nvPr/>
        </p:nvSpPr>
        <p:spPr>
          <a:xfrm>
            <a:off x="8623138" y="536785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0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7E629354-937C-0C54-0041-7A856D07D080}"/>
              </a:ext>
            </a:extLst>
          </p:cNvPr>
          <p:cNvSpPr txBox="1"/>
          <p:nvPr/>
        </p:nvSpPr>
        <p:spPr>
          <a:xfrm>
            <a:off x="8623138" y="185584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1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9584F474-0F7B-E374-1AE9-8FD1AB67E119}"/>
              </a:ext>
            </a:extLst>
          </p:cNvPr>
          <p:cNvSpPr txBox="1"/>
          <p:nvPr/>
        </p:nvSpPr>
        <p:spPr>
          <a:xfrm>
            <a:off x="8623138" y="32086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0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4933E31C-8A7B-ABFB-5298-574AEF24144A}"/>
              </a:ext>
            </a:extLst>
          </p:cNvPr>
          <p:cNvSpPr txBox="1"/>
          <p:nvPr/>
        </p:nvSpPr>
        <p:spPr>
          <a:xfrm>
            <a:off x="8623138" y="456159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0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0778E4C5-A565-E5B1-F74C-ED472193E515}"/>
              </a:ext>
            </a:extLst>
          </p:cNvPr>
          <p:cNvSpPr/>
          <p:nvPr/>
        </p:nvSpPr>
        <p:spPr>
          <a:xfrm>
            <a:off x="8310623" y="438452"/>
            <a:ext cx="900000" cy="47279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017AC052-D99F-E191-3134-1FB0F8761C59}"/>
              </a:ext>
            </a:extLst>
          </p:cNvPr>
          <p:cNvGrpSpPr/>
          <p:nvPr/>
        </p:nvGrpSpPr>
        <p:grpSpPr>
          <a:xfrm>
            <a:off x="8623138" y="5842800"/>
            <a:ext cx="360000" cy="720000"/>
            <a:chOff x="1232438" y="5926667"/>
            <a:chExt cx="720000" cy="7200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582B0A88-7D68-6B65-36D6-43838B621F10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B6118990-A3AB-9D08-2906-EF798067446E}"/>
                    </a:ext>
                  </a:extLst>
                </p:cNvPr>
                <p:cNvSpPr txBox="1"/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oMath>
                    </m:oMathPara>
                  </a14:m>
                  <a:endParaRPr kumimoji="1" lang="en-US" altLang="zh-CN" sz="2000" b="1" dirty="0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B6118990-A3AB-9D08-2906-EF79806744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blipFill>
                  <a:blip r:embed="rId45"/>
                  <a:stretch>
                    <a:fillRect b="-38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0" name="矩形 109">
            <a:extLst>
              <a:ext uri="{FF2B5EF4-FFF2-40B4-BE49-F238E27FC236}">
                <a16:creationId xmlns:a16="http://schemas.microsoft.com/office/drawing/2014/main" id="{135DB9A6-7F80-28B7-3FD3-4228CFDE1903}"/>
              </a:ext>
            </a:extLst>
          </p:cNvPr>
          <p:cNvSpPr/>
          <p:nvPr/>
        </p:nvSpPr>
        <p:spPr>
          <a:xfrm>
            <a:off x="4921193" y="438451"/>
            <a:ext cx="900000" cy="47279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DCC2348C-6B05-42FC-D398-C06BFE9CE09C}"/>
              </a:ext>
            </a:extLst>
          </p:cNvPr>
          <p:cNvCxnSpPr>
            <a:cxnSpLocks/>
          </p:cNvCxnSpPr>
          <p:nvPr/>
        </p:nvCxnSpPr>
        <p:spPr>
          <a:xfrm>
            <a:off x="5972537" y="2489898"/>
            <a:ext cx="2095018" cy="2"/>
          </a:xfrm>
          <a:prstGeom prst="straightConnector1">
            <a:avLst/>
          </a:prstGeom>
          <a:ln w="635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5257EA82-F942-90ED-B010-1A2A8E5CC1E6}"/>
              </a:ext>
            </a:extLst>
          </p:cNvPr>
          <p:cNvSpPr txBox="1"/>
          <p:nvPr/>
        </p:nvSpPr>
        <p:spPr>
          <a:xfrm>
            <a:off x="6240265" y="2028365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Cross Entropy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9EB972D6-3C63-C1FB-22DC-38F8F7B18542}"/>
                  </a:ext>
                </a:extLst>
              </p:cNvPr>
              <p:cNvSpPr txBox="1"/>
              <p:nvPr/>
            </p:nvSpPr>
            <p:spPr>
              <a:xfrm>
                <a:off x="6214584" y="3003290"/>
                <a:ext cx="1626536" cy="7775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kumimoji="1" lang="en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" altLang="zh-CN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" altLang="zh-CN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9EB972D6-3C63-C1FB-22DC-38F8F7B18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584" y="3003290"/>
                <a:ext cx="1626536" cy="777585"/>
              </a:xfrm>
              <a:prstGeom prst="rect">
                <a:avLst/>
              </a:prstGeom>
              <a:blipFill>
                <a:blip r:embed="rId46"/>
                <a:stretch>
                  <a:fillRect l="-37209" t="-111290" r="-4651" b="-174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圆角矩形 119">
            <a:extLst>
              <a:ext uri="{FF2B5EF4-FFF2-40B4-BE49-F238E27FC236}">
                <a16:creationId xmlns:a16="http://schemas.microsoft.com/office/drawing/2014/main" id="{1E145126-44DD-010B-3723-301C79352D1D}"/>
              </a:ext>
            </a:extLst>
          </p:cNvPr>
          <p:cNvSpPr/>
          <p:nvPr/>
        </p:nvSpPr>
        <p:spPr>
          <a:xfrm>
            <a:off x="3742160" y="438451"/>
            <a:ext cx="916815" cy="4726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27DD3C4-E0CC-D138-7858-85816DAD0035}"/>
                  </a:ext>
                </a:extLst>
              </p:cNvPr>
              <p:cNvSpPr txBox="1"/>
              <p:nvPr/>
            </p:nvSpPr>
            <p:spPr>
              <a:xfrm>
                <a:off x="3836289" y="2694148"/>
                <a:ext cx="75084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𝑠𝑜𝑓𝑡𝑚𝑎𝑥</m:t>
                      </m:r>
                    </m:oMath>
                  </m:oMathPara>
                </a14:m>
                <a:endParaRPr kumimoji="1" lang="zh-CN" alt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27DD3C4-E0CC-D138-7858-85816DAD0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289" y="2694148"/>
                <a:ext cx="750847" cy="215444"/>
              </a:xfrm>
              <a:prstGeom prst="rect">
                <a:avLst/>
              </a:prstGeom>
              <a:blipFill>
                <a:blip r:embed="rId47"/>
                <a:stretch>
                  <a:fillRect l="-6667" t="-5882" r="-8333" b="-35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234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021F0-FA7C-F893-DE81-92275BD5F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02DBFDA-E314-43E1-3FC6-1D2804BB8A01}"/>
                  </a:ext>
                </a:extLst>
              </p:cNvPr>
              <p:cNvSpPr txBox="1"/>
              <p:nvPr/>
            </p:nvSpPr>
            <p:spPr>
              <a:xfrm>
                <a:off x="313476" y="1003216"/>
                <a:ext cx="540000" cy="46800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02DBFDA-E314-43E1-3FC6-1D2804BB8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76" y="1003216"/>
                <a:ext cx="540000" cy="468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811D246-51F6-D7B1-5FD3-06F3102C8BAC}"/>
                  </a:ext>
                </a:extLst>
              </p:cNvPr>
              <p:cNvSpPr txBox="1"/>
              <p:nvPr/>
            </p:nvSpPr>
            <p:spPr>
              <a:xfrm>
                <a:off x="313476" y="2474850"/>
                <a:ext cx="540000" cy="46800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811D246-51F6-D7B1-5FD3-06F3102C8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76" y="2474850"/>
                <a:ext cx="540000" cy="468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9BBD29D-F4A9-6C76-33AA-6BA7DF36BFA8}"/>
                  </a:ext>
                </a:extLst>
              </p:cNvPr>
              <p:cNvSpPr txBox="1"/>
              <p:nvPr/>
            </p:nvSpPr>
            <p:spPr>
              <a:xfrm>
                <a:off x="313476" y="3946484"/>
                <a:ext cx="540000" cy="46800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9BBD29D-F4A9-6C76-33AA-6BA7DF36B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76" y="3946484"/>
                <a:ext cx="540000" cy="46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D37CFF8B-88E3-1D92-0168-8164C84082D3}"/>
              </a:ext>
            </a:extLst>
          </p:cNvPr>
          <p:cNvGrpSpPr/>
          <p:nvPr/>
        </p:nvGrpSpPr>
        <p:grpSpPr>
          <a:xfrm>
            <a:off x="2655561" y="438452"/>
            <a:ext cx="540000" cy="4540796"/>
            <a:chOff x="4410636" y="817548"/>
            <a:chExt cx="540000" cy="4540796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0F992CD-BA5D-55B9-5936-C441EE4EF5B9}"/>
                </a:ext>
              </a:extLst>
            </p:cNvPr>
            <p:cNvSpPr/>
            <p:nvPr/>
          </p:nvSpPr>
          <p:spPr>
            <a:xfrm>
              <a:off x="4410636" y="817548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3D79EFB0-939E-30E9-BC32-C37186E2C126}"/>
                </a:ext>
              </a:extLst>
            </p:cNvPr>
            <p:cNvSpPr/>
            <p:nvPr/>
          </p:nvSpPr>
          <p:spPr>
            <a:xfrm>
              <a:off x="4410636" y="4818344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C94F70CB-B704-48C6-0329-27F24242035D}"/>
                </a:ext>
              </a:extLst>
            </p:cNvPr>
            <p:cNvSpPr/>
            <p:nvPr/>
          </p:nvSpPr>
          <p:spPr>
            <a:xfrm>
              <a:off x="4410636" y="2151146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A63A26F0-0AC4-1AE0-5430-DD1B86FE2915}"/>
                </a:ext>
              </a:extLst>
            </p:cNvPr>
            <p:cNvSpPr/>
            <p:nvPr/>
          </p:nvSpPr>
          <p:spPr>
            <a:xfrm>
              <a:off x="4410636" y="3484745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</p:grp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6E18FDCD-807A-6E1A-C4C7-A18CA3C472BE}"/>
              </a:ext>
            </a:extLst>
          </p:cNvPr>
          <p:cNvCxnSpPr>
            <a:stCxn id="5" idx="3"/>
            <a:endCxn id="9" idx="2"/>
          </p:cNvCxnSpPr>
          <p:nvPr/>
        </p:nvCxnSpPr>
        <p:spPr>
          <a:xfrm flipV="1">
            <a:off x="853476" y="708452"/>
            <a:ext cx="1802085" cy="528764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265F0D5E-7F40-82C0-004F-0099E3521B8A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 flipV="1">
            <a:off x="853476" y="708452"/>
            <a:ext cx="1802085" cy="2000398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901325F5-6930-BCAD-90F9-03C70B35B244}"/>
              </a:ext>
            </a:extLst>
          </p:cNvPr>
          <p:cNvCxnSpPr>
            <a:cxnSpLocks/>
            <a:stCxn id="8" idx="3"/>
            <a:endCxn id="9" idx="2"/>
          </p:cNvCxnSpPr>
          <p:nvPr/>
        </p:nvCxnSpPr>
        <p:spPr>
          <a:xfrm flipV="1">
            <a:off x="853476" y="708452"/>
            <a:ext cx="1802085" cy="3472032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E947CCD-3781-231B-C812-B704A4F6CAC4}"/>
                  </a:ext>
                </a:extLst>
              </p:cNvPr>
              <p:cNvSpPr txBox="1"/>
              <p:nvPr/>
            </p:nvSpPr>
            <p:spPr>
              <a:xfrm>
                <a:off x="2055525" y="614494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0F50430-3B14-D537-5D94-24BC64893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614494"/>
                <a:ext cx="540000" cy="224870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FBC0CFE-C53D-4910-1D95-62CBF3D5C623}"/>
                  </a:ext>
                </a:extLst>
              </p:cNvPr>
              <p:cNvSpPr txBox="1"/>
              <p:nvPr/>
            </p:nvSpPr>
            <p:spPr>
              <a:xfrm>
                <a:off x="2055525" y="966690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2615697-3852-5ACC-FDC9-2F5E8E0AA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966690"/>
                <a:ext cx="540000" cy="224870"/>
              </a:xfrm>
              <a:prstGeom prst="rect">
                <a:avLst/>
              </a:prstGeom>
              <a:blipFill>
                <a:blip r:embed="rId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0EBCE22-020D-7ECA-BA3E-CEEAF7AD6234}"/>
                  </a:ext>
                </a:extLst>
              </p:cNvPr>
              <p:cNvSpPr txBox="1"/>
              <p:nvPr/>
            </p:nvSpPr>
            <p:spPr>
              <a:xfrm>
                <a:off x="2055525" y="1320108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3AB38FD-FF28-594F-148C-846DDE472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1320108"/>
                <a:ext cx="540000" cy="224870"/>
              </a:xfrm>
              <a:prstGeom prst="rect">
                <a:avLst/>
              </a:prstGeom>
              <a:blipFill>
                <a:blip r:embed="rId7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26A78442-01C0-C7B9-7E6A-89540D183E16}"/>
              </a:ext>
            </a:extLst>
          </p:cNvPr>
          <p:cNvCxnSpPr>
            <a:cxnSpLocks/>
            <a:stCxn id="5" idx="3"/>
            <a:endCxn id="3" idx="2"/>
          </p:cNvCxnSpPr>
          <p:nvPr/>
        </p:nvCxnSpPr>
        <p:spPr>
          <a:xfrm>
            <a:off x="853476" y="1237216"/>
            <a:ext cx="1802085" cy="8048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EF0F8E56-FCAA-6292-485E-9342D9F3A3EB}"/>
              </a:ext>
            </a:extLst>
          </p:cNvPr>
          <p:cNvCxnSpPr>
            <a:cxnSpLocks/>
            <a:stCxn id="7" idx="3"/>
            <a:endCxn id="3" idx="2"/>
          </p:cNvCxnSpPr>
          <p:nvPr/>
        </p:nvCxnSpPr>
        <p:spPr>
          <a:xfrm flipV="1">
            <a:off x="853476" y="2042050"/>
            <a:ext cx="1802085" cy="6668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7DB82DCC-D10F-BE52-18AB-8F36C0E28B9A}"/>
              </a:ext>
            </a:extLst>
          </p:cNvPr>
          <p:cNvCxnSpPr>
            <a:cxnSpLocks/>
            <a:stCxn id="8" idx="3"/>
            <a:endCxn id="3" idx="2"/>
          </p:cNvCxnSpPr>
          <p:nvPr/>
        </p:nvCxnSpPr>
        <p:spPr>
          <a:xfrm flipV="1">
            <a:off x="853476" y="2042050"/>
            <a:ext cx="1802085" cy="21384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C935240-0335-005F-16F8-009E73E92BDA}"/>
                  </a:ext>
                </a:extLst>
              </p:cNvPr>
              <p:cNvSpPr txBox="1"/>
              <p:nvPr/>
            </p:nvSpPr>
            <p:spPr>
              <a:xfrm>
                <a:off x="2054036" y="1716311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7D36F5E-747E-D0AD-22CE-284890124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036" y="1716311"/>
                <a:ext cx="540000" cy="224870"/>
              </a:xfrm>
              <a:prstGeom prst="rect">
                <a:avLst/>
              </a:prstGeom>
              <a:blipFill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FA8F17FF-FB42-8769-3142-72885AF99A9E}"/>
                  </a:ext>
                </a:extLst>
              </p:cNvPr>
              <p:cNvSpPr txBox="1"/>
              <p:nvPr/>
            </p:nvSpPr>
            <p:spPr>
              <a:xfrm>
                <a:off x="2055525" y="2042050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BFC70D8-4D77-863A-64DA-9E6DDF390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2042050"/>
                <a:ext cx="540000" cy="224870"/>
              </a:xfrm>
              <a:prstGeom prst="rect">
                <a:avLst/>
              </a:prstGeom>
              <a:blipFill>
                <a:blip r:embed="rId9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BBA8655-1AD7-F98E-6AFD-363513670013}"/>
                  </a:ext>
                </a:extLst>
              </p:cNvPr>
              <p:cNvSpPr txBox="1"/>
              <p:nvPr/>
            </p:nvSpPr>
            <p:spPr>
              <a:xfrm>
                <a:off x="2055525" y="2355137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85F57C6A-CA84-737C-07C8-825C59D7B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2355137"/>
                <a:ext cx="540000" cy="224870"/>
              </a:xfrm>
              <a:prstGeom prst="rect">
                <a:avLst/>
              </a:prstGeom>
              <a:blipFill>
                <a:blip r:embed="rId10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82978786-73A5-33C1-F9BF-D7D8048B1535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>
            <a:off x="853476" y="1237216"/>
            <a:ext cx="1802085" cy="2138433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49B80F5E-B3C9-F12A-C8C4-81E7EB6341D3}"/>
              </a:ext>
            </a:extLst>
          </p:cNvPr>
          <p:cNvCxnSpPr>
            <a:cxnSpLocks/>
            <a:stCxn id="7" idx="3"/>
            <a:endCxn id="4" idx="2"/>
          </p:cNvCxnSpPr>
          <p:nvPr/>
        </p:nvCxnSpPr>
        <p:spPr>
          <a:xfrm>
            <a:off x="853476" y="2708850"/>
            <a:ext cx="1802085" cy="666799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CE869F0F-BDB6-5656-B4FC-E328A782C9FE}"/>
              </a:ext>
            </a:extLst>
          </p:cNvPr>
          <p:cNvCxnSpPr>
            <a:cxnSpLocks/>
            <a:stCxn id="8" idx="3"/>
            <a:endCxn id="4" idx="2"/>
          </p:cNvCxnSpPr>
          <p:nvPr/>
        </p:nvCxnSpPr>
        <p:spPr>
          <a:xfrm flipV="1">
            <a:off x="853476" y="3375649"/>
            <a:ext cx="1802085" cy="804835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4F173DC1-65E7-F944-07D9-76CDAAB9F6BC}"/>
                  </a:ext>
                </a:extLst>
              </p:cNvPr>
              <p:cNvSpPr txBox="1"/>
              <p:nvPr/>
            </p:nvSpPr>
            <p:spPr>
              <a:xfrm>
                <a:off x="2055525" y="2829880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8F79441C-35F8-8223-378C-64644CA7D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2829880"/>
                <a:ext cx="540000" cy="224870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C43F444E-9E51-66A2-AAF3-EEBAE7EEFC3E}"/>
                  </a:ext>
                </a:extLst>
              </p:cNvPr>
              <p:cNvSpPr txBox="1"/>
              <p:nvPr/>
            </p:nvSpPr>
            <p:spPr>
              <a:xfrm>
                <a:off x="2055525" y="3104664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DF5A65B6-D70B-ABD7-AC1B-4D7C2599C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3104664"/>
                <a:ext cx="540000" cy="224870"/>
              </a:xfrm>
              <a:prstGeom prst="rect">
                <a:avLst/>
              </a:prstGeom>
              <a:blipFill>
                <a:blip r:embed="rId12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A60E17F6-20B2-0777-3A3B-DFE5720964B4}"/>
                  </a:ext>
                </a:extLst>
              </p:cNvPr>
              <p:cNvSpPr txBox="1"/>
              <p:nvPr/>
            </p:nvSpPr>
            <p:spPr>
              <a:xfrm>
                <a:off x="2054850" y="3404907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12A3D66E-D9F7-76D7-BA7F-4E6463E7A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50" y="3404907"/>
                <a:ext cx="540000" cy="224870"/>
              </a:xfrm>
              <a:prstGeom prst="rect">
                <a:avLst/>
              </a:prstGeom>
              <a:blipFill>
                <a:blip r:embed="rId1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5A18F889-0841-AA56-30E0-0C87538C44F7}"/>
              </a:ext>
            </a:extLst>
          </p:cNvPr>
          <p:cNvCxnSpPr>
            <a:cxnSpLocks/>
            <a:stCxn id="5" idx="3"/>
            <a:endCxn id="2" idx="2"/>
          </p:cNvCxnSpPr>
          <p:nvPr/>
        </p:nvCxnSpPr>
        <p:spPr>
          <a:xfrm>
            <a:off x="853476" y="1237216"/>
            <a:ext cx="1802085" cy="3472032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AA3F2338-0D36-4935-53AD-AAF77D68675D}"/>
              </a:ext>
            </a:extLst>
          </p:cNvPr>
          <p:cNvCxnSpPr>
            <a:cxnSpLocks/>
            <a:stCxn id="7" idx="3"/>
            <a:endCxn id="2" idx="2"/>
          </p:cNvCxnSpPr>
          <p:nvPr/>
        </p:nvCxnSpPr>
        <p:spPr>
          <a:xfrm>
            <a:off x="853476" y="2708850"/>
            <a:ext cx="1802085" cy="200039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3C6DC78A-E49F-C175-B8E3-24C3E483A977}"/>
              </a:ext>
            </a:extLst>
          </p:cNvPr>
          <p:cNvCxnSpPr>
            <a:cxnSpLocks/>
            <a:stCxn id="8" idx="3"/>
            <a:endCxn id="2" idx="2"/>
          </p:cNvCxnSpPr>
          <p:nvPr/>
        </p:nvCxnSpPr>
        <p:spPr>
          <a:xfrm>
            <a:off x="853476" y="4180484"/>
            <a:ext cx="1802085" cy="528764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0D371B8B-F5ED-5918-3204-5092C7432251}"/>
                  </a:ext>
                </a:extLst>
              </p:cNvPr>
              <p:cNvSpPr txBox="1"/>
              <p:nvPr/>
            </p:nvSpPr>
            <p:spPr>
              <a:xfrm>
                <a:off x="2055525" y="3880241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B1125C59-B3CE-9A6B-74D4-EBFCDFF3D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3880241"/>
                <a:ext cx="540000" cy="224870"/>
              </a:xfrm>
              <a:prstGeom prst="rect">
                <a:avLst/>
              </a:prstGeom>
              <a:blipFill>
                <a:blip r:embed="rId1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A21E2FF7-C00D-2D75-8BDC-BD5060AE1870}"/>
                  </a:ext>
                </a:extLst>
              </p:cNvPr>
              <p:cNvSpPr txBox="1"/>
              <p:nvPr/>
            </p:nvSpPr>
            <p:spPr>
              <a:xfrm>
                <a:off x="2054851" y="4180483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C34ECA1A-51CE-7BCD-F56E-E3835E447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51" y="4180483"/>
                <a:ext cx="540000" cy="224870"/>
              </a:xfrm>
              <a:prstGeom prst="rect">
                <a:avLst/>
              </a:prstGeom>
              <a:blipFill>
                <a:blip r:embed="rId1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ADB778CF-E552-E329-DB82-BCF50D9FC3F6}"/>
                  </a:ext>
                </a:extLst>
              </p:cNvPr>
              <p:cNvSpPr txBox="1"/>
              <p:nvPr/>
            </p:nvSpPr>
            <p:spPr>
              <a:xfrm>
                <a:off x="2055525" y="4522064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C0F590BC-0DF9-AC84-A9BA-FBCBE4C65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25" y="4522064"/>
                <a:ext cx="540000" cy="224870"/>
              </a:xfrm>
              <a:prstGeom prst="rect">
                <a:avLst/>
              </a:prstGeom>
              <a:blipFill>
                <a:blip r:embed="rId1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直线箭头连接符 99">
            <a:extLst>
              <a:ext uri="{FF2B5EF4-FFF2-40B4-BE49-F238E27FC236}">
                <a16:creationId xmlns:a16="http://schemas.microsoft.com/office/drawing/2014/main" id="{6E9776DF-A8B9-AFC4-769C-958A22B8509E}"/>
              </a:ext>
            </a:extLst>
          </p:cNvPr>
          <p:cNvCxnSpPr/>
          <p:nvPr/>
        </p:nvCxnSpPr>
        <p:spPr>
          <a:xfrm>
            <a:off x="3227613" y="708452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120A0A59-1B55-6F7A-FD40-8EFB050B1472}"/>
              </a:ext>
            </a:extLst>
          </p:cNvPr>
          <p:cNvCxnSpPr/>
          <p:nvPr/>
        </p:nvCxnSpPr>
        <p:spPr>
          <a:xfrm>
            <a:off x="3227613" y="2042050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B09BD58F-54EF-4290-DEFD-84C44179BA65}"/>
              </a:ext>
            </a:extLst>
          </p:cNvPr>
          <p:cNvCxnSpPr/>
          <p:nvPr/>
        </p:nvCxnSpPr>
        <p:spPr>
          <a:xfrm>
            <a:off x="3227613" y="3404907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EF8E5935-5E0E-ADB9-B649-6564065CBEE3}"/>
              </a:ext>
            </a:extLst>
          </p:cNvPr>
          <p:cNvCxnSpPr/>
          <p:nvPr/>
        </p:nvCxnSpPr>
        <p:spPr>
          <a:xfrm>
            <a:off x="3227613" y="4746262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7946F29B-5B47-2EBD-28D9-77E44E1D3C74}"/>
              </a:ext>
            </a:extLst>
          </p:cNvPr>
          <p:cNvCxnSpPr/>
          <p:nvPr/>
        </p:nvCxnSpPr>
        <p:spPr>
          <a:xfrm>
            <a:off x="4672423" y="708515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408CD31C-3AEB-F234-F8B8-4FAB785B18D1}"/>
              </a:ext>
            </a:extLst>
          </p:cNvPr>
          <p:cNvCxnSpPr/>
          <p:nvPr/>
        </p:nvCxnSpPr>
        <p:spPr>
          <a:xfrm>
            <a:off x="4674010" y="2040515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B9EE83CF-1B9C-6EA8-D223-200C16FB6EB9}"/>
              </a:ext>
            </a:extLst>
          </p:cNvPr>
          <p:cNvCxnSpPr/>
          <p:nvPr/>
        </p:nvCxnSpPr>
        <p:spPr>
          <a:xfrm>
            <a:off x="4674010" y="3404915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D5514757-320D-38C8-6DC7-D6BE0D857197}"/>
              </a:ext>
            </a:extLst>
          </p:cNvPr>
          <p:cNvCxnSpPr/>
          <p:nvPr/>
        </p:nvCxnSpPr>
        <p:spPr>
          <a:xfrm>
            <a:off x="4674010" y="4746934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F61A2362-B056-D683-45D0-70FA36B27B1A}"/>
                  </a:ext>
                </a:extLst>
              </p:cNvPr>
              <p:cNvSpPr txBox="1"/>
              <p:nvPr/>
            </p:nvSpPr>
            <p:spPr>
              <a:xfrm>
                <a:off x="5233609" y="582952"/>
                <a:ext cx="3500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F61A2362-B056-D683-45D0-70FA36B27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609" y="582952"/>
                <a:ext cx="350096" cy="276999"/>
              </a:xfrm>
              <a:prstGeom prst="rect">
                <a:avLst/>
              </a:prstGeom>
              <a:blipFill>
                <a:blip r:embed="rId17"/>
                <a:stretch>
                  <a:fillRect l="-14286" r="-357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7355EF7C-BBC7-0915-D57B-988B567F73F9}"/>
                  </a:ext>
                </a:extLst>
              </p:cNvPr>
              <p:cNvSpPr txBox="1"/>
              <p:nvPr/>
            </p:nvSpPr>
            <p:spPr>
              <a:xfrm>
                <a:off x="5233609" y="1866582"/>
                <a:ext cx="3500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7355EF7C-BBC7-0915-D57B-988B567F7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609" y="1866582"/>
                <a:ext cx="350096" cy="276999"/>
              </a:xfrm>
              <a:prstGeom prst="rect">
                <a:avLst/>
              </a:prstGeom>
              <a:blipFill>
                <a:blip r:embed="rId18"/>
                <a:stretch>
                  <a:fillRect l="-14286" r="-3571"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0F631943-F298-E926-68CF-7399E5A7DC68}"/>
                  </a:ext>
                </a:extLst>
              </p:cNvPr>
              <p:cNvSpPr txBox="1"/>
              <p:nvPr/>
            </p:nvSpPr>
            <p:spPr>
              <a:xfrm>
                <a:off x="5233609" y="3254838"/>
                <a:ext cx="3500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0F631943-F298-E926-68CF-7399E5A7D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609" y="3254838"/>
                <a:ext cx="350096" cy="276999"/>
              </a:xfrm>
              <a:prstGeom prst="rect">
                <a:avLst/>
              </a:prstGeom>
              <a:blipFill>
                <a:blip r:embed="rId19"/>
                <a:stretch>
                  <a:fillRect l="-14286" r="-3571" b="-3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B8DEF350-A9C4-D884-7840-C308BA0620B1}"/>
                  </a:ext>
                </a:extLst>
              </p:cNvPr>
              <p:cNvSpPr txBox="1"/>
              <p:nvPr/>
            </p:nvSpPr>
            <p:spPr>
              <a:xfrm>
                <a:off x="5233609" y="4594637"/>
                <a:ext cx="3500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B8DEF350-A9C4-D884-7840-C308BA062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609" y="4594637"/>
                <a:ext cx="350096" cy="276999"/>
              </a:xfrm>
              <a:prstGeom prst="rect">
                <a:avLst/>
              </a:prstGeom>
              <a:blipFill>
                <a:blip r:embed="rId20"/>
                <a:stretch>
                  <a:fillRect l="-14286" r="-3571"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68F8C344-6657-3476-707E-A41CADDA2BC9}"/>
              </a:ext>
            </a:extLst>
          </p:cNvPr>
          <p:cNvGrpSpPr/>
          <p:nvPr/>
        </p:nvGrpSpPr>
        <p:grpSpPr>
          <a:xfrm>
            <a:off x="2818664" y="3641308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B54267E0-62A4-6099-5AD1-D3041B91C09A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967248B2-A117-9510-A557-B51AF51DF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3"/>
                  <a:stretch>
                    <a:fillRect b="-111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7" name="直线箭头连接符 146">
              <a:extLst>
                <a:ext uri="{FF2B5EF4-FFF2-40B4-BE49-F238E27FC236}">
                  <a16:creationId xmlns:a16="http://schemas.microsoft.com/office/drawing/2014/main" id="{2590E9A1-5577-FADA-6BFE-BD2450AA3500}"/>
                </a:ext>
              </a:extLst>
            </p:cNvPr>
            <p:cNvCxnSpPr>
              <a:cxnSpLocks/>
              <a:stCxn id="148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9221DEEA-FC70-F764-1BFE-53A9B6305F1A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4F346BD7-2497-0C23-E6D5-C37A428323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4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2C184B30-E865-61FF-8470-A33C4D004415}"/>
              </a:ext>
            </a:extLst>
          </p:cNvPr>
          <p:cNvGrpSpPr/>
          <p:nvPr/>
        </p:nvGrpSpPr>
        <p:grpSpPr>
          <a:xfrm>
            <a:off x="2818664" y="2323498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DDB2E452-B570-D9F9-5046-42047239E6CF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0F3E2B02-146D-86F6-AA1E-AA06613B49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5"/>
                  <a:stretch>
                    <a:fillRect b="-1176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1" name="直线箭头连接符 150">
              <a:extLst>
                <a:ext uri="{FF2B5EF4-FFF2-40B4-BE49-F238E27FC236}">
                  <a16:creationId xmlns:a16="http://schemas.microsoft.com/office/drawing/2014/main" id="{193498FD-BDDC-2B0F-E200-5417FA7CAF17}"/>
                </a:ext>
              </a:extLst>
            </p:cNvPr>
            <p:cNvCxnSpPr>
              <a:cxnSpLocks/>
              <a:stCxn id="152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0B610948-78C8-94FC-F5F3-50A0BE459D70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CA65116-D803-518A-9056-D150530FE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6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D7F8E59C-5A2D-82D2-BC7B-939A60AFCA19}"/>
              </a:ext>
            </a:extLst>
          </p:cNvPr>
          <p:cNvGrpSpPr/>
          <p:nvPr/>
        </p:nvGrpSpPr>
        <p:grpSpPr>
          <a:xfrm>
            <a:off x="2818664" y="982613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7CCC5F4B-9EA1-3E3D-7CE4-CCB90570330B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8DD0A483-4B6A-E8AF-479C-00BE4AF203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7"/>
                  <a:stretch>
                    <a:fillRect b="-111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5" name="直线箭头连接符 154">
              <a:extLst>
                <a:ext uri="{FF2B5EF4-FFF2-40B4-BE49-F238E27FC236}">
                  <a16:creationId xmlns:a16="http://schemas.microsoft.com/office/drawing/2014/main" id="{37982F22-9A21-4689-FBA9-C7A8B1ADB32A}"/>
                </a:ext>
              </a:extLst>
            </p:cNvPr>
            <p:cNvCxnSpPr>
              <a:cxnSpLocks/>
              <a:stCxn id="156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FC2DC47E-CDFC-8E43-4B8A-66BBAF704078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2DFAFCF9-2494-4EA7-EAF0-9552F96BC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8"/>
                  <a:stretch>
                    <a:fillRect l="-23077" r="-15385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F6E9D36C-EFC8-8430-BF13-952D3DCE10BC}"/>
              </a:ext>
            </a:extLst>
          </p:cNvPr>
          <p:cNvGrpSpPr/>
          <p:nvPr/>
        </p:nvGrpSpPr>
        <p:grpSpPr>
          <a:xfrm>
            <a:off x="2832369" y="5001122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186092DA-826D-71A1-4237-33E79BA67828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F1A8BD8F-5A78-3166-7171-FA5CF5DE5C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9"/>
                  <a:stretch>
                    <a:fillRect b="-1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9" name="直线箭头连接符 158">
              <a:extLst>
                <a:ext uri="{FF2B5EF4-FFF2-40B4-BE49-F238E27FC236}">
                  <a16:creationId xmlns:a16="http://schemas.microsoft.com/office/drawing/2014/main" id="{60216679-23FF-75DB-D356-484245E57034}"/>
                </a:ext>
              </a:extLst>
            </p:cNvPr>
            <p:cNvCxnSpPr>
              <a:cxnSpLocks/>
              <a:stCxn id="160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21DC1F93-6FA3-BA82-8349-FDD76B5DAE0A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829B752E-881C-2185-175F-9DDC4F2F4A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40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A72C6C6D-D739-E2AB-FB4F-0BEAC4E69F53}"/>
              </a:ext>
            </a:extLst>
          </p:cNvPr>
          <p:cNvGrpSpPr/>
          <p:nvPr/>
        </p:nvGrpSpPr>
        <p:grpSpPr>
          <a:xfrm>
            <a:off x="1721639" y="5842002"/>
            <a:ext cx="720000" cy="720000"/>
            <a:chOff x="1232438" y="5926667"/>
            <a:chExt cx="720000" cy="7200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DAFDBFCB-2B86-9DE7-3089-6CDDAB0D7D20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797AAE53-A3C0-D31D-9962-A56C562D79DF}"/>
                    </a:ext>
                  </a:extLst>
                </p:cNvPr>
                <p:cNvSpPr txBox="1"/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kumimoji="1" lang="en-US" altLang="zh-CN" sz="2000" b="0" dirty="0"/>
                </a:p>
              </p:txBody>
            </p:sp>
          </mc:Choice>
          <mc:Fallback xmlns="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AA210520-A186-6491-50C9-FA2B75E74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blipFill>
                  <a:blip r:embed="rId41"/>
                  <a:stretch>
                    <a:fillRect b="-38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7FA749D5-55A2-B373-34BB-74A652619D15}"/>
              </a:ext>
            </a:extLst>
          </p:cNvPr>
          <p:cNvGrpSpPr/>
          <p:nvPr/>
        </p:nvGrpSpPr>
        <p:grpSpPr>
          <a:xfrm>
            <a:off x="2757159" y="5842002"/>
            <a:ext cx="360000" cy="720000"/>
            <a:chOff x="1232438" y="5926667"/>
            <a:chExt cx="720000" cy="7200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25C7A41B-4266-07C4-333A-F4D47ABBA2CF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4E1A605C-4346-B51D-B033-91C5F956800F}"/>
                    </a:ext>
                  </a:extLst>
                </p:cNvPr>
                <p:cNvSpPr txBox="1"/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en-US" altLang="zh-CN" sz="2000" b="1" dirty="0"/>
                </a:p>
              </p:txBody>
            </p:sp>
          </mc:Choice>
          <mc:Fallback xmlns="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510B22BE-8E1E-BE65-6D60-D521B295C9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blipFill>
                  <a:blip r:embed="rId42"/>
                  <a:stretch>
                    <a:fillRect l="-8333" r="-8333" b="-769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6E3E815-184F-3220-3B1C-0BAD3CE7E7F7}"/>
              </a:ext>
            </a:extLst>
          </p:cNvPr>
          <p:cNvGrpSpPr/>
          <p:nvPr/>
        </p:nvGrpSpPr>
        <p:grpSpPr>
          <a:xfrm>
            <a:off x="403476" y="5854784"/>
            <a:ext cx="360000" cy="720000"/>
            <a:chOff x="1232438" y="5926667"/>
            <a:chExt cx="720000" cy="7200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B9B33DD-164F-D0C5-D90D-B53236BB3684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B54F3832-7A1C-3E22-BAF2-D2C064D53541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B54F3832-7A1C-3E22-BAF2-D2C064D535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43"/>
                  <a:stretch>
                    <a:fillRect l="-26087" r="-21739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9AC23DD1-66A5-EE57-2847-137E7533FAF7}"/>
              </a:ext>
            </a:extLst>
          </p:cNvPr>
          <p:cNvGrpSpPr/>
          <p:nvPr/>
        </p:nvGrpSpPr>
        <p:grpSpPr>
          <a:xfrm>
            <a:off x="5195026" y="5842002"/>
            <a:ext cx="360000" cy="720000"/>
            <a:chOff x="1232438" y="5926667"/>
            <a:chExt cx="720000" cy="7200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9BF04B9D-CC3F-BEAD-6A6B-35FCFB70B864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FE453D29-52A7-5E16-94D7-26BFCCAF2FD2}"/>
                    </a:ext>
                  </a:extLst>
                </p:cNvPr>
                <p:cNvSpPr txBox="1"/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kumimoji="1" lang="en-US" altLang="zh-CN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b="1" dirty="0"/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FE453D29-52A7-5E16-94D7-26BFCCAF2F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blipFill>
                  <a:blip r:embed="rId44"/>
                  <a:stretch>
                    <a:fillRect l="-20833" r="-8333" b="-1923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1B6EA500-CF40-9B91-BE9E-C65AC035DAD9}"/>
              </a:ext>
            </a:extLst>
          </p:cNvPr>
          <p:cNvSpPr txBox="1"/>
          <p:nvPr/>
        </p:nvSpPr>
        <p:spPr>
          <a:xfrm>
            <a:off x="8623138" y="536785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0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3112D7D6-248B-423D-7182-FF00EF9DE92B}"/>
              </a:ext>
            </a:extLst>
          </p:cNvPr>
          <p:cNvSpPr txBox="1"/>
          <p:nvPr/>
        </p:nvSpPr>
        <p:spPr>
          <a:xfrm>
            <a:off x="8623138" y="185584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1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361C3613-998F-C8FE-9FEB-98CDC073D78F}"/>
              </a:ext>
            </a:extLst>
          </p:cNvPr>
          <p:cNvSpPr txBox="1"/>
          <p:nvPr/>
        </p:nvSpPr>
        <p:spPr>
          <a:xfrm>
            <a:off x="8623138" y="32086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0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0D92651D-18EB-FEF3-9407-F5FDB163DC3F}"/>
              </a:ext>
            </a:extLst>
          </p:cNvPr>
          <p:cNvSpPr txBox="1"/>
          <p:nvPr/>
        </p:nvSpPr>
        <p:spPr>
          <a:xfrm>
            <a:off x="8623138" y="456159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0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353A20F-041B-8CDB-7492-FA2E89E7FA7B}"/>
              </a:ext>
            </a:extLst>
          </p:cNvPr>
          <p:cNvSpPr/>
          <p:nvPr/>
        </p:nvSpPr>
        <p:spPr>
          <a:xfrm>
            <a:off x="8310623" y="438452"/>
            <a:ext cx="900000" cy="47279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48B699A1-EEE6-B6B4-0CBC-F3C7B8078879}"/>
              </a:ext>
            </a:extLst>
          </p:cNvPr>
          <p:cNvGrpSpPr/>
          <p:nvPr/>
        </p:nvGrpSpPr>
        <p:grpSpPr>
          <a:xfrm>
            <a:off x="8623138" y="5842800"/>
            <a:ext cx="360000" cy="720000"/>
            <a:chOff x="1232438" y="5926667"/>
            <a:chExt cx="720000" cy="7200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CAAC9CA0-8637-E117-A289-B3827E4DC805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5F41DE14-B6E7-8CBC-C610-22CCF11153FA}"/>
                    </a:ext>
                  </a:extLst>
                </p:cNvPr>
                <p:cNvSpPr txBox="1"/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kumimoji="1" lang="en-US" altLang="zh-CN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b="1" dirty="0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5F41DE14-B6E7-8CBC-C610-22CCF1115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blipFill>
                  <a:blip r:embed="rId45"/>
                  <a:stretch>
                    <a:fillRect l="-8333" b="-1538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0" name="矩形 109">
            <a:extLst>
              <a:ext uri="{FF2B5EF4-FFF2-40B4-BE49-F238E27FC236}">
                <a16:creationId xmlns:a16="http://schemas.microsoft.com/office/drawing/2014/main" id="{65BAD1E5-38CA-BEE3-0701-11DDC577681B}"/>
              </a:ext>
            </a:extLst>
          </p:cNvPr>
          <p:cNvSpPr/>
          <p:nvPr/>
        </p:nvSpPr>
        <p:spPr>
          <a:xfrm>
            <a:off x="4921193" y="438451"/>
            <a:ext cx="900000" cy="47279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6509DDDD-FB05-8B76-940D-EAF3B4907A48}"/>
              </a:ext>
            </a:extLst>
          </p:cNvPr>
          <p:cNvCxnSpPr>
            <a:cxnSpLocks/>
          </p:cNvCxnSpPr>
          <p:nvPr/>
        </p:nvCxnSpPr>
        <p:spPr>
          <a:xfrm>
            <a:off x="5972537" y="2489898"/>
            <a:ext cx="2095018" cy="2"/>
          </a:xfrm>
          <a:prstGeom prst="straightConnector1">
            <a:avLst/>
          </a:prstGeom>
          <a:ln w="635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5004E2D7-7036-309F-BDA3-529F42CD1A38}"/>
              </a:ext>
            </a:extLst>
          </p:cNvPr>
          <p:cNvSpPr txBox="1"/>
          <p:nvPr/>
        </p:nvSpPr>
        <p:spPr>
          <a:xfrm>
            <a:off x="6240265" y="2028365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Cross Entropy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961BD733-AC3B-6353-A8CF-9063DAFAA7CE}"/>
                  </a:ext>
                </a:extLst>
              </p:cNvPr>
              <p:cNvSpPr txBox="1"/>
              <p:nvPr/>
            </p:nvSpPr>
            <p:spPr>
              <a:xfrm>
                <a:off x="6271235" y="3016114"/>
                <a:ext cx="1589345" cy="7775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kumimoji="1" lang="en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" altLang="zh-CN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" altLang="zh-CN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961BD733-AC3B-6353-A8CF-9063DAFAA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235" y="3016114"/>
                <a:ext cx="1589345" cy="777585"/>
              </a:xfrm>
              <a:prstGeom prst="rect">
                <a:avLst/>
              </a:prstGeom>
              <a:blipFill>
                <a:blip r:embed="rId46"/>
                <a:stretch>
                  <a:fillRect l="-36508" t="-111290" b="-174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圆角矩形 119">
            <a:extLst>
              <a:ext uri="{FF2B5EF4-FFF2-40B4-BE49-F238E27FC236}">
                <a16:creationId xmlns:a16="http://schemas.microsoft.com/office/drawing/2014/main" id="{0F77A94D-4605-CB7E-EF4B-6BD8B47C5847}"/>
              </a:ext>
            </a:extLst>
          </p:cNvPr>
          <p:cNvSpPr/>
          <p:nvPr/>
        </p:nvSpPr>
        <p:spPr>
          <a:xfrm>
            <a:off x="3742160" y="438451"/>
            <a:ext cx="916815" cy="4726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B555826-8E0D-0DDC-A763-F92FC6D64665}"/>
                  </a:ext>
                </a:extLst>
              </p:cNvPr>
              <p:cNvSpPr txBox="1"/>
              <p:nvPr/>
            </p:nvSpPr>
            <p:spPr>
              <a:xfrm>
                <a:off x="3836289" y="2694148"/>
                <a:ext cx="75084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𝑠𝑜𝑓𝑡𝑚𝑎𝑥</m:t>
                      </m:r>
                    </m:oMath>
                  </m:oMathPara>
                </a14:m>
                <a:endParaRPr kumimoji="1" lang="zh-CN" alt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27DD3C4-E0CC-D138-7858-85816DAD0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289" y="2694148"/>
                <a:ext cx="750847" cy="215444"/>
              </a:xfrm>
              <a:prstGeom prst="rect">
                <a:avLst/>
              </a:prstGeom>
              <a:blipFill>
                <a:blip r:embed="rId47"/>
                <a:stretch>
                  <a:fillRect l="-6667" t="-5882" r="-8333" b="-35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4685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CD005-ED9B-0014-3C75-BA96596D5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F3140FBA-2837-0053-06A9-DD203802D2A7}"/>
              </a:ext>
            </a:extLst>
          </p:cNvPr>
          <p:cNvGrpSpPr/>
          <p:nvPr/>
        </p:nvGrpSpPr>
        <p:grpSpPr>
          <a:xfrm>
            <a:off x="3581111" y="868745"/>
            <a:ext cx="540000" cy="3411268"/>
            <a:chOff x="2297151" y="1489901"/>
            <a:chExt cx="540000" cy="34112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CB60CFC-FF75-48A1-80B3-13D46305E4F6}"/>
                    </a:ext>
                  </a:extLst>
                </p:cNvPr>
                <p:cNvSpPr txBox="1"/>
                <p:nvPr/>
              </p:nvSpPr>
              <p:spPr>
                <a:xfrm>
                  <a:off x="2297151" y="1489901"/>
                  <a:ext cx="540000" cy="46800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05DD6316-72F5-380C-C0C3-726886FC47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151" y="1489901"/>
                  <a:ext cx="540000" cy="4680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3DDE7399-F6E8-8662-20C9-9E28D736B750}"/>
                    </a:ext>
                  </a:extLst>
                </p:cNvPr>
                <p:cNvSpPr txBox="1"/>
                <p:nvPr/>
              </p:nvSpPr>
              <p:spPr>
                <a:xfrm>
                  <a:off x="2297151" y="2961535"/>
                  <a:ext cx="540000" cy="46800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FA1D103C-CD4A-A24F-3475-6AF1E1CA2A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151" y="2961535"/>
                  <a:ext cx="540000" cy="468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9AF5996-0CA4-64BA-7C2C-BA2C853EFC20}"/>
                    </a:ext>
                  </a:extLst>
                </p:cNvPr>
                <p:cNvSpPr txBox="1"/>
                <p:nvPr/>
              </p:nvSpPr>
              <p:spPr>
                <a:xfrm>
                  <a:off x="2297151" y="4433169"/>
                  <a:ext cx="540000" cy="468000"/>
                </a:xfrm>
                <a:prstGeom prst="rect">
                  <a:avLst/>
                </a:prstGeom>
                <a:solidFill>
                  <a:schemeClr val="accent2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A9BF69B-E1D1-1413-1C74-B23C77118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151" y="4433169"/>
                  <a:ext cx="540000" cy="468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A218944-DA13-68CD-0D3E-678335033DCA}"/>
              </a:ext>
            </a:extLst>
          </p:cNvPr>
          <p:cNvGrpSpPr/>
          <p:nvPr/>
        </p:nvGrpSpPr>
        <p:grpSpPr>
          <a:xfrm>
            <a:off x="5923196" y="303981"/>
            <a:ext cx="540000" cy="4540796"/>
            <a:chOff x="4410636" y="817548"/>
            <a:chExt cx="540000" cy="4540796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030A9B8-BE00-48AB-0772-66CBB73C3F55}"/>
                </a:ext>
              </a:extLst>
            </p:cNvPr>
            <p:cNvSpPr/>
            <p:nvPr/>
          </p:nvSpPr>
          <p:spPr>
            <a:xfrm>
              <a:off x="4410636" y="817548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94553747-D102-3A57-7AF1-7A4F05CEDA03}"/>
                </a:ext>
              </a:extLst>
            </p:cNvPr>
            <p:cNvSpPr/>
            <p:nvPr/>
          </p:nvSpPr>
          <p:spPr>
            <a:xfrm>
              <a:off x="4410636" y="4818344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BC8A3109-6BF1-91D3-BDDA-D14A68283433}"/>
                </a:ext>
              </a:extLst>
            </p:cNvPr>
            <p:cNvSpPr/>
            <p:nvPr/>
          </p:nvSpPr>
          <p:spPr>
            <a:xfrm>
              <a:off x="4410636" y="2151146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8C860B3-D6C2-E983-8063-45D7665357AB}"/>
                </a:ext>
              </a:extLst>
            </p:cNvPr>
            <p:cNvSpPr/>
            <p:nvPr/>
          </p:nvSpPr>
          <p:spPr>
            <a:xfrm>
              <a:off x="4410636" y="3484745"/>
              <a:ext cx="540000" cy="540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+</a:t>
              </a:r>
              <a:endParaRPr kumimoji="1" lang="zh-CN" altLang="en-US" sz="2000" dirty="0"/>
            </a:p>
          </p:txBody>
        </p:sp>
      </p:grp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5CFBA916-A189-3B8B-A171-7BED535D08C5}"/>
              </a:ext>
            </a:extLst>
          </p:cNvPr>
          <p:cNvCxnSpPr>
            <a:stCxn id="5" idx="3"/>
            <a:endCxn id="9" idx="2"/>
          </p:cNvCxnSpPr>
          <p:nvPr/>
        </p:nvCxnSpPr>
        <p:spPr>
          <a:xfrm flipV="1">
            <a:off x="4121111" y="573981"/>
            <a:ext cx="1802085" cy="528764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1F913647-3464-E69F-C953-6584B569C715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 flipV="1">
            <a:off x="4121111" y="573981"/>
            <a:ext cx="1802085" cy="2000398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27C43429-A35C-8BEC-13C6-FDBB5AE6FBE3}"/>
              </a:ext>
            </a:extLst>
          </p:cNvPr>
          <p:cNvCxnSpPr>
            <a:cxnSpLocks/>
            <a:stCxn id="8" idx="3"/>
            <a:endCxn id="9" idx="2"/>
          </p:cNvCxnSpPr>
          <p:nvPr/>
        </p:nvCxnSpPr>
        <p:spPr>
          <a:xfrm flipV="1">
            <a:off x="4121111" y="573981"/>
            <a:ext cx="1802085" cy="3472032"/>
          </a:xfrm>
          <a:prstGeom prst="straightConnector1">
            <a:avLst/>
          </a:prstGeom>
          <a:ln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C4CDEB1-746C-FD5C-39EE-D77A612A3C6B}"/>
                  </a:ext>
                </a:extLst>
              </p:cNvPr>
              <p:cNvSpPr txBox="1"/>
              <p:nvPr/>
            </p:nvSpPr>
            <p:spPr>
              <a:xfrm>
                <a:off x="5323160" y="480023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C4CDEB1-746C-FD5C-39EE-D77A612A3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160" y="480023"/>
                <a:ext cx="540000" cy="224870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52C4E41-5FD2-7F11-E523-9E90CAD6882A}"/>
                  </a:ext>
                </a:extLst>
              </p:cNvPr>
              <p:cNvSpPr txBox="1"/>
              <p:nvPr/>
            </p:nvSpPr>
            <p:spPr>
              <a:xfrm>
                <a:off x="5323160" y="832219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52C4E41-5FD2-7F11-E523-9E90CAD68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160" y="832219"/>
                <a:ext cx="540000" cy="224870"/>
              </a:xfrm>
              <a:prstGeom prst="rect">
                <a:avLst/>
              </a:prstGeom>
              <a:blipFill>
                <a:blip r:embed="rId6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2B004C6-024D-63C5-119A-12C6C3BB896D}"/>
                  </a:ext>
                </a:extLst>
              </p:cNvPr>
              <p:cNvSpPr txBox="1"/>
              <p:nvPr/>
            </p:nvSpPr>
            <p:spPr>
              <a:xfrm>
                <a:off x="5323160" y="1185637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2B004C6-024D-63C5-119A-12C6C3BB8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160" y="1185637"/>
                <a:ext cx="540000" cy="224870"/>
              </a:xfrm>
              <a:prstGeom prst="rect">
                <a:avLst/>
              </a:prstGeom>
              <a:blipFill>
                <a:blip r:embed="rId7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05909871-E56F-9172-CDBF-857ACFC4AB6D}"/>
              </a:ext>
            </a:extLst>
          </p:cNvPr>
          <p:cNvCxnSpPr>
            <a:cxnSpLocks/>
            <a:stCxn id="5" idx="3"/>
            <a:endCxn id="3" idx="2"/>
          </p:cNvCxnSpPr>
          <p:nvPr/>
        </p:nvCxnSpPr>
        <p:spPr>
          <a:xfrm>
            <a:off x="4121111" y="1102745"/>
            <a:ext cx="1802085" cy="8048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3F8AE1E1-1806-D731-6C97-B3EB2DEDF566}"/>
              </a:ext>
            </a:extLst>
          </p:cNvPr>
          <p:cNvCxnSpPr>
            <a:cxnSpLocks/>
            <a:stCxn id="7" idx="3"/>
            <a:endCxn id="3" idx="2"/>
          </p:cNvCxnSpPr>
          <p:nvPr/>
        </p:nvCxnSpPr>
        <p:spPr>
          <a:xfrm flipV="1">
            <a:off x="4121111" y="1907579"/>
            <a:ext cx="1802085" cy="6668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F0763934-70C4-D5BB-421E-966447092E57}"/>
              </a:ext>
            </a:extLst>
          </p:cNvPr>
          <p:cNvCxnSpPr>
            <a:cxnSpLocks/>
            <a:stCxn id="8" idx="3"/>
            <a:endCxn id="3" idx="2"/>
          </p:cNvCxnSpPr>
          <p:nvPr/>
        </p:nvCxnSpPr>
        <p:spPr>
          <a:xfrm flipV="1">
            <a:off x="4121111" y="1907579"/>
            <a:ext cx="1802085" cy="21384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285F42C4-D897-0B99-D1D8-6E6A21E8308B}"/>
                  </a:ext>
                </a:extLst>
              </p:cNvPr>
              <p:cNvSpPr txBox="1"/>
              <p:nvPr/>
            </p:nvSpPr>
            <p:spPr>
              <a:xfrm>
                <a:off x="5321671" y="1581840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285F42C4-D897-0B99-D1D8-6E6A21E83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671" y="1581840"/>
                <a:ext cx="540000" cy="224870"/>
              </a:xfrm>
              <a:prstGeom prst="rect">
                <a:avLst/>
              </a:prstGeom>
              <a:blipFill>
                <a:blip r:embed="rId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3A2543F-4F70-B6E9-77A2-BF17361D9E21}"/>
                  </a:ext>
                </a:extLst>
              </p:cNvPr>
              <p:cNvSpPr txBox="1"/>
              <p:nvPr/>
            </p:nvSpPr>
            <p:spPr>
              <a:xfrm>
                <a:off x="5323160" y="1907579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3A2543F-4F70-B6E9-77A2-BF17361D9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160" y="1907579"/>
                <a:ext cx="540000" cy="224870"/>
              </a:xfrm>
              <a:prstGeom prst="rect">
                <a:avLst/>
              </a:prstGeom>
              <a:blipFill>
                <a:blip r:embed="rId9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EB3B5E8-F88F-5D8A-8DF8-5D26937616F6}"/>
                  </a:ext>
                </a:extLst>
              </p:cNvPr>
              <p:cNvSpPr txBox="1"/>
              <p:nvPr/>
            </p:nvSpPr>
            <p:spPr>
              <a:xfrm>
                <a:off x="5323160" y="2220666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EB3B5E8-F88F-5D8A-8DF8-5D269376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160" y="2220666"/>
                <a:ext cx="540000" cy="224870"/>
              </a:xfrm>
              <a:prstGeom prst="rect">
                <a:avLst/>
              </a:prstGeom>
              <a:blipFill>
                <a:blip r:embed="rId1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F158E00F-E921-8CA2-1374-AFE19A734DA6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>
            <a:off x="4121111" y="1102745"/>
            <a:ext cx="1802085" cy="2138433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74E48C02-C030-5FF3-C11B-AEB74AA690B8}"/>
              </a:ext>
            </a:extLst>
          </p:cNvPr>
          <p:cNvCxnSpPr>
            <a:cxnSpLocks/>
            <a:stCxn id="7" idx="3"/>
            <a:endCxn id="4" idx="2"/>
          </p:cNvCxnSpPr>
          <p:nvPr/>
        </p:nvCxnSpPr>
        <p:spPr>
          <a:xfrm>
            <a:off x="4121111" y="2574379"/>
            <a:ext cx="1802085" cy="666799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F80B2D03-1FA5-C1A2-5E0F-8689E538147C}"/>
              </a:ext>
            </a:extLst>
          </p:cNvPr>
          <p:cNvCxnSpPr>
            <a:cxnSpLocks/>
            <a:stCxn id="8" idx="3"/>
            <a:endCxn id="4" idx="2"/>
          </p:cNvCxnSpPr>
          <p:nvPr/>
        </p:nvCxnSpPr>
        <p:spPr>
          <a:xfrm flipV="1">
            <a:off x="4121111" y="3241178"/>
            <a:ext cx="1802085" cy="804835"/>
          </a:xfrm>
          <a:prstGeom prst="straightConnector1">
            <a:avLst/>
          </a:prstGeom>
          <a:ln>
            <a:solidFill>
              <a:srgbClr val="0096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96C48132-9424-007E-E783-A4D19C0FB70B}"/>
                  </a:ext>
                </a:extLst>
              </p:cNvPr>
              <p:cNvSpPr txBox="1"/>
              <p:nvPr/>
            </p:nvSpPr>
            <p:spPr>
              <a:xfrm>
                <a:off x="5323160" y="2695409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96C48132-9424-007E-E783-A4D19C0FB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160" y="2695409"/>
                <a:ext cx="540000" cy="224870"/>
              </a:xfrm>
              <a:prstGeom prst="rect">
                <a:avLst/>
              </a:prstGeom>
              <a:blipFill>
                <a:blip r:embed="rId11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AC5117BF-475E-5F1C-5D37-F6EC2973F0DB}"/>
                  </a:ext>
                </a:extLst>
              </p:cNvPr>
              <p:cNvSpPr txBox="1"/>
              <p:nvPr/>
            </p:nvSpPr>
            <p:spPr>
              <a:xfrm>
                <a:off x="5323160" y="2970193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AC5117BF-475E-5F1C-5D37-F6EC2973F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160" y="2970193"/>
                <a:ext cx="540000" cy="224870"/>
              </a:xfrm>
              <a:prstGeom prst="rect">
                <a:avLst/>
              </a:prstGeom>
              <a:blipFill>
                <a:blip r:embed="rId12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F9E930E0-C66C-CF31-AA07-01754E277C63}"/>
                  </a:ext>
                </a:extLst>
              </p:cNvPr>
              <p:cNvSpPr txBox="1"/>
              <p:nvPr/>
            </p:nvSpPr>
            <p:spPr>
              <a:xfrm>
                <a:off x="5322485" y="3270436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F9E930E0-C66C-CF31-AA07-01754E277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485" y="3270436"/>
                <a:ext cx="540000" cy="224870"/>
              </a:xfrm>
              <a:prstGeom prst="rect">
                <a:avLst/>
              </a:prstGeom>
              <a:blipFill>
                <a:blip r:embed="rId1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37CA48DD-7E08-78AC-1C29-1D563FEE1550}"/>
              </a:ext>
            </a:extLst>
          </p:cNvPr>
          <p:cNvCxnSpPr>
            <a:cxnSpLocks/>
            <a:stCxn id="5" idx="3"/>
            <a:endCxn id="2" idx="2"/>
          </p:cNvCxnSpPr>
          <p:nvPr/>
        </p:nvCxnSpPr>
        <p:spPr>
          <a:xfrm>
            <a:off x="4121111" y="1102745"/>
            <a:ext cx="1802085" cy="3472032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4FD740C5-6E8B-BF71-2471-24911751CA3F}"/>
              </a:ext>
            </a:extLst>
          </p:cNvPr>
          <p:cNvCxnSpPr>
            <a:cxnSpLocks/>
            <a:stCxn id="7" idx="3"/>
            <a:endCxn id="2" idx="2"/>
          </p:cNvCxnSpPr>
          <p:nvPr/>
        </p:nvCxnSpPr>
        <p:spPr>
          <a:xfrm>
            <a:off x="4121111" y="2574379"/>
            <a:ext cx="1802085" cy="200039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41A96352-B7FB-B044-88F0-749A044CE061}"/>
              </a:ext>
            </a:extLst>
          </p:cNvPr>
          <p:cNvCxnSpPr>
            <a:cxnSpLocks/>
            <a:stCxn id="8" idx="3"/>
            <a:endCxn id="2" idx="2"/>
          </p:cNvCxnSpPr>
          <p:nvPr/>
        </p:nvCxnSpPr>
        <p:spPr>
          <a:xfrm>
            <a:off x="4121111" y="4046013"/>
            <a:ext cx="1802085" cy="528764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F91DCB7-2403-671D-1169-FFB1926DCCF7}"/>
                  </a:ext>
                </a:extLst>
              </p:cNvPr>
              <p:cNvSpPr txBox="1"/>
              <p:nvPr/>
            </p:nvSpPr>
            <p:spPr>
              <a:xfrm>
                <a:off x="5323160" y="3745770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4,1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F91DCB7-2403-671D-1169-FFB1926DC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160" y="3745770"/>
                <a:ext cx="540000" cy="224870"/>
              </a:xfrm>
              <a:prstGeom prst="rect">
                <a:avLst/>
              </a:prstGeom>
              <a:blipFill>
                <a:blip r:embed="rId1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F552A830-7100-60FD-4C20-0F881F9FE759}"/>
                  </a:ext>
                </a:extLst>
              </p:cNvPr>
              <p:cNvSpPr txBox="1"/>
              <p:nvPr/>
            </p:nvSpPr>
            <p:spPr>
              <a:xfrm>
                <a:off x="5322486" y="4046012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4,2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F552A830-7100-60FD-4C20-0F881F9FE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486" y="4046012"/>
                <a:ext cx="540000" cy="224870"/>
              </a:xfrm>
              <a:prstGeom prst="rect">
                <a:avLst/>
              </a:prstGeom>
              <a:blipFill>
                <a:blip r:embed="rId1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26577D1-9FEE-AC53-CA2C-9CF85DDF9986}"/>
                  </a:ext>
                </a:extLst>
              </p:cNvPr>
              <p:cNvSpPr txBox="1"/>
              <p:nvPr/>
            </p:nvSpPr>
            <p:spPr>
              <a:xfrm>
                <a:off x="5323160" y="4387593"/>
                <a:ext cx="540000" cy="224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4,3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26577D1-9FEE-AC53-CA2C-9CF85DDF9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160" y="4387593"/>
                <a:ext cx="540000" cy="224870"/>
              </a:xfrm>
              <a:prstGeom prst="rect">
                <a:avLst/>
              </a:prstGeom>
              <a:blipFill>
                <a:blip r:embed="rId1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直线箭头连接符 99">
            <a:extLst>
              <a:ext uri="{FF2B5EF4-FFF2-40B4-BE49-F238E27FC236}">
                <a16:creationId xmlns:a16="http://schemas.microsoft.com/office/drawing/2014/main" id="{F6852656-3CCF-43E3-63BC-8965158F69E0}"/>
              </a:ext>
            </a:extLst>
          </p:cNvPr>
          <p:cNvCxnSpPr/>
          <p:nvPr/>
        </p:nvCxnSpPr>
        <p:spPr>
          <a:xfrm>
            <a:off x="6495248" y="573981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819C04F0-0458-EEDD-B8E1-3D41BEB79EF4}"/>
              </a:ext>
            </a:extLst>
          </p:cNvPr>
          <p:cNvCxnSpPr/>
          <p:nvPr/>
        </p:nvCxnSpPr>
        <p:spPr>
          <a:xfrm>
            <a:off x="6495248" y="1907579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F48F68A6-EDA0-C2B2-9C0A-840CC5412BC4}"/>
              </a:ext>
            </a:extLst>
          </p:cNvPr>
          <p:cNvCxnSpPr/>
          <p:nvPr/>
        </p:nvCxnSpPr>
        <p:spPr>
          <a:xfrm>
            <a:off x="6495248" y="3270436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76DFD07A-F49F-3687-69DD-7E03A4D125C1}"/>
              </a:ext>
            </a:extLst>
          </p:cNvPr>
          <p:cNvCxnSpPr/>
          <p:nvPr/>
        </p:nvCxnSpPr>
        <p:spPr>
          <a:xfrm>
            <a:off x="6495248" y="4611791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D76A6C4D-F235-F54F-4BE9-9C937618DF71}"/>
              </a:ext>
            </a:extLst>
          </p:cNvPr>
          <p:cNvCxnSpPr/>
          <p:nvPr/>
        </p:nvCxnSpPr>
        <p:spPr>
          <a:xfrm>
            <a:off x="7940058" y="574044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9F3E71C9-D7BE-1F69-B665-54F81A11A70D}"/>
              </a:ext>
            </a:extLst>
          </p:cNvPr>
          <p:cNvCxnSpPr/>
          <p:nvPr/>
        </p:nvCxnSpPr>
        <p:spPr>
          <a:xfrm>
            <a:off x="7941645" y="1906044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6A0B11FC-5A38-656F-E0AF-D71971913525}"/>
              </a:ext>
            </a:extLst>
          </p:cNvPr>
          <p:cNvCxnSpPr/>
          <p:nvPr/>
        </p:nvCxnSpPr>
        <p:spPr>
          <a:xfrm>
            <a:off x="7941645" y="3270444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3199162A-6950-B688-B52D-66CE69E3A89C}"/>
              </a:ext>
            </a:extLst>
          </p:cNvPr>
          <p:cNvCxnSpPr/>
          <p:nvPr/>
        </p:nvCxnSpPr>
        <p:spPr>
          <a:xfrm>
            <a:off x="7941645" y="4612463"/>
            <a:ext cx="497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481A5C10-8248-FC28-6120-5A5E3E71B205}"/>
                  </a:ext>
                </a:extLst>
              </p:cNvPr>
              <p:cNvSpPr txBox="1"/>
              <p:nvPr/>
            </p:nvSpPr>
            <p:spPr>
              <a:xfrm>
                <a:off x="8501244" y="448481"/>
                <a:ext cx="2873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481A5C10-8248-FC28-6120-5A5E3E71B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44" y="448481"/>
                <a:ext cx="287386" cy="276999"/>
              </a:xfrm>
              <a:prstGeom prst="rect">
                <a:avLst/>
              </a:prstGeom>
              <a:blipFill>
                <a:blip r:embed="rId17"/>
                <a:stretch>
                  <a:fillRect l="-16667" r="-4167" b="-2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412F346C-817E-4779-052C-8E0A60D8CCC2}"/>
                  </a:ext>
                </a:extLst>
              </p:cNvPr>
              <p:cNvSpPr txBox="1"/>
              <p:nvPr/>
            </p:nvSpPr>
            <p:spPr>
              <a:xfrm>
                <a:off x="8501244" y="1732111"/>
                <a:ext cx="2927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412F346C-817E-4779-052C-8E0A60D8C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44" y="1732111"/>
                <a:ext cx="292708" cy="276999"/>
              </a:xfrm>
              <a:prstGeom prst="rect">
                <a:avLst/>
              </a:prstGeom>
              <a:blipFill>
                <a:blip r:embed="rId18"/>
                <a:stretch>
                  <a:fillRect l="-16667" r="-4167"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F71A867C-ADAF-4C99-2CB4-07D97E590BD5}"/>
                  </a:ext>
                </a:extLst>
              </p:cNvPr>
              <p:cNvSpPr txBox="1"/>
              <p:nvPr/>
            </p:nvSpPr>
            <p:spPr>
              <a:xfrm>
                <a:off x="8501244" y="3120367"/>
                <a:ext cx="2927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F71A867C-ADAF-4C99-2CB4-07D97E590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44" y="3120367"/>
                <a:ext cx="292708" cy="276999"/>
              </a:xfrm>
              <a:prstGeom prst="rect">
                <a:avLst/>
              </a:prstGeom>
              <a:blipFill>
                <a:blip r:embed="rId19"/>
                <a:stretch>
                  <a:fillRect l="-16667" r="-4167"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CCD10481-F872-B4EE-95BE-549A8E842930}"/>
                  </a:ext>
                </a:extLst>
              </p:cNvPr>
              <p:cNvSpPr txBox="1"/>
              <p:nvPr/>
            </p:nvSpPr>
            <p:spPr>
              <a:xfrm>
                <a:off x="8501244" y="4460166"/>
                <a:ext cx="2828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CCD10481-F872-B4EE-95BE-549A8E842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44" y="4460166"/>
                <a:ext cx="282834" cy="276999"/>
              </a:xfrm>
              <a:prstGeom prst="rect">
                <a:avLst/>
              </a:prstGeom>
              <a:blipFill>
                <a:blip r:embed="rId20"/>
                <a:stretch>
                  <a:fillRect l="-17391" r="-4348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92BB3948-40E1-4CA7-C50E-978E5454A79D}"/>
              </a:ext>
            </a:extLst>
          </p:cNvPr>
          <p:cNvGrpSpPr/>
          <p:nvPr/>
        </p:nvGrpSpPr>
        <p:grpSpPr>
          <a:xfrm>
            <a:off x="6086299" y="3506837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38437EBE-0733-5F6A-9510-874D61C0E3F2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967248B2-A117-9510-A557-B51AF51DF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3"/>
                  <a:stretch>
                    <a:fillRect b="-111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7" name="直线箭头连接符 146">
              <a:extLst>
                <a:ext uri="{FF2B5EF4-FFF2-40B4-BE49-F238E27FC236}">
                  <a16:creationId xmlns:a16="http://schemas.microsoft.com/office/drawing/2014/main" id="{B538E5D0-BE11-2AD5-1551-F398D0B43D02}"/>
                </a:ext>
              </a:extLst>
            </p:cNvPr>
            <p:cNvCxnSpPr>
              <a:cxnSpLocks/>
              <a:stCxn id="148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11D0AEFA-C5EF-F114-0084-CF972C378886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4F346BD7-2497-0C23-E6D5-C37A428323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4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3F588EC8-4384-1C93-FE0C-2F855B0D2075}"/>
              </a:ext>
            </a:extLst>
          </p:cNvPr>
          <p:cNvGrpSpPr/>
          <p:nvPr/>
        </p:nvGrpSpPr>
        <p:grpSpPr>
          <a:xfrm>
            <a:off x="6086299" y="2189027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68D408DF-A794-966C-A4D0-DB8853801037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0F3E2B02-146D-86F6-AA1E-AA06613B49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5"/>
                  <a:stretch>
                    <a:fillRect b="-1176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1" name="直线箭头连接符 150">
              <a:extLst>
                <a:ext uri="{FF2B5EF4-FFF2-40B4-BE49-F238E27FC236}">
                  <a16:creationId xmlns:a16="http://schemas.microsoft.com/office/drawing/2014/main" id="{6C085C39-FFA1-F879-6649-E9B892049B93}"/>
                </a:ext>
              </a:extLst>
            </p:cNvPr>
            <p:cNvCxnSpPr>
              <a:cxnSpLocks/>
              <a:stCxn id="152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2AA2BAE7-8AA2-B6A0-0D39-57EC95281930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CA65116-D803-518A-9056-D150530FE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6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DC93F081-6A03-4936-4273-473EF857174E}"/>
              </a:ext>
            </a:extLst>
          </p:cNvPr>
          <p:cNvGrpSpPr/>
          <p:nvPr/>
        </p:nvGrpSpPr>
        <p:grpSpPr>
          <a:xfrm>
            <a:off x="6086299" y="848142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E1200BCF-453B-8A04-D063-B7998DB36CAE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8DD0A483-4B6A-E8AF-479C-00BE4AF203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7"/>
                  <a:stretch>
                    <a:fillRect b="-111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5" name="直线箭头连接符 154">
              <a:extLst>
                <a:ext uri="{FF2B5EF4-FFF2-40B4-BE49-F238E27FC236}">
                  <a16:creationId xmlns:a16="http://schemas.microsoft.com/office/drawing/2014/main" id="{BFA66FE6-360C-7754-54FC-D44A1C10D400}"/>
                </a:ext>
              </a:extLst>
            </p:cNvPr>
            <p:cNvCxnSpPr>
              <a:cxnSpLocks/>
              <a:stCxn id="156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EEEEACB0-1A00-3142-4E30-A4A3F8327865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2DFAFCF9-2494-4EA7-EAF0-9552F96BC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38"/>
                  <a:stretch>
                    <a:fillRect l="-23077" r="-15385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F9248F4E-CC9B-1551-68A3-B195B2266FC0}"/>
              </a:ext>
            </a:extLst>
          </p:cNvPr>
          <p:cNvGrpSpPr/>
          <p:nvPr/>
        </p:nvGrpSpPr>
        <p:grpSpPr>
          <a:xfrm>
            <a:off x="6100004" y="4866651"/>
            <a:ext cx="435974" cy="589824"/>
            <a:chOff x="3316839" y="931113"/>
            <a:chExt cx="435974" cy="589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61D501D0-3A11-D45C-CADE-B8ECCC429B8A}"/>
                    </a:ext>
                  </a:extLst>
                </p:cNvPr>
                <p:cNvSpPr txBox="1"/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CN" sz="14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F1A8BD8F-5A78-3166-7171-FA5CF5DE5C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839" y="1019084"/>
                  <a:ext cx="435974" cy="215444"/>
                </a:xfrm>
                <a:prstGeom prst="rect">
                  <a:avLst/>
                </a:prstGeom>
                <a:blipFill>
                  <a:blip r:embed="rId39"/>
                  <a:stretch>
                    <a:fillRect b="-1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9" name="直线箭头连接符 158">
              <a:extLst>
                <a:ext uri="{FF2B5EF4-FFF2-40B4-BE49-F238E27FC236}">
                  <a16:creationId xmlns:a16="http://schemas.microsoft.com/office/drawing/2014/main" id="{1152D678-615B-E13B-8763-11AD7C15EC12}"/>
                </a:ext>
              </a:extLst>
            </p:cNvPr>
            <p:cNvCxnSpPr>
              <a:cxnSpLocks/>
              <a:stCxn id="160" idx="0"/>
            </p:cNvCxnSpPr>
            <p:nvPr/>
          </p:nvCxnSpPr>
          <p:spPr>
            <a:xfrm flipV="1">
              <a:off x="3416618" y="931113"/>
              <a:ext cx="0" cy="37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DF519117-339D-BC34-3BA0-A9A1DDF15D08}"/>
                    </a:ext>
                  </a:extLst>
                </p:cNvPr>
                <p:cNvSpPr txBox="1"/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zh-CN" altLang="en-US" sz="14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829B752E-881C-2185-175F-9DDC4F2F4A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78" y="1305493"/>
                  <a:ext cx="149079" cy="215444"/>
                </a:xfrm>
                <a:prstGeom prst="rect">
                  <a:avLst/>
                </a:prstGeom>
                <a:blipFill>
                  <a:blip r:embed="rId40"/>
                  <a:stretch>
                    <a:fillRect l="-23077" r="-15385" b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E85BB331-7945-4A0F-7483-595ADCDFD3D2}"/>
              </a:ext>
            </a:extLst>
          </p:cNvPr>
          <p:cNvGrpSpPr/>
          <p:nvPr/>
        </p:nvGrpSpPr>
        <p:grpSpPr>
          <a:xfrm>
            <a:off x="4989274" y="5707531"/>
            <a:ext cx="720000" cy="720000"/>
            <a:chOff x="1232438" y="5926667"/>
            <a:chExt cx="720000" cy="7200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8A245547-4F61-90B9-1762-20C4142269C7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DCED598B-81B7-B6DB-F8B3-28DD6642DB8C}"/>
                    </a:ext>
                  </a:extLst>
                </p:cNvPr>
                <p:cNvSpPr txBox="1"/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kumimoji="1" lang="en-US" altLang="zh-CN" sz="2000" b="0" dirty="0"/>
                </a:p>
              </p:txBody>
            </p:sp>
          </mc:Choice>
          <mc:Fallback xmlns="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AA210520-A186-6491-50C9-FA2B75E74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blipFill>
                  <a:blip r:embed="rId41"/>
                  <a:stretch>
                    <a:fillRect b="-38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4F64267C-6D72-C5BB-1D53-CEDBB25C3CD2}"/>
              </a:ext>
            </a:extLst>
          </p:cNvPr>
          <p:cNvGrpSpPr/>
          <p:nvPr/>
        </p:nvGrpSpPr>
        <p:grpSpPr>
          <a:xfrm>
            <a:off x="6024794" y="5707531"/>
            <a:ext cx="360000" cy="720000"/>
            <a:chOff x="1232438" y="5926667"/>
            <a:chExt cx="720000" cy="7200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491C86A8-9CDE-E85A-C787-69C097FBC0AD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1D71D167-A35E-9CDE-0BA2-D06A47193AB8}"/>
                    </a:ext>
                  </a:extLst>
                </p:cNvPr>
                <p:cNvSpPr txBox="1"/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en-US" altLang="zh-CN" sz="2000" b="1" dirty="0"/>
                </a:p>
              </p:txBody>
            </p:sp>
          </mc:Choice>
          <mc:Fallback xmlns="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510B22BE-8E1E-BE65-6D60-D521B295C9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blipFill>
                  <a:blip r:embed="rId42"/>
                  <a:stretch>
                    <a:fillRect l="-8333" r="-8333" b="-769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EBADDF7-1B96-AEF6-5E41-915FE6CDE804}"/>
              </a:ext>
            </a:extLst>
          </p:cNvPr>
          <p:cNvGrpSpPr/>
          <p:nvPr/>
        </p:nvGrpSpPr>
        <p:grpSpPr>
          <a:xfrm>
            <a:off x="3761111" y="5708329"/>
            <a:ext cx="360000" cy="720000"/>
            <a:chOff x="1232438" y="5926667"/>
            <a:chExt cx="720000" cy="7200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5AA0F27-65D1-2B9A-139D-7572FEFC5A5D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1EAB6CDA-0EBE-81F5-19C4-B90EB40A54B5}"/>
                    </a:ext>
                  </a:extLst>
                </p:cNvPr>
                <p:cNvSpPr txBox="1"/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kumimoji="1" lang="en-US" altLang="zh-CN" sz="2000" b="1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C4457B29-A16C-D3AF-8C0B-AE92C3F376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3FD3FC3C-8F81-C554-4982-DF51395858F0}"/>
              </a:ext>
            </a:extLst>
          </p:cNvPr>
          <p:cNvGrpSpPr/>
          <p:nvPr/>
        </p:nvGrpSpPr>
        <p:grpSpPr>
          <a:xfrm>
            <a:off x="8462661" y="5707531"/>
            <a:ext cx="360000" cy="720000"/>
            <a:chOff x="1232438" y="5926667"/>
            <a:chExt cx="720000" cy="7200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966C5711-5988-56EB-D3CB-28E3145C28FF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676AD27A-0613-91C3-D514-DA7A360E3D04}"/>
                    </a:ext>
                  </a:extLst>
                </p:cNvPr>
                <p:cNvSpPr txBox="1"/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oMath>
                    </m:oMathPara>
                  </a14:m>
                  <a:endParaRPr kumimoji="1" lang="en-US" altLang="zh-CN" sz="2000" b="1" dirty="0"/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F40C964D-92F4-7B9E-037B-CA3E5C7C7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39213"/>
                  <a:ext cx="576000" cy="307777"/>
                </a:xfrm>
                <a:prstGeom prst="rect">
                  <a:avLst/>
                </a:prstGeom>
                <a:blipFill>
                  <a:blip r:embed="rId44"/>
                  <a:stretch>
                    <a:fillRect l="-8333" r="-4167" b="-1923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0" name="矩形 109">
            <a:extLst>
              <a:ext uri="{FF2B5EF4-FFF2-40B4-BE49-F238E27FC236}">
                <a16:creationId xmlns:a16="http://schemas.microsoft.com/office/drawing/2014/main" id="{2DB152A9-AEEE-9CEC-0C92-FA76A355F342}"/>
              </a:ext>
            </a:extLst>
          </p:cNvPr>
          <p:cNvSpPr/>
          <p:nvPr/>
        </p:nvSpPr>
        <p:spPr>
          <a:xfrm>
            <a:off x="8188828" y="303980"/>
            <a:ext cx="900000" cy="47279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圆角矩形 119">
            <a:extLst>
              <a:ext uri="{FF2B5EF4-FFF2-40B4-BE49-F238E27FC236}">
                <a16:creationId xmlns:a16="http://schemas.microsoft.com/office/drawing/2014/main" id="{0F045EC2-4BBF-E8C5-C646-250717241896}"/>
              </a:ext>
            </a:extLst>
          </p:cNvPr>
          <p:cNvSpPr/>
          <p:nvPr/>
        </p:nvSpPr>
        <p:spPr>
          <a:xfrm>
            <a:off x="7009795" y="303980"/>
            <a:ext cx="916815" cy="4726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BDB8840-7E68-F99B-5B52-E3129F052D0E}"/>
                  </a:ext>
                </a:extLst>
              </p:cNvPr>
              <p:cNvSpPr txBox="1"/>
              <p:nvPr/>
            </p:nvSpPr>
            <p:spPr>
              <a:xfrm>
                <a:off x="7103924" y="2559677"/>
                <a:ext cx="75084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𝑠𝑜𝑓𝑡𝑚𝑎𝑥</m:t>
                      </m:r>
                    </m:oMath>
                  </m:oMathPara>
                </a14:m>
                <a:endParaRPr kumimoji="1" lang="zh-CN" alt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BDB8840-7E68-F99B-5B52-E3129F052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924" y="2559677"/>
                <a:ext cx="750847" cy="215444"/>
              </a:xfrm>
              <a:prstGeom prst="rect">
                <a:avLst/>
              </a:prstGeom>
              <a:blipFill>
                <a:blip r:embed="rId45"/>
                <a:stretch>
                  <a:fillRect l="-8333" r="-6667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8251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701D4-AB5F-9CAC-95F2-476B2F1D8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58D2E0-3985-F7E0-5068-2206BB209C57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386308587"/>
              </p:ext>
            </p:extLst>
          </p:nvPr>
        </p:nvGraphicFramePr>
        <p:xfrm>
          <a:off x="3604800" y="2305038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10F92E2-72E2-C1C2-2974-EAD8E8B5A4B7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701430490"/>
              </p:ext>
            </p:extLst>
          </p:nvPr>
        </p:nvGraphicFramePr>
        <p:xfrm>
          <a:off x="3748800" y="2449372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B896321-E196-BE6B-106A-31BF2C1E8473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420177288"/>
              </p:ext>
            </p:extLst>
          </p:nvPr>
        </p:nvGraphicFramePr>
        <p:xfrm>
          <a:off x="3892800" y="2593372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CEF84360-A822-D473-2F39-1C2C96CA09F0}"/>
              </a:ext>
            </a:extLst>
          </p:cNvPr>
          <p:cNvCxnSpPr>
            <a:cxnSpLocks/>
          </p:cNvCxnSpPr>
          <p:nvPr/>
        </p:nvCxnSpPr>
        <p:spPr>
          <a:xfrm>
            <a:off x="3892800" y="2599857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D57C9A39-8B6D-D596-3831-B58E89116742}"/>
              </a:ext>
            </a:extLst>
          </p:cNvPr>
          <p:cNvCxnSpPr>
            <a:cxnSpLocks/>
          </p:cNvCxnSpPr>
          <p:nvPr/>
        </p:nvCxnSpPr>
        <p:spPr>
          <a:xfrm>
            <a:off x="3892800" y="3694972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01C08AC8-B9D6-063D-3489-38B709AB2F4E}"/>
              </a:ext>
            </a:extLst>
          </p:cNvPr>
          <p:cNvCxnSpPr>
            <a:cxnSpLocks/>
          </p:cNvCxnSpPr>
          <p:nvPr/>
        </p:nvCxnSpPr>
        <p:spPr>
          <a:xfrm rot="5400000">
            <a:off x="3354409" y="3150657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1848DC95-691A-0B95-7BE1-C78BD2FA3D59}"/>
              </a:ext>
            </a:extLst>
          </p:cNvPr>
          <p:cNvCxnSpPr>
            <a:cxnSpLocks/>
          </p:cNvCxnSpPr>
          <p:nvPr/>
        </p:nvCxnSpPr>
        <p:spPr>
          <a:xfrm rot="5400000">
            <a:off x="4439796" y="3150657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50AC174C-4356-BF14-AF81-07DF323FB624}"/>
              </a:ext>
            </a:extLst>
          </p:cNvPr>
          <p:cNvCxnSpPr>
            <a:cxnSpLocks/>
          </p:cNvCxnSpPr>
          <p:nvPr/>
        </p:nvCxnSpPr>
        <p:spPr>
          <a:xfrm rot="5400000">
            <a:off x="3054000" y="2855838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3EE77F16-0709-2AF9-6AA3-2422185DA45D}"/>
              </a:ext>
            </a:extLst>
          </p:cNvPr>
          <p:cNvCxnSpPr>
            <a:cxnSpLocks/>
          </p:cNvCxnSpPr>
          <p:nvPr/>
        </p:nvCxnSpPr>
        <p:spPr>
          <a:xfrm>
            <a:off x="3604800" y="2316706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34216130-06F8-2348-99B4-60E9818D74F2}"/>
              </a:ext>
            </a:extLst>
          </p:cNvPr>
          <p:cNvCxnSpPr>
            <a:cxnSpLocks/>
          </p:cNvCxnSpPr>
          <p:nvPr/>
        </p:nvCxnSpPr>
        <p:spPr>
          <a:xfrm>
            <a:off x="3604800" y="2316706"/>
            <a:ext cx="300409" cy="28315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20A67223-49F7-F221-584C-46A2DC9EBEEA}"/>
              </a:ext>
            </a:extLst>
          </p:cNvPr>
          <p:cNvCxnSpPr>
            <a:cxnSpLocks/>
            <a:stCxn id="5" idx="0"/>
            <a:endCxn id="9" idx="0"/>
          </p:cNvCxnSpPr>
          <p:nvPr/>
        </p:nvCxnSpPr>
        <p:spPr>
          <a:xfrm>
            <a:off x="4706400" y="2305038"/>
            <a:ext cx="288000" cy="28833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C7EF9BCD-59E0-9A75-229E-6A249CCBD732}"/>
              </a:ext>
            </a:extLst>
          </p:cNvPr>
          <p:cNvCxnSpPr>
            <a:cxnSpLocks/>
            <a:stCxn id="5" idx="1"/>
            <a:endCxn id="9" idx="1"/>
          </p:cNvCxnSpPr>
          <p:nvPr/>
        </p:nvCxnSpPr>
        <p:spPr>
          <a:xfrm>
            <a:off x="3604800" y="3406638"/>
            <a:ext cx="288000" cy="28833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8CE6D9B2-17DF-E2F1-0B07-46A37BAF79F8}"/>
              </a:ext>
            </a:extLst>
          </p:cNvPr>
          <p:cNvGrpSpPr/>
          <p:nvPr/>
        </p:nvGrpSpPr>
        <p:grpSpPr>
          <a:xfrm>
            <a:off x="7841130" y="1893700"/>
            <a:ext cx="432000" cy="432000"/>
            <a:chOff x="5308391" y="474484"/>
            <a:chExt cx="540000" cy="540000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8B29CA3B-7D6E-83D5-3F43-E11C2F00402B}"/>
                </a:ext>
              </a:extLst>
            </p:cNvPr>
            <p:cNvSpPr/>
            <p:nvPr/>
          </p:nvSpPr>
          <p:spPr>
            <a:xfrm>
              <a:off x="5308391" y="474484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DBBFACC2-CAA1-34E1-2681-A860B7A10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6202" y="545599"/>
              <a:ext cx="364378" cy="393442"/>
            </a:xfrm>
            <a:prstGeom prst="rect">
              <a:avLst/>
            </a:prstGeom>
          </p:spPr>
        </p:pic>
      </p:grp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16F2F7CA-7C38-5CA9-1A0B-6C314E6091BE}"/>
              </a:ext>
            </a:extLst>
          </p:cNvPr>
          <p:cNvCxnSpPr/>
          <p:nvPr/>
        </p:nvCxnSpPr>
        <p:spPr>
          <a:xfrm>
            <a:off x="8343392" y="2101484"/>
            <a:ext cx="27886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B8310EDE-C8FA-9C8B-3666-16E9A0550162}"/>
              </a:ext>
            </a:extLst>
          </p:cNvPr>
          <p:cNvSpPr/>
          <p:nvPr/>
        </p:nvSpPr>
        <p:spPr>
          <a:xfrm>
            <a:off x="7011913" y="1180580"/>
            <a:ext cx="180000" cy="144000"/>
          </a:xfrm>
          <a:prstGeom prst="rect">
            <a:avLst/>
          </a:prstGeom>
          <a:solidFill>
            <a:srgbClr val="FFA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E87FFD-3951-5340-E0D2-DF3B696F4363}"/>
              </a:ext>
            </a:extLst>
          </p:cNvPr>
          <p:cNvSpPr/>
          <p:nvPr/>
        </p:nvSpPr>
        <p:spPr>
          <a:xfrm>
            <a:off x="7011913" y="1360580"/>
            <a:ext cx="180000" cy="144000"/>
          </a:xfrm>
          <a:prstGeom prst="rect">
            <a:avLst/>
          </a:prstGeom>
          <a:solidFill>
            <a:srgbClr val="FFA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CA6696-166A-45F6-47F7-CDD53A5ACB3F}"/>
              </a:ext>
            </a:extLst>
          </p:cNvPr>
          <p:cNvSpPr/>
          <p:nvPr/>
        </p:nvSpPr>
        <p:spPr>
          <a:xfrm>
            <a:off x="7011913" y="1675334"/>
            <a:ext cx="180000" cy="144000"/>
          </a:xfrm>
          <a:prstGeom prst="rect">
            <a:avLst/>
          </a:prstGeom>
          <a:solidFill>
            <a:srgbClr val="FFA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4DBC4C-A54F-866B-A71B-D19BD658A3ED}"/>
              </a:ext>
            </a:extLst>
          </p:cNvPr>
          <p:cNvSpPr txBox="1"/>
          <p:nvPr/>
        </p:nvSpPr>
        <p:spPr>
          <a:xfrm>
            <a:off x="6871080" y="1466022"/>
            <a:ext cx="461665" cy="2478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…</a:t>
            </a:r>
            <a:endParaRPr kumimoji="1"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4E9097-A1F3-419B-B286-DCCA20275CE6}"/>
              </a:ext>
            </a:extLst>
          </p:cNvPr>
          <p:cNvSpPr/>
          <p:nvPr/>
        </p:nvSpPr>
        <p:spPr>
          <a:xfrm>
            <a:off x="7011913" y="1855335"/>
            <a:ext cx="180000" cy="14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55557A-00F8-21F3-B556-CBF0D4100492}"/>
              </a:ext>
            </a:extLst>
          </p:cNvPr>
          <p:cNvSpPr/>
          <p:nvPr/>
        </p:nvSpPr>
        <p:spPr>
          <a:xfrm>
            <a:off x="7011913" y="2035335"/>
            <a:ext cx="180000" cy="14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6FCB89-80D9-5466-A670-0BCFB997D5EF}"/>
              </a:ext>
            </a:extLst>
          </p:cNvPr>
          <p:cNvSpPr/>
          <p:nvPr/>
        </p:nvSpPr>
        <p:spPr>
          <a:xfrm>
            <a:off x="7011913" y="2350089"/>
            <a:ext cx="180000" cy="14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8A075C-29AC-6D7B-B8CE-0076EA8F995D}"/>
              </a:ext>
            </a:extLst>
          </p:cNvPr>
          <p:cNvSpPr txBox="1"/>
          <p:nvPr/>
        </p:nvSpPr>
        <p:spPr>
          <a:xfrm>
            <a:off x="6871080" y="2140777"/>
            <a:ext cx="461665" cy="2478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</a:t>
            </a:r>
            <a:endParaRPr kumimoji="1" lang="zh-CN" alt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B3E4CB-A5EC-68FD-812B-E87ED8BDBFE0}"/>
              </a:ext>
            </a:extLst>
          </p:cNvPr>
          <p:cNvSpPr/>
          <p:nvPr/>
        </p:nvSpPr>
        <p:spPr>
          <a:xfrm>
            <a:off x="7011913" y="2530090"/>
            <a:ext cx="180000" cy="1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B5C9AD5-D2D3-8BC5-D1F6-A0DA13366D42}"/>
              </a:ext>
            </a:extLst>
          </p:cNvPr>
          <p:cNvSpPr/>
          <p:nvPr/>
        </p:nvSpPr>
        <p:spPr>
          <a:xfrm>
            <a:off x="7011913" y="2710090"/>
            <a:ext cx="180000" cy="1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A8B8F97-7592-EAE2-0B23-AAF01F109007}"/>
              </a:ext>
            </a:extLst>
          </p:cNvPr>
          <p:cNvSpPr/>
          <p:nvPr/>
        </p:nvSpPr>
        <p:spPr>
          <a:xfrm>
            <a:off x="7011913" y="3024844"/>
            <a:ext cx="180000" cy="1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73B266C-F11B-7E05-383D-DD4C40FF3237}"/>
              </a:ext>
            </a:extLst>
          </p:cNvPr>
          <p:cNvSpPr txBox="1"/>
          <p:nvPr/>
        </p:nvSpPr>
        <p:spPr>
          <a:xfrm>
            <a:off x="6871080" y="2815532"/>
            <a:ext cx="461665" cy="2478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…</a:t>
            </a:r>
            <a:endParaRPr kumimoji="1"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6B478992-883C-BDF4-62F3-474983594D08}"/>
              </a:ext>
            </a:extLst>
          </p:cNvPr>
          <p:cNvCxnSpPr>
            <a:stCxn id="2" idx="3"/>
            <a:endCxn id="36" idx="2"/>
          </p:cNvCxnSpPr>
          <p:nvPr/>
        </p:nvCxnSpPr>
        <p:spPr>
          <a:xfrm>
            <a:off x="7191913" y="1252580"/>
            <a:ext cx="649217" cy="857120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6DFBA578-B3D7-5F5A-1B8D-316AFF234EE5}"/>
              </a:ext>
            </a:extLst>
          </p:cNvPr>
          <p:cNvCxnSpPr>
            <a:cxnSpLocks/>
            <a:stCxn id="6" idx="3"/>
            <a:endCxn id="36" idx="2"/>
          </p:cNvCxnSpPr>
          <p:nvPr/>
        </p:nvCxnSpPr>
        <p:spPr>
          <a:xfrm>
            <a:off x="7191913" y="1432580"/>
            <a:ext cx="649217" cy="677120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DED1B9F6-61C2-ADAF-F42E-51660C3CA29E}"/>
              </a:ext>
            </a:extLst>
          </p:cNvPr>
          <p:cNvCxnSpPr>
            <a:cxnSpLocks/>
            <a:stCxn id="7" idx="3"/>
            <a:endCxn id="36" idx="2"/>
          </p:cNvCxnSpPr>
          <p:nvPr/>
        </p:nvCxnSpPr>
        <p:spPr>
          <a:xfrm>
            <a:off x="7191913" y="1747334"/>
            <a:ext cx="649217" cy="362366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148F207B-ED6C-975D-C178-B29458916F61}"/>
              </a:ext>
            </a:extLst>
          </p:cNvPr>
          <p:cNvCxnSpPr>
            <a:cxnSpLocks/>
            <a:stCxn id="11" idx="3"/>
            <a:endCxn id="36" idx="2"/>
          </p:cNvCxnSpPr>
          <p:nvPr/>
        </p:nvCxnSpPr>
        <p:spPr>
          <a:xfrm>
            <a:off x="7191913" y="1927335"/>
            <a:ext cx="649217" cy="182365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0936D6E9-EA2E-D99C-B148-6EF462F9E015}"/>
              </a:ext>
            </a:extLst>
          </p:cNvPr>
          <p:cNvCxnSpPr>
            <a:cxnSpLocks/>
            <a:stCxn id="13" idx="3"/>
            <a:endCxn id="36" idx="2"/>
          </p:cNvCxnSpPr>
          <p:nvPr/>
        </p:nvCxnSpPr>
        <p:spPr>
          <a:xfrm>
            <a:off x="7191913" y="2107335"/>
            <a:ext cx="649217" cy="2365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箭头连接符 94">
            <a:extLst>
              <a:ext uri="{FF2B5EF4-FFF2-40B4-BE49-F238E27FC236}">
                <a16:creationId xmlns:a16="http://schemas.microsoft.com/office/drawing/2014/main" id="{7C7BECED-3F0E-D9A7-9E0A-584477272242}"/>
              </a:ext>
            </a:extLst>
          </p:cNvPr>
          <p:cNvCxnSpPr>
            <a:cxnSpLocks/>
            <a:stCxn id="18" idx="3"/>
            <a:endCxn id="36" idx="2"/>
          </p:cNvCxnSpPr>
          <p:nvPr/>
        </p:nvCxnSpPr>
        <p:spPr>
          <a:xfrm flipV="1">
            <a:off x="7191913" y="2109700"/>
            <a:ext cx="649217" cy="312389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FDA84B72-61EA-A73F-A182-1A9BC84DE87D}"/>
              </a:ext>
            </a:extLst>
          </p:cNvPr>
          <p:cNvCxnSpPr>
            <a:cxnSpLocks/>
            <a:stCxn id="29" idx="3"/>
            <a:endCxn id="36" idx="2"/>
          </p:cNvCxnSpPr>
          <p:nvPr/>
        </p:nvCxnSpPr>
        <p:spPr>
          <a:xfrm flipV="1">
            <a:off x="7191913" y="2109700"/>
            <a:ext cx="649217" cy="492390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F62F8CA-5310-B344-DB2E-2FF5E36C8B08}"/>
              </a:ext>
            </a:extLst>
          </p:cNvPr>
          <p:cNvCxnSpPr>
            <a:cxnSpLocks/>
            <a:stCxn id="30" idx="3"/>
            <a:endCxn id="36" idx="2"/>
          </p:cNvCxnSpPr>
          <p:nvPr/>
        </p:nvCxnSpPr>
        <p:spPr>
          <a:xfrm flipV="1">
            <a:off x="7191913" y="2109700"/>
            <a:ext cx="649217" cy="672390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5CAF707C-CE7A-88F1-5C41-9659E1BC9EED}"/>
              </a:ext>
            </a:extLst>
          </p:cNvPr>
          <p:cNvCxnSpPr>
            <a:cxnSpLocks/>
            <a:stCxn id="31" idx="3"/>
            <a:endCxn id="36" idx="2"/>
          </p:cNvCxnSpPr>
          <p:nvPr/>
        </p:nvCxnSpPr>
        <p:spPr>
          <a:xfrm flipV="1">
            <a:off x="7191913" y="2109700"/>
            <a:ext cx="649217" cy="987144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21C47072-C2F7-E06F-5356-717BB20FF89D}"/>
              </a:ext>
            </a:extLst>
          </p:cNvPr>
          <p:cNvSpPr txBox="1"/>
          <p:nvPr/>
        </p:nvSpPr>
        <p:spPr>
          <a:xfrm>
            <a:off x="7419956" y="1270109"/>
            <a:ext cx="782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/>
              <a:t>3 x 3 x 3 </a:t>
            </a:r>
          </a:p>
          <a:p>
            <a:r>
              <a:rPr kumimoji="1" lang="en-US" altLang="zh-CN" sz="1000" b="1" dirty="0"/>
              <a:t>weights</a:t>
            </a:r>
            <a:endParaRPr kumimoji="1" lang="zh-CN" altLang="en-US" sz="1000" b="1" dirty="0"/>
          </a:p>
        </p:txBody>
      </p: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6385956F-4AF5-5FC5-F81C-A3271F8F786F}"/>
              </a:ext>
            </a:extLst>
          </p:cNvPr>
          <p:cNvCxnSpPr>
            <a:cxnSpLocks/>
            <a:stCxn id="113" idx="0"/>
            <a:endCxn id="36" idx="4"/>
          </p:cNvCxnSpPr>
          <p:nvPr/>
        </p:nvCxnSpPr>
        <p:spPr>
          <a:xfrm flipV="1">
            <a:off x="8057130" y="2325700"/>
            <a:ext cx="0" cy="335951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233B29B2-072E-354C-5709-E7C67652E08E}"/>
              </a:ext>
            </a:extLst>
          </p:cNvPr>
          <p:cNvSpPr txBox="1"/>
          <p:nvPr/>
        </p:nvSpPr>
        <p:spPr>
          <a:xfrm>
            <a:off x="8017367" y="2406979"/>
            <a:ext cx="782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bias</a:t>
            </a:r>
            <a:endParaRPr kumimoji="1" lang="zh-CN" altLang="en-US" sz="1000" dirty="0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16DE4C71-E05B-C0C4-301D-CCBB3F91A573}"/>
              </a:ext>
            </a:extLst>
          </p:cNvPr>
          <p:cNvSpPr/>
          <p:nvPr/>
        </p:nvSpPr>
        <p:spPr>
          <a:xfrm>
            <a:off x="7967130" y="2661651"/>
            <a:ext cx="180000" cy="1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>
                <a:solidFill>
                  <a:schemeClr val="tx1"/>
                </a:solidFill>
              </a:rPr>
              <a:t>1</a:t>
            </a:r>
            <a:endParaRPr kumimoji="1" lang="zh-CN" altLang="en-US" sz="900" dirty="0">
              <a:solidFill>
                <a:schemeClr val="tx1"/>
              </a:solidFill>
            </a:endParaRPr>
          </a:p>
        </p:txBody>
      </p:sp>
      <p:cxnSp>
        <p:nvCxnSpPr>
          <p:cNvPr id="147" name="肘形连接符 146">
            <a:extLst>
              <a:ext uri="{FF2B5EF4-FFF2-40B4-BE49-F238E27FC236}">
                <a16:creationId xmlns:a16="http://schemas.microsoft.com/office/drawing/2014/main" id="{FC06DE3F-8085-5D31-3420-574776CE4C93}"/>
              </a:ext>
            </a:extLst>
          </p:cNvPr>
          <p:cNvCxnSpPr>
            <a:cxnSpLocks/>
          </p:cNvCxnSpPr>
          <p:nvPr/>
        </p:nvCxnSpPr>
        <p:spPr>
          <a:xfrm flipV="1">
            <a:off x="4113186" y="1874596"/>
            <a:ext cx="2564596" cy="442109"/>
          </a:xfrm>
          <a:prstGeom prst="bentConnector3">
            <a:avLst>
              <a:gd name="adj1" fmla="val -574"/>
            </a:avLst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620D6F6E-62D2-147F-B3C8-D7D677E416D1}"/>
              </a:ext>
            </a:extLst>
          </p:cNvPr>
          <p:cNvSpPr txBox="1"/>
          <p:nvPr/>
        </p:nvSpPr>
        <p:spPr>
          <a:xfrm>
            <a:off x="2724754" y="2338247"/>
            <a:ext cx="988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/>
              <a:t>Receptive</a:t>
            </a:r>
          </a:p>
          <a:p>
            <a:r>
              <a:rPr kumimoji="1" lang="en-US" altLang="zh-CN" sz="1200" b="1" dirty="0"/>
              <a:t>Field</a:t>
            </a:r>
            <a:endParaRPr kumimoji="1"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767998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6108B6B-DE6F-0664-CE59-8DF51C2E9BD8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304771602"/>
              </p:ext>
            </p:extLst>
          </p:nvPr>
        </p:nvGraphicFramePr>
        <p:xfrm>
          <a:off x="3604800" y="2039066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A3B3519-F07C-C7C4-EBCA-3E864EC23E7E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36979606"/>
              </p:ext>
            </p:extLst>
          </p:nvPr>
        </p:nvGraphicFramePr>
        <p:xfrm>
          <a:off x="3748800" y="2183400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0913A23-E6A3-5616-221F-548842AA85C8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030178759"/>
              </p:ext>
            </p:extLst>
          </p:nvPr>
        </p:nvGraphicFramePr>
        <p:xfrm>
          <a:off x="3892800" y="2327400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5E69A43B-11FE-3CE9-EEB9-217DFF648D27}"/>
              </a:ext>
            </a:extLst>
          </p:cNvPr>
          <p:cNvCxnSpPr>
            <a:cxnSpLocks/>
          </p:cNvCxnSpPr>
          <p:nvPr/>
        </p:nvCxnSpPr>
        <p:spPr>
          <a:xfrm>
            <a:off x="3892800" y="2333885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C6281B0D-F2C1-81D8-F0C9-13F00F71C935}"/>
              </a:ext>
            </a:extLst>
          </p:cNvPr>
          <p:cNvCxnSpPr>
            <a:cxnSpLocks/>
          </p:cNvCxnSpPr>
          <p:nvPr/>
        </p:nvCxnSpPr>
        <p:spPr>
          <a:xfrm>
            <a:off x="3892800" y="3429000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EC2BF511-3161-3FD1-BF71-CD5E77A0E753}"/>
              </a:ext>
            </a:extLst>
          </p:cNvPr>
          <p:cNvCxnSpPr>
            <a:cxnSpLocks/>
          </p:cNvCxnSpPr>
          <p:nvPr/>
        </p:nvCxnSpPr>
        <p:spPr>
          <a:xfrm rot="5400000">
            <a:off x="3354409" y="2884685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4465A5D8-1319-6DBE-339C-B8F525584CEB}"/>
              </a:ext>
            </a:extLst>
          </p:cNvPr>
          <p:cNvCxnSpPr>
            <a:cxnSpLocks/>
          </p:cNvCxnSpPr>
          <p:nvPr/>
        </p:nvCxnSpPr>
        <p:spPr>
          <a:xfrm rot="5400000">
            <a:off x="4439796" y="2884685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D4552D2B-AC99-98DC-C995-0B4DE4328A7D}"/>
              </a:ext>
            </a:extLst>
          </p:cNvPr>
          <p:cNvCxnSpPr>
            <a:cxnSpLocks/>
          </p:cNvCxnSpPr>
          <p:nvPr/>
        </p:nvCxnSpPr>
        <p:spPr>
          <a:xfrm rot="5400000">
            <a:off x="3054000" y="2589866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93A352D-8D5B-49A8-F051-009CDFE84F54}"/>
              </a:ext>
            </a:extLst>
          </p:cNvPr>
          <p:cNvCxnSpPr>
            <a:cxnSpLocks/>
          </p:cNvCxnSpPr>
          <p:nvPr/>
        </p:nvCxnSpPr>
        <p:spPr>
          <a:xfrm>
            <a:off x="3604800" y="2050734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385C0364-7EEE-659A-F643-0BAEE3A29D57}"/>
              </a:ext>
            </a:extLst>
          </p:cNvPr>
          <p:cNvCxnSpPr>
            <a:cxnSpLocks/>
          </p:cNvCxnSpPr>
          <p:nvPr/>
        </p:nvCxnSpPr>
        <p:spPr>
          <a:xfrm>
            <a:off x="3604800" y="2050734"/>
            <a:ext cx="300409" cy="28315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9C5A43F1-40E6-B27D-CCF6-95256FDB060A}"/>
              </a:ext>
            </a:extLst>
          </p:cNvPr>
          <p:cNvCxnSpPr>
            <a:cxnSpLocks/>
            <a:stCxn id="5" idx="0"/>
            <a:endCxn id="9" idx="0"/>
          </p:cNvCxnSpPr>
          <p:nvPr/>
        </p:nvCxnSpPr>
        <p:spPr>
          <a:xfrm>
            <a:off x="4706400" y="2039066"/>
            <a:ext cx="288000" cy="28833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21233EED-615C-4F0F-C37E-598FF52887B1}"/>
              </a:ext>
            </a:extLst>
          </p:cNvPr>
          <p:cNvCxnSpPr>
            <a:cxnSpLocks/>
            <a:stCxn id="5" idx="1"/>
            <a:endCxn id="9" idx="1"/>
          </p:cNvCxnSpPr>
          <p:nvPr/>
        </p:nvCxnSpPr>
        <p:spPr>
          <a:xfrm>
            <a:off x="3604800" y="3140666"/>
            <a:ext cx="288000" cy="28833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A6EC9BDA-0E20-F32C-89AE-38EA538681EA}"/>
              </a:ext>
            </a:extLst>
          </p:cNvPr>
          <p:cNvGrpSpPr/>
          <p:nvPr/>
        </p:nvGrpSpPr>
        <p:grpSpPr>
          <a:xfrm>
            <a:off x="7187696" y="1144737"/>
            <a:ext cx="432000" cy="432000"/>
            <a:chOff x="5308391" y="474484"/>
            <a:chExt cx="540000" cy="540000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53385C31-8992-275E-D179-133890B716CA}"/>
                </a:ext>
              </a:extLst>
            </p:cNvPr>
            <p:cNvSpPr/>
            <p:nvPr/>
          </p:nvSpPr>
          <p:spPr>
            <a:xfrm>
              <a:off x="5308391" y="474484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AE8222F4-AFE1-3624-CD27-BEE866226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6202" y="545599"/>
              <a:ext cx="364378" cy="393442"/>
            </a:xfrm>
            <a:prstGeom prst="rect">
              <a:avLst/>
            </a:prstGeom>
          </p:spPr>
        </p:pic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B4A5B83B-54E1-0933-7445-0364862431EE}"/>
              </a:ext>
            </a:extLst>
          </p:cNvPr>
          <p:cNvGrpSpPr/>
          <p:nvPr/>
        </p:nvGrpSpPr>
        <p:grpSpPr>
          <a:xfrm>
            <a:off x="4250373" y="2687322"/>
            <a:ext cx="1101600" cy="1101600"/>
            <a:chOff x="2600400" y="1166885"/>
            <a:chExt cx="1101600" cy="1101600"/>
          </a:xfrm>
        </p:grpSpPr>
        <p:cxnSp>
          <p:nvCxnSpPr>
            <p:cNvPr id="51" name="直线连接符 50">
              <a:extLst>
                <a:ext uri="{FF2B5EF4-FFF2-40B4-BE49-F238E27FC236}">
                  <a16:creationId xmlns:a16="http://schemas.microsoft.com/office/drawing/2014/main" id="{B0B6A6C7-04BA-4A01-EE72-A889ED811483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1166885"/>
              <a:ext cx="1101600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线连接符 51">
              <a:extLst>
                <a:ext uri="{FF2B5EF4-FFF2-40B4-BE49-F238E27FC236}">
                  <a16:creationId xmlns:a16="http://schemas.microsoft.com/office/drawing/2014/main" id="{71C31C0A-AD10-A706-0A6B-35FF564B839A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2262000"/>
              <a:ext cx="1101600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66EB3F12-0ADC-495D-4C7B-9062FE781D3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62009" y="1717685"/>
              <a:ext cx="1101600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线连接符 53">
              <a:extLst>
                <a:ext uri="{FF2B5EF4-FFF2-40B4-BE49-F238E27FC236}">
                  <a16:creationId xmlns:a16="http://schemas.microsoft.com/office/drawing/2014/main" id="{2D3F50C3-7312-0CC1-FF00-56726193733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147396" y="1717685"/>
              <a:ext cx="1101600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9B569DC5-D580-A1C6-F3BC-A486BA1605FF}"/>
              </a:ext>
            </a:extLst>
          </p:cNvPr>
          <p:cNvGrpSpPr/>
          <p:nvPr/>
        </p:nvGrpSpPr>
        <p:grpSpPr>
          <a:xfrm>
            <a:off x="4986432" y="3442831"/>
            <a:ext cx="1101600" cy="1101600"/>
            <a:chOff x="2600400" y="1166885"/>
            <a:chExt cx="1101600" cy="1101600"/>
          </a:xfrm>
        </p:grpSpPr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6C3B2514-741A-917A-3ACD-DD2733660AEA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1166885"/>
              <a:ext cx="11016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线连接符 57">
              <a:extLst>
                <a:ext uri="{FF2B5EF4-FFF2-40B4-BE49-F238E27FC236}">
                  <a16:creationId xmlns:a16="http://schemas.microsoft.com/office/drawing/2014/main" id="{3FCD90BA-87F1-3027-064B-228B7A6D03E4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2262000"/>
              <a:ext cx="11016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线连接符 58">
              <a:extLst>
                <a:ext uri="{FF2B5EF4-FFF2-40B4-BE49-F238E27FC236}">
                  <a16:creationId xmlns:a16="http://schemas.microsoft.com/office/drawing/2014/main" id="{CEB5FBB0-B355-1C97-B226-032A92336F4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62009" y="1717685"/>
              <a:ext cx="11016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线连接符 59">
              <a:extLst>
                <a:ext uri="{FF2B5EF4-FFF2-40B4-BE49-F238E27FC236}">
                  <a16:creationId xmlns:a16="http://schemas.microsoft.com/office/drawing/2014/main" id="{711F1016-CDD0-787C-B4A1-24E8784A6DD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147396" y="1717685"/>
              <a:ext cx="11016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C6DD9737-B610-4B0C-0A16-62CFAD0AA9F0}"/>
              </a:ext>
            </a:extLst>
          </p:cNvPr>
          <p:cNvGrpSpPr/>
          <p:nvPr/>
        </p:nvGrpSpPr>
        <p:grpSpPr>
          <a:xfrm>
            <a:off x="7187696" y="1820159"/>
            <a:ext cx="432000" cy="432000"/>
            <a:chOff x="5308391" y="474484"/>
            <a:chExt cx="540000" cy="540000"/>
          </a:xfrm>
        </p:grpSpPr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621F49EF-E8A2-82B8-0295-A18EFCF2364C}"/>
                </a:ext>
              </a:extLst>
            </p:cNvPr>
            <p:cNvSpPr/>
            <p:nvPr/>
          </p:nvSpPr>
          <p:spPr>
            <a:xfrm>
              <a:off x="5308391" y="474484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63" name="图片 62">
              <a:extLst>
                <a:ext uri="{FF2B5EF4-FFF2-40B4-BE49-F238E27FC236}">
                  <a16:creationId xmlns:a16="http://schemas.microsoft.com/office/drawing/2014/main" id="{41A20DD6-EFF5-EB8F-CF7F-B3CF5B17C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6202" y="545599"/>
              <a:ext cx="364378" cy="393442"/>
            </a:xfrm>
            <a:prstGeom prst="rect">
              <a:avLst/>
            </a:prstGeom>
          </p:spPr>
        </p:pic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6B5AE6B9-2AE1-9308-129C-94355CF4DBF4}"/>
              </a:ext>
            </a:extLst>
          </p:cNvPr>
          <p:cNvGrpSpPr/>
          <p:nvPr/>
        </p:nvGrpSpPr>
        <p:grpSpPr>
          <a:xfrm>
            <a:off x="7187696" y="3022868"/>
            <a:ext cx="432000" cy="432000"/>
            <a:chOff x="5308391" y="474484"/>
            <a:chExt cx="540000" cy="540000"/>
          </a:xfrm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09D1C02D-A806-CCC6-4072-C7D4FD143B72}"/>
                </a:ext>
              </a:extLst>
            </p:cNvPr>
            <p:cNvSpPr/>
            <p:nvPr/>
          </p:nvSpPr>
          <p:spPr>
            <a:xfrm>
              <a:off x="5308391" y="474484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36480F51-5E2E-07BF-29B3-4B4B84DD4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6202" y="545599"/>
              <a:ext cx="364378" cy="393442"/>
            </a:xfrm>
            <a:prstGeom prst="rect">
              <a:avLst/>
            </a:prstGeom>
          </p:spPr>
        </p:pic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7798E3D1-C86B-3BF4-6544-CF0DE5D0B5CA}"/>
              </a:ext>
            </a:extLst>
          </p:cNvPr>
          <p:cNvGrpSpPr/>
          <p:nvPr/>
        </p:nvGrpSpPr>
        <p:grpSpPr>
          <a:xfrm>
            <a:off x="7187696" y="3913488"/>
            <a:ext cx="432000" cy="432000"/>
            <a:chOff x="5308391" y="474484"/>
            <a:chExt cx="540000" cy="540000"/>
          </a:xfrm>
        </p:grpSpPr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A78B29BF-3192-FDA6-4BBF-B9D0F6772C9F}"/>
                </a:ext>
              </a:extLst>
            </p:cNvPr>
            <p:cNvSpPr/>
            <p:nvPr/>
          </p:nvSpPr>
          <p:spPr>
            <a:xfrm>
              <a:off x="5308391" y="474484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89503AB5-742A-EFD2-4F99-CBFB0DA7A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6202" y="545599"/>
              <a:ext cx="364378" cy="393442"/>
            </a:xfrm>
            <a:prstGeom prst="rect">
              <a:avLst/>
            </a:prstGeom>
          </p:spPr>
        </p:pic>
      </p:grp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A5BD4C2A-510A-B5B3-8F15-F52361777152}"/>
              </a:ext>
            </a:extLst>
          </p:cNvPr>
          <p:cNvCxnSpPr>
            <a:cxnSpLocks/>
            <a:stCxn id="8" idx="0"/>
            <a:endCxn id="36" idx="2"/>
          </p:cNvCxnSpPr>
          <p:nvPr/>
        </p:nvCxnSpPr>
        <p:spPr>
          <a:xfrm flipV="1">
            <a:off x="4850400" y="1360737"/>
            <a:ext cx="2337296" cy="822663"/>
          </a:xfrm>
          <a:prstGeom prst="straightConnector1">
            <a:avLst/>
          </a:prstGeom>
          <a:ln cap="rnd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0112D082-CC76-300D-FFE2-141E6E739E47}"/>
              </a:ext>
            </a:extLst>
          </p:cNvPr>
          <p:cNvCxnSpPr>
            <a:cxnSpLocks/>
            <a:stCxn id="8" idx="0"/>
            <a:endCxn id="62" idx="2"/>
          </p:cNvCxnSpPr>
          <p:nvPr/>
        </p:nvCxnSpPr>
        <p:spPr>
          <a:xfrm flipV="1">
            <a:off x="4850400" y="2036159"/>
            <a:ext cx="2337296" cy="147241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43D7285B-F4ED-FCE6-BC81-45EB1135E714}"/>
              </a:ext>
            </a:extLst>
          </p:cNvPr>
          <p:cNvCxnSpPr>
            <a:cxnSpLocks/>
            <a:endCxn id="65" idx="2"/>
          </p:cNvCxnSpPr>
          <p:nvPr/>
        </p:nvCxnSpPr>
        <p:spPr>
          <a:xfrm>
            <a:off x="5296938" y="3237137"/>
            <a:ext cx="1890758" cy="1731"/>
          </a:xfrm>
          <a:prstGeom prst="straightConnector1">
            <a:avLst/>
          </a:prstGeom>
          <a:ln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96CDFED4-F187-B0BD-9D4C-ACA8AD88CEAC}"/>
              </a:ext>
            </a:extLst>
          </p:cNvPr>
          <p:cNvCxnSpPr>
            <a:cxnSpLocks/>
            <a:endCxn id="68" idx="2"/>
          </p:cNvCxnSpPr>
          <p:nvPr/>
        </p:nvCxnSpPr>
        <p:spPr>
          <a:xfrm>
            <a:off x="6088032" y="4127757"/>
            <a:ext cx="1099664" cy="1731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B56D33C8-CB7B-875A-249C-2F15BF705D1E}"/>
              </a:ext>
            </a:extLst>
          </p:cNvPr>
          <p:cNvSpPr txBox="1"/>
          <p:nvPr/>
        </p:nvSpPr>
        <p:spPr>
          <a:xfrm>
            <a:off x="5570023" y="1241203"/>
            <a:ext cx="1395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3 x 3 x 3 weights</a:t>
            </a:r>
            <a:endParaRPr kumimoji="1" lang="zh-CN" altLang="en-US" sz="1200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9DA4F33-F970-19D7-FD8E-265FE93B3DC4}"/>
              </a:ext>
            </a:extLst>
          </p:cNvPr>
          <p:cNvSpPr txBox="1"/>
          <p:nvPr/>
        </p:nvSpPr>
        <p:spPr>
          <a:xfrm>
            <a:off x="2724754" y="2072275"/>
            <a:ext cx="988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Receptive</a:t>
            </a:r>
          </a:p>
          <a:p>
            <a:r>
              <a:rPr kumimoji="1" lang="en-US" altLang="zh-CN" sz="1200" dirty="0"/>
              <a:t>Field</a:t>
            </a:r>
            <a:endParaRPr kumimoji="1" lang="zh-CN" altLang="en-US" sz="1200" dirty="0"/>
          </a:p>
        </p:txBody>
      </p: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80BB62D3-5B5A-201B-37D4-2C5A60BFC20E}"/>
              </a:ext>
            </a:extLst>
          </p:cNvPr>
          <p:cNvCxnSpPr/>
          <p:nvPr/>
        </p:nvCxnSpPr>
        <p:spPr>
          <a:xfrm>
            <a:off x="7689958" y="1352521"/>
            <a:ext cx="27886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5A619117-07D7-081B-8E4B-45A45A1505D3}"/>
              </a:ext>
            </a:extLst>
          </p:cNvPr>
          <p:cNvCxnSpPr/>
          <p:nvPr/>
        </p:nvCxnSpPr>
        <p:spPr>
          <a:xfrm>
            <a:off x="7689958" y="2034428"/>
            <a:ext cx="27886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C7180B10-7778-815E-DC11-9907FFD035E5}"/>
              </a:ext>
            </a:extLst>
          </p:cNvPr>
          <p:cNvCxnSpPr/>
          <p:nvPr/>
        </p:nvCxnSpPr>
        <p:spPr>
          <a:xfrm>
            <a:off x="7689958" y="3237137"/>
            <a:ext cx="27886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5DCAC84F-75D7-DD8F-3A12-ED91154FC94F}"/>
              </a:ext>
            </a:extLst>
          </p:cNvPr>
          <p:cNvCxnSpPr/>
          <p:nvPr/>
        </p:nvCxnSpPr>
        <p:spPr>
          <a:xfrm>
            <a:off x="7690775" y="4127757"/>
            <a:ext cx="27886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967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282B6-DDC7-043E-BBB5-9B1FA06BE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0577BBC-E31F-5997-FEC3-BABD4784113A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321172113"/>
              </p:ext>
            </p:extLst>
          </p:nvPr>
        </p:nvGraphicFramePr>
        <p:xfrm>
          <a:off x="2749986" y="1981652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99C4FB5-9098-6747-39D3-5305D14B856D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638932829"/>
              </p:ext>
            </p:extLst>
          </p:nvPr>
        </p:nvGraphicFramePr>
        <p:xfrm>
          <a:off x="2893986" y="2125986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F7FA1F9-0199-51B5-8D30-58024F2E12E0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750917435"/>
              </p:ext>
            </p:extLst>
          </p:nvPr>
        </p:nvGraphicFramePr>
        <p:xfrm>
          <a:off x="3037986" y="2269986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BACF5F82-F0D2-B65A-52CD-7560C9BB3437}"/>
              </a:ext>
            </a:extLst>
          </p:cNvPr>
          <p:cNvCxnSpPr>
            <a:cxnSpLocks/>
          </p:cNvCxnSpPr>
          <p:nvPr/>
        </p:nvCxnSpPr>
        <p:spPr>
          <a:xfrm>
            <a:off x="3037986" y="2276471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7C491281-1D97-8767-2AB0-149CFD693D71}"/>
              </a:ext>
            </a:extLst>
          </p:cNvPr>
          <p:cNvCxnSpPr>
            <a:cxnSpLocks/>
          </p:cNvCxnSpPr>
          <p:nvPr/>
        </p:nvCxnSpPr>
        <p:spPr>
          <a:xfrm>
            <a:off x="3037986" y="3371586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EBBAAD21-D9E2-3A18-2A8D-2BF04590E53A}"/>
              </a:ext>
            </a:extLst>
          </p:cNvPr>
          <p:cNvCxnSpPr>
            <a:cxnSpLocks/>
          </p:cNvCxnSpPr>
          <p:nvPr/>
        </p:nvCxnSpPr>
        <p:spPr>
          <a:xfrm rot="5400000">
            <a:off x="2499595" y="2827271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F04E88C5-6259-6CDB-CD3C-B02428477724}"/>
              </a:ext>
            </a:extLst>
          </p:cNvPr>
          <p:cNvCxnSpPr>
            <a:cxnSpLocks/>
          </p:cNvCxnSpPr>
          <p:nvPr/>
        </p:nvCxnSpPr>
        <p:spPr>
          <a:xfrm rot="5400000">
            <a:off x="3584982" y="2827271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F77002BF-E392-151B-083E-9A0FD11B344F}"/>
              </a:ext>
            </a:extLst>
          </p:cNvPr>
          <p:cNvCxnSpPr>
            <a:cxnSpLocks/>
          </p:cNvCxnSpPr>
          <p:nvPr/>
        </p:nvCxnSpPr>
        <p:spPr>
          <a:xfrm rot="5400000">
            <a:off x="2199186" y="2532452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B2087941-09D2-5676-AA17-1430A3C78D1A}"/>
              </a:ext>
            </a:extLst>
          </p:cNvPr>
          <p:cNvCxnSpPr>
            <a:cxnSpLocks/>
          </p:cNvCxnSpPr>
          <p:nvPr/>
        </p:nvCxnSpPr>
        <p:spPr>
          <a:xfrm>
            <a:off x="2749986" y="1993320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CD73066A-73E6-7F50-58F8-054685DEBF96}"/>
              </a:ext>
            </a:extLst>
          </p:cNvPr>
          <p:cNvCxnSpPr>
            <a:cxnSpLocks/>
          </p:cNvCxnSpPr>
          <p:nvPr/>
        </p:nvCxnSpPr>
        <p:spPr>
          <a:xfrm>
            <a:off x="2749986" y="1993320"/>
            <a:ext cx="300409" cy="28315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293F550D-FCAE-65E3-910F-0CEF12E54447}"/>
              </a:ext>
            </a:extLst>
          </p:cNvPr>
          <p:cNvCxnSpPr>
            <a:cxnSpLocks/>
            <a:stCxn id="5" idx="0"/>
            <a:endCxn id="9" idx="0"/>
          </p:cNvCxnSpPr>
          <p:nvPr/>
        </p:nvCxnSpPr>
        <p:spPr>
          <a:xfrm>
            <a:off x="3851586" y="1981652"/>
            <a:ext cx="288000" cy="28833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5C28E1A4-AEB5-9AB6-4A48-086130DC7893}"/>
              </a:ext>
            </a:extLst>
          </p:cNvPr>
          <p:cNvCxnSpPr>
            <a:cxnSpLocks/>
            <a:stCxn id="5" idx="1"/>
            <a:endCxn id="9" idx="1"/>
          </p:cNvCxnSpPr>
          <p:nvPr/>
        </p:nvCxnSpPr>
        <p:spPr>
          <a:xfrm>
            <a:off x="2749986" y="3083252"/>
            <a:ext cx="288000" cy="28833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F3745347-0758-35B3-9CA0-186D85BE2BD1}"/>
              </a:ext>
            </a:extLst>
          </p:cNvPr>
          <p:cNvGrpSpPr/>
          <p:nvPr/>
        </p:nvGrpSpPr>
        <p:grpSpPr>
          <a:xfrm>
            <a:off x="6986316" y="1570314"/>
            <a:ext cx="432000" cy="432000"/>
            <a:chOff x="5308391" y="474484"/>
            <a:chExt cx="540000" cy="540000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BED1C4B8-A47D-4F87-5193-205E0834B43B}"/>
                </a:ext>
              </a:extLst>
            </p:cNvPr>
            <p:cNvSpPr/>
            <p:nvPr/>
          </p:nvSpPr>
          <p:spPr>
            <a:xfrm>
              <a:off x="5308391" y="474484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8625D137-F1FD-F87F-AE27-665EF98C0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6202" y="545599"/>
              <a:ext cx="364378" cy="393442"/>
            </a:xfrm>
            <a:prstGeom prst="rect">
              <a:avLst/>
            </a:prstGeom>
          </p:spPr>
        </p:pic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39A00BEF-096E-5240-E3FB-DBBA892B286B}"/>
              </a:ext>
            </a:extLst>
          </p:cNvPr>
          <p:cNvGrpSpPr/>
          <p:nvPr/>
        </p:nvGrpSpPr>
        <p:grpSpPr>
          <a:xfrm>
            <a:off x="3763769" y="3008217"/>
            <a:ext cx="1101600" cy="1101600"/>
            <a:chOff x="2600400" y="1166885"/>
            <a:chExt cx="1101600" cy="1101600"/>
          </a:xfrm>
        </p:grpSpPr>
        <p:cxnSp>
          <p:nvCxnSpPr>
            <p:cNvPr id="51" name="直线连接符 50">
              <a:extLst>
                <a:ext uri="{FF2B5EF4-FFF2-40B4-BE49-F238E27FC236}">
                  <a16:creationId xmlns:a16="http://schemas.microsoft.com/office/drawing/2014/main" id="{5199900A-B41E-2370-0A1B-BAB3E6552739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1166885"/>
              <a:ext cx="11016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线连接符 51">
              <a:extLst>
                <a:ext uri="{FF2B5EF4-FFF2-40B4-BE49-F238E27FC236}">
                  <a16:creationId xmlns:a16="http://schemas.microsoft.com/office/drawing/2014/main" id="{483EEC03-A5F9-300C-CBBE-A15A361168A9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2262000"/>
              <a:ext cx="11016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1E3B0BF2-D6B2-612D-DAE1-8EF071F7641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62009" y="1717685"/>
              <a:ext cx="11016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线连接符 53">
              <a:extLst>
                <a:ext uri="{FF2B5EF4-FFF2-40B4-BE49-F238E27FC236}">
                  <a16:creationId xmlns:a16="http://schemas.microsoft.com/office/drawing/2014/main" id="{162293BB-AD93-9C00-74B1-C98DBC08C17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147396" y="1717685"/>
              <a:ext cx="11016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E299A8F7-CAF6-15D9-5D2E-0EA408EC2E0B}"/>
              </a:ext>
            </a:extLst>
          </p:cNvPr>
          <p:cNvCxnSpPr/>
          <p:nvPr/>
        </p:nvCxnSpPr>
        <p:spPr>
          <a:xfrm>
            <a:off x="7488578" y="1778098"/>
            <a:ext cx="27886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95484E1D-8BBE-DA23-F9CA-D7655D2294CF}"/>
              </a:ext>
            </a:extLst>
          </p:cNvPr>
          <p:cNvSpPr/>
          <p:nvPr/>
        </p:nvSpPr>
        <p:spPr>
          <a:xfrm>
            <a:off x="6157099" y="857194"/>
            <a:ext cx="180000" cy="144000"/>
          </a:xfrm>
          <a:prstGeom prst="rect">
            <a:avLst/>
          </a:prstGeom>
          <a:solidFill>
            <a:srgbClr val="FFA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49BDB5-072C-38A2-B0FB-F244AA2ED762}"/>
              </a:ext>
            </a:extLst>
          </p:cNvPr>
          <p:cNvSpPr/>
          <p:nvPr/>
        </p:nvSpPr>
        <p:spPr>
          <a:xfrm>
            <a:off x="6157099" y="1037194"/>
            <a:ext cx="180000" cy="144000"/>
          </a:xfrm>
          <a:prstGeom prst="rect">
            <a:avLst/>
          </a:prstGeom>
          <a:solidFill>
            <a:srgbClr val="FFA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2E100A-E698-CA40-B8B2-4F1FAA8BB97E}"/>
              </a:ext>
            </a:extLst>
          </p:cNvPr>
          <p:cNvSpPr/>
          <p:nvPr/>
        </p:nvSpPr>
        <p:spPr>
          <a:xfrm>
            <a:off x="6157099" y="1351948"/>
            <a:ext cx="180000" cy="144000"/>
          </a:xfrm>
          <a:prstGeom prst="rect">
            <a:avLst/>
          </a:prstGeom>
          <a:solidFill>
            <a:srgbClr val="FFA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AF43E7-8207-A48B-076D-79D32BAC5DE0}"/>
              </a:ext>
            </a:extLst>
          </p:cNvPr>
          <p:cNvSpPr txBox="1"/>
          <p:nvPr/>
        </p:nvSpPr>
        <p:spPr>
          <a:xfrm>
            <a:off x="6016266" y="1142636"/>
            <a:ext cx="461665" cy="2478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…</a:t>
            </a:r>
            <a:endParaRPr kumimoji="1"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257F2C-81DB-AFFB-B3A1-2A102ED089F6}"/>
              </a:ext>
            </a:extLst>
          </p:cNvPr>
          <p:cNvSpPr/>
          <p:nvPr/>
        </p:nvSpPr>
        <p:spPr>
          <a:xfrm>
            <a:off x="6157099" y="1531949"/>
            <a:ext cx="180000" cy="14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ACAC138-C6D6-8E88-E10F-A0F875B53808}"/>
              </a:ext>
            </a:extLst>
          </p:cNvPr>
          <p:cNvSpPr/>
          <p:nvPr/>
        </p:nvSpPr>
        <p:spPr>
          <a:xfrm>
            <a:off x="6157099" y="1711949"/>
            <a:ext cx="180000" cy="14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3FBAA04-F2F4-C573-7F5E-3D729324D8DD}"/>
              </a:ext>
            </a:extLst>
          </p:cNvPr>
          <p:cNvSpPr/>
          <p:nvPr/>
        </p:nvSpPr>
        <p:spPr>
          <a:xfrm>
            <a:off x="6157099" y="2026703"/>
            <a:ext cx="180000" cy="14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0D2565B-0FE5-9B5A-C350-002F3D590A4B}"/>
              </a:ext>
            </a:extLst>
          </p:cNvPr>
          <p:cNvSpPr txBox="1"/>
          <p:nvPr/>
        </p:nvSpPr>
        <p:spPr>
          <a:xfrm>
            <a:off x="6016266" y="1817391"/>
            <a:ext cx="461665" cy="2478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</a:t>
            </a:r>
            <a:endParaRPr kumimoji="1" lang="zh-CN" alt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310FB8-CD02-4ACC-2339-21DABFF1A537}"/>
              </a:ext>
            </a:extLst>
          </p:cNvPr>
          <p:cNvSpPr/>
          <p:nvPr/>
        </p:nvSpPr>
        <p:spPr>
          <a:xfrm>
            <a:off x="6157099" y="2206704"/>
            <a:ext cx="180000" cy="1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0A04925-2FFC-6B8C-E542-E2F5638C5730}"/>
              </a:ext>
            </a:extLst>
          </p:cNvPr>
          <p:cNvSpPr/>
          <p:nvPr/>
        </p:nvSpPr>
        <p:spPr>
          <a:xfrm>
            <a:off x="6157099" y="2386704"/>
            <a:ext cx="180000" cy="1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1633761-5547-7AB9-4FD8-A38356D284A3}"/>
              </a:ext>
            </a:extLst>
          </p:cNvPr>
          <p:cNvSpPr/>
          <p:nvPr/>
        </p:nvSpPr>
        <p:spPr>
          <a:xfrm>
            <a:off x="6157099" y="2701458"/>
            <a:ext cx="180000" cy="1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521A89E-C2B3-FAA0-3BF8-B7E9EF50C4B7}"/>
              </a:ext>
            </a:extLst>
          </p:cNvPr>
          <p:cNvSpPr txBox="1"/>
          <p:nvPr/>
        </p:nvSpPr>
        <p:spPr>
          <a:xfrm>
            <a:off x="6016266" y="2492146"/>
            <a:ext cx="461665" cy="2478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…</a:t>
            </a:r>
            <a:endParaRPr kumimoji="1"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E598AC80-EA73-F2F9-375C-7063011622C4}"/>
              </a:ext>
            </a:extLst>
          </p:cNvPr>
          <p:cNvCxnSpPr>
            <a:stCxn id="2" idx="3"/>
            <a:endCxn id="36" idx="2"/>
          </p:cNvCxnSpPr>
          <p:nvPr/>
        </p:nvCxnSpPr>
        <p:spPr>
          <a:xfrm>
            <a:off x="6337099" y="929194"/>
            <a:ext cx="649217" cy="857120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BBA7775D-B5CC-1BAD-B88F-D69B1FB65158}"/>
              </a:ext>
            </a:extLst>
          </p:cNvPr>
          <p:cNvCxnSpPr>
            <a:cxnSpLocks/>
            <a:stCxn id="6" idx="3"/>
            <a:endCxn id="36" idx="2"/>
          </p:cNvCxnSpPr>
          <p:nvPr/>
        </p:nvCxnSpPr>
        <p:spPr>
          <a:xfrm>
            <a:off x="6337099" y="1109194"/>
            <a:ext cx="649217" cy="677120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6E12629C-9797-5536-5BFA-E08D2BD7E79F}"/>
              </a:ext>
            </a:extLst>
          </p:cNvPr>
          <p:cNvCxnSpPr>
            <a:cxnSpLocks/>
            <a:stCxn id="7" idx="3"/>
            <a:endCxn id="36" idx="2"/>
          </p:cNvCxnSpPr>
          <p:nvPr/>
        </p:nvCxnSpPr>
        <p:spPr>
          <a:xfrm>
            <a:off x="6337099" y="1423948"/>
            <a:ext cx="649217" cy="362366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B0A762C0-9761-A6B8-2904-DCB79077A779}"/>
              </a:ext>
            </a:extLst>
          </p:cNvPr>
          <p:cNvCxnSpPr>
            <a:cxnSpLocks/>
            <a:stCxn id="11" idx="3"/>
            <a:endCxn id="36" idx="2"/>
          </p:cNvCxnSpPr>
          <p:nvPr/>
        </p:nvCxnSpPr>
        <p:spPr>
          <a:xfrm>
            <a:off x="6337099" y="1603949"/>
            <a:ext cx="649217" cy="182365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41764D98-7C36-EBEA-E713-203ED6F04ADC}"/>
              </a:ext>
            </a:extLst>
          </p:cNvPr>
          <p:cNvCxnSpPr>
            <a:cxnSpLocks/>
            <a:stCxn id="13" idx="3"/>
            <a:endCxn id="36" idx="2"/>
          </p:cNvCxnSpPr>
          <p:nvPr/>
        </p:nvCxnSpPr>
        <p:spPr>
          <a:xfrm>
            <a:off x="6337099" y="1783949"/>
            <a:ext cx="649217" cy="2365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箭头连接符 94">
            <a:extLst>
              <a:ext uri="{FF2B5EF4-FFF2-40B4-BE49-F238E27FC236}">
                <a16:creationId xmlns:a16="http://schemas.microsoft.com/office/drawing/2014/main" id="{B59B00C5-1C1D-14D8-CAC7-3B05402F28DF}"/>
              </a:ext>
            </a:extLst>
          </p:cNvPr>
          <p:cNvCxnSpPr>
            <a:cxnSpLocks/>
            <a:stCxn id="18" idx="3"/>
            <a:endCxn id="36" idx="2"/>
          </p:cNvCxnSpPr>
          <p:nvPr/>
        </p:nvCxnSpPr>
        <p:spPr>
          <a:xfrm flipV="1">
            <a:off x="6337099" y="1786314"/>
            <a:ext cx="649217" cy="312389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279210F6-5D20-2D8E-7E2C-DB5CE54A0DAC}"/>
              </a:ext>
            </a:extLst>
          </p:cNvPr>
          <p:cNvCxnSpPr>
            <a:cxnSpLocks/>
            <a:stCxn id="29" idx="3"/>
            <a:endCxn id="36" idx="2"/>
          </p:cNvCxnSpPr>
          <p:nvPr/>
        </p:nvCxnSpPr>
        <p:spPr>
          <a:xfrm flipV="1">
            <a:off x="6337099" y="1786314"/>
            <a:ext cx="649217" cy="492390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1B1E9D6-6481-69AC-8FF2-23D3D3CBC26E}"/>
              </a:ext>
            </a:extLst>
          </p:cNvPr>
          <p:cNvCxnSpPr>
            <a:cxnSpLocks/>
            <a:stCxn id="30" idx="3"/>
            <a:endCxn id="36" idx="2"/>
          </p:cNvCxnSpPr>
          <p:nvPr/>
        </p:nvCxnSpPr>
        <p:spPr>
          <a:xfrm flipV="1">
            <a:off x="6337099" y="1786314"/>
            <a:ext cx="649217" cy="672390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21E21B1F-22A7-7D0D-D473-049708ADB102}"/>
              </a:ext>
            </a:extLst>
          </p:cNvPr>
          <p:cNvCxnSpPr>
            <a:cxnSpLocks/>
            <a:stCxn id="31" idx="3"/>
            <a:endCxn id="36" idx="2"/>
          </p:cNvCxnSpPr>
          <p:nvPr/>
        </p:nvCxnSpPr>
        <p:spPr>
          <a:xfrm flipV="1">
            <a:off x="6337099" y="1786314"/>
            <a:ext cx="649217" cy="987144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96096A94-E655-2CDA-2366-70D0D8908852}"/>
              </a:ext>
            </a:extLst>
          </p:cNvPr>
          <p:cNvSpPr txBox="1"/>
          <p:nvPr/>
        </p:nvSpPr>
        <p:spPr>
          <a:xfrm>
            <a:off x="6565142" y="946723"/>
            <a:ext cx="782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3 x 3 x 3 </a:t>
            </a:r>
          </a:p>
          <a:p>
            <a:r>
              <a:rPr kumimoji="1" lang="en-US" altLang="zh-CN" sz="1000" dirty="0"/>
              <a:t>weights</a:t>
            </a:r>
            <a:endParaRPr kumimoji="1" lang="zh-CN" altLang="en-US" sz="1000" dirty="0"/>
          </a:p>
        </p:txBody>
      </p: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D31719E1-E60A-7C82-8D7C-83D188FD51EA}"/>
              </a:ext>
            </a:extLst>
          </p:cNvPr>
          <p:cNvCxnSpPr>
            <a:cxnSpLocks/>
            <a:stCxn id="113" idx="0"/>
            <a:endCxn id="36" idx="4"/>
          </p:cNvCxnSpPr>
          <p:nvPr/>
        </p:nvCxnSpPr>
        <p:spPr>
          <a:xfrm flipV="1">
            <a:off x="7202316" y="2002314"/>
            <a:ext cx="0" cy="335951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4E834037-C33E-98BB-0731-1D8AAC88A40F}"/>
              </a:ext>
            </a:extLst>
          </p:cNvPr>
          <p:cNvSpPr txBox="1"/>
          <p:nvPr/>
        </p:nvSpPr>
        <p:spPr>
          <a:xfrm>
            <a:off x="7162553" y="2083593"/>
            <a:ext cx="782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bias</a:t>
            </a:r>
            <a:endParaRPr kumimoji="1" lang="zh-CN" altLang="en-US" sz="1000" dirty="0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88A5D436-A47A-B26E-9DB5-C22412C2A0F0}"/>
              </a:ext>
            </a:extLst>
          </p:cNvPr>
          <p:cNvSpPr/>
          <p:nvPr/>
        </p:nvSpPr>
        <p:spPr>
          <a:xfrm>
            <a:off x="7112316" y="2338265"/>
            <a:ext cx="180000" cy="1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>
                <a:solidFill>
                  <a:schemeClr val="tx1"/>
                </a:solidFill>
              </a:rPr>
              <a:t>1</a:t>
            </a:r>
            <a:endParaRPr kumimoji="1" lang="zh-CN" altLang="en-US" sz="900" dirty="0">
              <a:solidFill>
                <a:schemeClr val="tx1"/>
              </a:solidFill>
            </a:endParaRPr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020B0DEE-9B10-1A54-91F4-978F00AA7B71}"/>
              </a:ext>
            </a:extLst>
          </p:cNvPr>
          <p:cNvGrpSpPr/>
          <p:nvPr/>
        </p:nvGrpSpPr>
        <p:grpSpPr>
          <a:xfrm>
            <a:off x="6980708" y="4350190"/>
            <a:ext cx="432000" cy="432000"/>
            <a:chOff x="5308391" y="474484"/>
            <a:chExt cx="540000" cy="540000"/>
          </a:xfrm>
        </p:grpSpPr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D5568053-C9F7-ACCA-08C6-0DEFB9915527}"/>
                </a:ext>
              </a:extLst>
            </p:cNvPr>
            <p:cNvSpPr/>
            <p:nvPr/>
          </p:nvSpPr>
          <p:spPr>
            <a:xfrm>
              <a:off x="5308391" y="474484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119" name="图片 118">
              <a:extLst>
                <a:ext uri="{FF2B5EF4-FFF2-40B4-BE49-F238E27FC236}">
                  <a16:creationId xmlns:a16="http://schemas.microsoft.com/office/drawing/2014/main" id="{A4996E28-267C-193B-4B4F-A9DFC59CD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6202" y="545599"/>
              <a:ext cx="364378" cy="393442"/>
            </a:xfrm>
            <a:prstGeom prst="rect">
              <a:avLst/>
            </a:prstGeom>
          </p:spPr>
        </p:pic>
      </p:grpSp>
      <p:cxnSp>
        <p:nvCxnSpPr>
          <p:cNvPr id="120" name="直线箭头连接符 119">
            <a:extLst>
              <a:ext uri="{FF2B5EF4-FFF2-40B4-BE49-F238E27FC236}">
                <a16:creationId xmlns:a16="http://schemas.microsoft.com/office/drawing/2014/main" id="{85DDC7AD-0D03-C03E-E5B7-B855B54915BA}"/>
              </a:ext>
            </a:extLst>
          </p:cNvPr>
          <p:cNvCxnSpPr/>
          <p:nvPr/>
        </p:nvCxnSpPr>
        <p:spPr>
          <a:xfrm>
            <a:off x="7482970" y="4557974"/>
            <a:ext cx="27886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 120">
            <a:extLst>
              <a:ext uri="{FF2B5EF4-FFF2-40B4-BE49-F238E27FC236}">
                <a16:creationId xmlns:a16="http://schemas.microsoft.com/office/drawing/2014/main" id="{ED99F8C0-768B-B64B-B2B9-0585F2168A7F}"/>
              </a:ext>
            </a:extLst>
          </p:cNvPr>
          <p:cNvSpPr/>
          <p:nvPr/>
        </p:nvSpPr>
        <p:spPr>
          <a:xfrm>
            <a:off x="6151491" y="3637070"/>
            <a:ext cx="180000" cy="144000"/>
          </a:xfrm>
          <a:prstGeom prst="rect">
            <a:avLst/>
          </a:prstGeom>
          <a:solidFill>
            <a:srgbClr val="FFA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58C3B834-5E0B-0E07-1FB0-CD89AC992614}"/>
              </a:ext>
            </a:extLst>
          </p:cNvPr>
          <p:cNvSpPr/>
          <p:nvPr/>
        </p:nvSpPr>
        <p:spPr>
          <a:xfrm>
            <a:off x="6151491" y="3817070"/>
            <a:ext cx="180000" cy="144000"/>
          </a:xfrm>
          <a:prstGeom prst="rect">
            <a:avLst/>
          </a:prstGeom>
          <a:solidFill>
            <a:srgbClr val="FFA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658A73F5-1896-362A-61FB-0C574D52A5FA}"/>
              </a:ext>
            </a:extLst>
          </p:cNvPr>
          <p:cNvSpPr/>
          <p:nvPr/>
        </p:nvSpPr>
        <p:spPr>
          <a:xfrm>
            <a:off x="6151491" y="4131824"/>
            <a:ext cx="180000" cy="144000"/>
          </a:xfrm>
          <a:prstGeom prst="rect">
            <a:avLst/>
          </a:prstGeom>
          <a:solidFill>
            <a:srgbClr val="FFA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B09BF55D-7052-D7C1-6790-1FFA89DC6CD4}"/>
              </a:ext>
            </a:extLst>
          </p:cNvPr>
          <p:cNvSpPr txBox="1"/>
          <p:nvPr/>
        </p:nvSpPr>
        <p:spPr>
          <a:xfrm>
            <a:off x="6010658" y="3922512"/>
            <a:ext cx="461665" cy="2478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…</a:t>
            </a:r>
            <a:endParaRPr kumimoji="1"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34615420-7A12-7853-71C8-3EF0FBE3F00A}"/>
              </a:ext>
            </a:extLst>
          </p:cNvPr>
          <p:cNvSpPr/>
          <p:nvPr/>
        </p:nvSpPr>
        <p:spPr>
          <a:xfrm>
            <a:off x="6151491" y="4311825"/>
            <a:ext cx="180000" cy="14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28B43C1B-D38F-7F03-1971-3677D0E1DC0A}"/>
              </a:ext>
            </a:extLst>
          </p:cNvPr>
          <p:cNvSpPr/>
          <p:nvPr/>
        </p:nvSpPr>
        <p:spPr>
          <a:xfrm>
            <a:off x="6151491" y="4491825"/>
            <a:ext cx="180000" cy="14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7EDB5203-CF6E-CEC7-BEB5-287606AC68C1}"/>
              </a:ext>
            </a:extLst>
          </p:cNvPr>
          <p:cNvSpPr/>
          <p:nvPr/>
        </p:nvSpPr>
        <p:spPr>
          <a:xfrm>
            <a:off x="6151491" y="4806579"/>
            <a:ext cx="180000" cy="14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C108009C-9865-4FC7-8CC0-6A1978084E4A}"/>
              </a:ext>
            </a:extLst>
          </p:cNvPr>
          <p:cNvSpPr txBox="1"/>
          <p:nvPr/>
        </p:nvSpPr>
        <p:spPr>
          <a:xfrm>
            <a:off x="6010658" y="4597267"/>
            <a:ext cx="461665" cy="2478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</a:t>
            </a:r>
            <a:endParaRPr kumimoji="1" lang="zh-CN" alt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948216A1-688F-20C4-35B1-AED0F4838B67}"/>
              </a:ext>
            </a:extLst>
          </p:cNvPr>
          <p:cNvSpPr/>
          <p:nvPr/>
        </p:nvSpPr>
        <p:spPr>
          <a:xfrm>
            <a:off x="6151491" y="4986580"/>
            <a:ext cx="180000" cy="1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77BF7EBA-D5CE-F8F6-280A-21C0CB2264A0}"/>
              </a:ext>
            </a:extLst>
          </p:cNvPr>
          <p:cNvSpPr/>
          <p:nvPr/>
        </p:nvSpPr>
        <p:spPr>
          <a:xfrm>
            <a:off x="6151491" y="5166580"/>
            <a:ext cx="180000" cy="1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06CCD5C4-164A-5646-6638-AC9F8840F9E2}"/>
              </a:ext>
            </a:extLst>
          </p:cNvPr>
          <p:cNvSpPr/>
          <p:nvPr/>
        </p:nvSpPr>
        <p:spPr>
          <a:xfrm>
            <a:off x="6151491" y="5481334"/>
            <a:ext cx="180000" cy="1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FD63D02B-51B9-3BB2-5646-7424F864598D}"/>
              </a:ext>
            </a:extLst>
          </p:cNvPr>
          <p:cNvSpPr txBox="1"/>
          <p:nvPr/>
        </p:nvSpPr>
        <p:spPr>
          <a:xfrm>
            <a:off x="6010658" y="5272022"/>
            <a:ext cx="461665" cy="2478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…</a:t>
            </a:r>
            <a:endParaRPr kumimoji="1"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33" name="直线箭头连接符 132">
            <a:extLst>
              <a:ext uri="{FF2B5EF4-FFF2-40B4-BE49-F238E27FC236}">
                <a16:creationId xmlns:a16="http://schemas.microsoft.com/office/drawing/2014/main" id="{1CCF48BA-4B0F-7319-AB25-8F182B6FCACD}"/>
              </a:ext>
            </a:extLst>
          </p:cNvPr>
          <p:cNvCxnSpPr>
            <a:stCxn id="121" idx="3"/>
            <a:endCxn id="118" idx="2"/>
          </p:cNvCxnSpPr>
          <p:nvPr/>
        </p:nvCxnSpPr>
        <p:spPr>
          <a:xfrm>
            <a:off x="6331491" y="3709070"/>
            <a:ext cx="649217" cy="857120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箭头连接符 133">
            <a:extLst>
              <a:ext uri="{FF2B5EF4-FFF2-40B4-BE49-F238E27FC236}">
                <a16:creationId xmlns:a16="http://schemas.microsoft.com/office/drawing/2014/main" id="{5C592EC6-351F-DE79-26DB-41D56475BB86}"/>
              </a:ext>
            </a:extLst>
          </p:cNvPr>
          <p:cNvCxnSpPr>
            <a:cxnSpLocks/>
            <a:stCxn id="122" idx="3"/>
            <a:endCxn id="118" idx="2"/>
          </p:cNvCxnSpPr>
          <p:nvPr/>
        </p:nvCxnSpPr>
        <p:spPr>
          <a:xfrm>
            <a:off x="6331491" y="3889070"/>
            <a:ext cx="649217" cy="677120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C1C1FD51-F82B-1888-3A48-50AC1C78D7C2}"/>
              </a:ext>
            </a:extLst>
          </p:cNvPr>
          <p:cNvCxnSpPr>
            <a:cxnSpLocks/>
            <a:stCxn id="123" idx="3"/>
            <a:endCxn id="118" idx="2"/>
          </p:cNvCxnSpPr>
          <p:nvPr/>
        </p:nvCxnSpPr>
        <p:spPr>
          <a:xfrm>
            <a:off x="6331491" y="4203824"/>
            <a:ext cx="649217" cy="362366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4F641EC8-3D92-39C3-C43B-1D7FF30401C4}"/>
              </a:ext>
            </a:extLst>
          </p:cNvPr>
          <p:cNvCxnSpPr>
            <a:cxnSpLocks/>
            <a:stCxn id="125" idx="3"/>
            <a:endCxn id="118" idx="2"/>
          </p:cNvCxnSpPr>
          <p:nvPr/>
        </p:nvCxnSpPr>
        <p:spPr>
          <a:xfrm>
            <a:off x="6331491" y="4383825"/>
            <a:ext cx="649217" cy="182365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线箭头连接符 136">
            <a:extLst>
              <a:ext uri="{FF2B5EF4-FFF2-40B4-BE49-F238E27FC236}">
                <a16:creationId xmlns:a16="http://schemas.microsoft.com/office/drawing/2014/main" id="{A1EA9699-87C7-B42F-1ABD-DC7631E91579}"/>
              </a:ext>
            </a:extLst>
          </p:cNvPr>
          <p:cNvCxnSpPr>
            <a:cxnSpLocks/>
            <a:stCxn id="126" idx="3"/>
            <a:endCxn id="118" idx="2"/>
          </p:cNvCxnSpPr>
          <p:nvPr/>
        </p:nvCxnSpPr>
        <p:spPr>
          <a:xfrm>
            <a:off x="6331491" y="4563825"/>
            <a:ext cx="649217" cy="2365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DEDA3C9A-9D99-64EA-6143-63E957D84D79}"/>
              </a:ext>
            </a:extLst>
          </p:cNvPr>
          <p:cNvCxnSpPr>
            <a:cxnSpLocks/>
            <a:stCxn id="127" idx="3"/>
            <a:endCxn id="118" idx="2"/>
          </p:cNvCxnSpPr>
          <p:nvPr/>
        </p:nvCxnSpPr>
        <p:spPr>
          <a:xfrm flipV="1">
            <a:off x="6331491" y="4566190"/>
            <a:ext cx="649217" cy="312389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线箭头连接符 138">
            <a:extLst>
              <a:ext uri="{FF2B5EF4-FFF2-40B4-BE49-F238E27FC236}">
                <a16:creationId xmlns:a16="http://schemas.microsoft.com/office/drawing/2014/main" id="{38FD057F-2CE8-502C-BC72-E5354BF3BE9C}"/>
              </a:ext>
            </a:extLst>
          </p:cNvPr>
          <p:cNvCxnSpPr>
            <a:cxnSpLocks/>
            <a:stCxn id="129" idx="3"/>
            <a:endCxn id="118" idx="2"/>
          </p:cNvCxnSpPr>
          <p:nvPr/>
        </p:nvCxnSpPr>
        <p:spPr>
          <a:xfrm flipV="1">
            <a:off x="6331491" y="4566190"/>
            <a:ext cx="649217" cy="492390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线箭头连接符 139">
            <a:extLst>
              <a:ext uri="{FF2B5EF4-FFF2-40B4-BE49-F238E27FC236}">
                <a16:creationId xmlns:a16="http://schemas.microsoft.com/office/drawing/2014/main" id="{92F09F24-333B-7E17-D2E1-3D79571995B3}"/>
              </a:ext>
            </a:extLst>
          </p:cNvPr>
          <p:cNvCxnSpPr>
            <a:cxnSpLocks/>
            <a:stCxn id="130" idx="3"/>
            <a:endCxn id="118" idx="2"/>
          </p:cNvCxnSpPr>
          <p:nvPr/>
        </p:nvCxnSpPr>
        <p:spPr>
          <a:xfrm flipV="1">
            <a:off x="6331491" y="4566190"/>
            <a:ext cx="649217" cy="672390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C578930C-7FB1-017D-9F3B-264DE50557C5}"/>
              </a:ext>
            </a:extLst>
          </p:cNvPr>
          <p:cNvCxnSpPr>
            <a:cxnSpLocks/>
            <a:stCxn id="131" idx="3"/>
            <a:endCxn id="118" idx="2"/>
          </p:cNvCxnSpPr>
          <p:nvPr/>
        </p:nvCxnSpPr>
        <p:spPr>
          <a:xfrm flipV="1">
            <a:off x="6331491" y="4566190"/>
            <a:ext cx="649217" cy="987144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文本框 141">
            <a:extLst>
              <a:ext uri="{FF2B5EF4-FFF2-40B4-BE49-F238E27FC236}">
                <a16:creationId xmlns:a16="http://schemas.microsoft.com/office/drawing/2014/main" id="{BBBB7AE1-8179-7993-B3FA-013BEB57B218}"/>
              </a:ext>
            </a:extLst>
          </p:cNvPr>
          <p:cNvSpPr txBox="1"/>
          <p:nvPr/>
        </p:nvSpPr>
        <p:spPr>
          <a:xfrm>
            <a:off x="6559534" y="3726599"/>
            <a:ext cx="782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3 x 3 x 3 </a:t>
            </a:r>
          </a:p>
          <a:p>
            <a:r>
              <a:rPr kumimoji="1" lang="en-US" altLang="zh-CN" sz="1000" dirty="0"/>
              <a:t>weights</a:t>
            </a:r>
            <a:endParaRPr kumimoji="1" lang="zh-CN" altLang="en-US" sz="1000" dirty="0"/>
          </a:p>
        </p:txBody>
      </p:sp>
      <p:cxnSp>
        <p:nvCxnSpPr>
          <p:cNvPr id="143" name="直线箭头连接符 142">
            <a:extLst>
              <a:ext uri="{FF2B5EF4-FFF2-40B4-BE49-F238E27FC236}">
                <a16:creationId xmlns:a16="http://schemas.microsoft.com/office/drawing/2014/main" id="{907E7C18-77E9-2E20-3BBA-4AD0F0B203A2}"/>
              </a:ext>
            </a:extLst>
          </p:cNvPr>
          <p:cNvCxnSpPr>
            <a:cxnSpLocks/>
            <a:stCxn id="145" idx="0"/>
            <a:endCxn id="118" idx="4"/>
          </p:cNvCxnSpPr>
          <p:nvPr/>
        </p:nvCxnSpPr>
        <p:spPr>
          <a:xfrm flipV="1">
            <a:off x="7196708" y="4782190"/>
            <a:ext cx="0" cy="335951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B263B4CB-7AE4-C919-4896-6FFEB51327F5}"/>
              </a:ext>
            </a:extLst>
          </p:cNvPr>
          <p:cNvSpPr txBox="1"/>
          <p:nvPr/>
        </p:nvSpPr>
        <p:spPr>
          <a:xfrm>
            <a:off x="7156945" y="4863469"/>
            <a:ext cx="782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bias</a:t>
            </a:r>
            <a:endParaRPr kumimoji="1" lang="zh-CN" altLang="en-US" sz="1000" dirty="0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B77A410E-78C3-B127-0012-A99C2837DD45}"/>
              </a:ext>
            </a:extLst>
          </p:cNvPr>
          <p:cNvSpPr/>
          <p:nvPr/>
        </p:nvSpPr>
        <p:spPr>
          <a:xfrm>
            <a:off x="7106708" y="5118141"/>
            <a:ext cx="180000" cy="1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>
                <a:solidFill>
                  <a:schemeClr val="tx1"/>
                </a:solidFill>
              </a:rPr>
              <a:t>1</a:t>
            </a:r>
            <a:endParaRPr kumimoji="1" lang="zh-CN" altLang="en-US" sz="900" dirty="0">
              <a:solidFill>
                <a:schemeClr val="tx1"/>
              </a:solidFill>
            </a:endParaRPr>
          </a:p>
        </p:txBody>
      </p:sp>
      <p:cxnSp>
        <p:nvCxnSpPr>
          <p:cNvPr id="147" name="肘形连接符 146">
            <a:extLst>
              <a:ext uri="{FF2B5EF4-FFF2-40B4-BE49-F238E27FC236}">
                <a16:creationId xmlns:a16="http://schemas.microsoft.com/office/drawing/2014/main" id="{7997F49A-5B0F-DC7C-A312-CFCD7E72B25C}"/>
              </a:ext>
            </a:extLst>
          </p:cNvPr>
          <p:cNvCxnSpPr>
            <a:cxnSpLocks/>
          </p:cNvCxnSpPr>
          <p:nvPr/>
        </p:nvCxnSpPr>
        <p:spPr>
          <a:xfrm flipV="1">
            <a:off x="3258372" y="1551210"/>
            <a:ext cx="2564596" cy="442109"/>
          </a:xfrm>
          <a:prstGeom prst="bentConnector3">
            <a:avLst>
              <a:gd name="adj1" fmla="val -574"/>
            </a:avLst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肘形连接符 151">
            <a:extLst>
              <a:ext uri="{FF2B5EF4-FFF2-40B4-BE49-F238E27FC236}">
                <a16:creationId xmlns:a16="http://schemas.microsoft.com/office/drawing/2014/main" id="{5C603B54-3834-0156-831F-6C7CC37194F1}"/>
              </a:ext>
            </a:extLst>
          </p:cNvPr>
          <p:cNvCxnSpPr>
            <a:cxnSpLocks/>
          </p:cNvCxnSpPr>
          <p:nvPr/>
        </p:nvCxnSpPr>
        <p:spPr>
          <a:xfrm>
            <a:off x="4437818" y="4112182"/>
            <a:ext cx="1385150" cy="538447"/>
          </a:xfrm>
          <a:prstGeom prst="bentConnector3">
            <a:avLst>
              <a:gd name="adj1" fmla="val -1033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>
            <a:extLst>
              <a:ext uri="{FF2B5EF4-FFF2-40B4-BE49-F238E27FC236}">
                <a16:creationId xmlns:a16="http://schemas.microsoft.com/office/drawing/2014/main" id="{24295EE4-B0A5-C19E-855F-E0A7F156D606}"/>
              </a:ext>
            </a:extLst>
          </p:cNvPr>
          <p:cNvSpPr txBox="1"/>
          <p:nvPr/>
        </p:nvSpPr>
        <p:spPr>
          <a:xfrm>
            <a:off x="6069023" y="3037481"/>
            <a:ext cx="1579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/>
              <a:t>Parameter sharing</a:t>
            </a:r>
            <a:endParaRPr kumimoji="1" lang="zh-CN" altLang="en-US" sz="1200" b="1" dirty="0"/>
          </a:p>
        </p:txBody>
      </p:sp>
      <p:cxnSp>
        <p:nvCxnSpPr>
          <p:cNvPr id="165" name="直线箭头连接符 164">
            <a:extLst>
              <a:ext uri="{FF2B5EF4-FFF2-40B4-BE49-F238E27FC236}">
                <a16:creationId xmlns:a16="http://schemas.microsoft.com/office/drawing/2014/main" id="{1FC652E7-1833-5944-351B-B6AB88014607}"/>
              </a:ext>
            </a:extLst>
          </p:cNvPr>
          <p:cNvCxnSpPr>
            <a:cxnSpLocks/>
          </p:cNvCxnSpPr>
          <p:nvPr/>
        </p:nvCxnSpPr>
        <p:spPr>
          <a:xfrm>
            <a:off x="6803481" y="2752266"/>
            <a:ext cx="0" cy="303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线箭头连接符 170">
            <a:extLst>
              <a:ext uri="{FF2B5EF4-FFF2-40B4-BE49-F238E27FC236}">
                <a16:creationId xmlns:a16="http://schemas.microsoft.com/office/drawing/2014/main" id="{CB4FBF9B-4FDE-DBA8-2614-2709250CA2BE}"/>
              </a:ext>
            </a:extLst>
          </p:cNvPr>
          <p:cNvCxnSpPr>
            <a:cxnSpLocks/>
          </p:cNvCxnSpPr>
          <p:nvPr/>
        </p:nvCxnSpPr>
        <p:spPr>
          <a:xfrm rot="10800000">
            <a:off x="6803481" y="3316430"/>
            <a:ext cx="0" cy="303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358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CABCC-4F39-62DD-B307-133F9A764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4F6638B-BFED-8611-BAE0-7AA8EDEB8A0D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604800" y="2039066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D639294-30C0-3C93-5C6F-EE61A1B9A6CE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748800" y="2183400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4898E1-390E-9FF1-E7C4-B1B3C6DA3A18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892800" y="2327400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928FA78A-53AD-5E3B-AE11-89A6DCC1EB0C}"/>
              </a:ext>
            </a:extLst>
          </p:cNvPr>
          <p:cNvCxnSpPr>
            <a:cxnSpLocks/>
          </p:cNvCxnSpPr>
          <p:nvPr/>
        </p:nvCxnSpPr>
        <p:spPr>
          <a:xfrm>
            <a:off x="3892800" y="2333885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D294CFFD-FB9D-90FC-189B-06D3B9A6B62E}"/>
              </a:ext>
            </a:extLst>
          </p:cNvPr>
          <p:cNvCxnSpPr>
            <a:cxnSpLocks/>
          </p:cNvCxnSpPr>
          <p:nvPr/>
        </p:nvCxnSpPr>
        <p:spPr>
          <a:xfrm>
            <a:off x="3892800" y="3429000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2FA0D892-A1EC-F666-074E-7A3C09E3469B}"/>
              </a:ext>
            </a:extLst>
          </p:cNvPr>
          <p:cNvCxnSpPr>
            <a:cxnSpLocks/>
          </p:cNvCxnSpPr>
          <p:nvPr/>
        </p:nvCxnSpPr>
        <p:spPr>
          <a:xfrm rot="5400000">
            <a:off x="3354409" y="2884685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F6C0A0A4-591A-470C-5E4F-7F3E8AF4961B}"/>
              </a:ext>
            </a:extLst>
          </p:cNvPr>
          <p:cNvCxnSpPr>
            <a:cxnSpLocks/>
          </p:cNvCxnSpPr>
          <p:nvPr/>
        </p:nvCxnSpPr>
        <p:spPr>
          <a:xfrm rot="5400000">
            <a:off x="4439796" y="2884685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52D9C7E1-7D8B-3C82-9854-77F0F6FCFF41}"/>
              </a:ext>
            </a:extLst>
          </p:cNvPr>
          <p:cNvCxnSpPr>
            <a:cxnSpLocks/>
          </p:cNvCxnSpPr>
          <p:nvPr/>
        </p:nvCxnSpPr>
        <p:spPr>
          <a:xfrm rot="5400000">
            <a:off x="3054000" y="2589866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0153C52C-1868-009D-15D0-0EBBF0F603B3}"/>
              </a:ext>
            </a:extLst>
          </p:cNvPr>
          <p:cNvCxnSpPr>
            <a:cxnSpLocks/>
          </p:cNvCxnSpPr>
          <p:nvPr/>
        </p:nvCxnSpPr>
        <p:spPr>
          <a:xfrm>
            <a:off x="3604800" y="2050734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6632ED14-54C1-4CF0-C4A2-1892011E0269}"/>
              </a:ext>
            </a:extLst>
          </p:cNvPr>
          <p:cNvCxnSpPr>
            <a:cxnSpLocks/>
          </p:cNvCxnSpPr>
          <p:nvPr/>
        </p:nvCxnSpPr>
        <p:spPr>
          <a:xfrm>
            <a:off x="3604800" y="2050734"/>
            <a:ext cx="300409" cy="28315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D5AB7ED3-CDE7-B005-6C1C-6F4BC6FEA814}"/>
              </a:ext>
            </a:extLst>
          </p:cNvPr>
          <p:cNvCxnSpPr>
            <a:cxnSpLocks/>
            <a:stCxn id="5" idx="0"/>
            <a:endCxn id="9" idx="0"/>
          </p:cNvCxnSpPr>
          <p:nvPr/>
        </p:nvCxnSpPr>
        <p:spPr>
          <a:xfrm>
            <a:off x="4706400" y="2039066"/>
            <a:ext cx="288000" cy="28833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C9448CB0-74BC-FD5F-0F0D-F9707DE6453F}"/>
              </a:ext>
            </a:extLst>
          </p:cNvPr>
          <p:cNvCxnSpPr>
            <a:cxnSpLocks/>
            <a:stCxn id="5" idx="1"/>
            <a:endCxn id="9" idx="1"/>
          </p:cNvCxnSpPr>
          <p:nvPr/>
        </p:nvCxnSpPr>
        <p:spPr>
          <a:xfrm>
            <a:off x="3604800" y="3140666"/>
            <a:ext cx="288000" cy="28833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4CC2D7AA-4F6D-1283-ADAE-F2DE66664C54}"/>
              </a:ext>
            </a:extLst>
          </p:cNvPr>
          <p:cNvGrpSpPr/>
          <p:nvPr/>
        </p:nvGrpSpPr>
        <p:grpSpPr>
          <a:xfrm>
            <a:off x="4250373" y="2687322"/>
            <a:ext cx="1101600" cy="1101600"/>
            <a:chOff x="2600400" y="1166885"/>
            <a:chExt cx="1101600" cy="1101600"/>
          </a:xfrm>
        </p:grpSpPr>
        <p:cxnSp>
          <p:nvCxnSpPr>
            <p:cNvPr id="51" name="直线连接符 50">
              <a:extLst>
                <a:ext uri="{FF2B5EF4-FFF2-40B4-BE49-F238E27FC236}">
                  <a16:creationId xmlns:a16="http://schemas.microsoft.com/office/drawing/2014/main" id="{1DD4D0B8-C7C9-3497-EF45-660D4D4C9529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1166885"/>
              <a:ext cx="1101600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线连接符 51">
              <a:extLst>
                <a:ext uri="{FF2B5EF4-FFF2-40B4-BE49-F238E27FC236}">
                  <a16:creationId xmlns:a16="http://schemas.microsoft.com/office/drawing/2014/main" id="{A8A80DE4-663D-561C-D69C-5433DB14A80D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2262000"/>
              <a:ext cx="1101600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486C8DAC-EF7A-FA38-9BA7-B9F56784830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62009" y="1717685"/>
              <a:ext cx="1101600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线连接符 53">
              <a:extLst>
                <a:ext uri="{FF2B5EF4-FFF2-40B4-BE49-F238E27FC236}">
                  <a16:creationId xmlns:a16="http://schemas.microsoft.com/office/drawing/2014/main" id="{331E8581-44A2-7F46-24C0-BC4D57B4BB5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147396" y="1717685"/>
              <a:ext cx="1101600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C02C8DC0-B615-3157-021B-987105EFF802}"/>
              </a:ext>
            </a:extLst>
          </p:cNvPr>
          <p:cNvGrpSpPr/>
          <p:nvPr/>
        </p:nvGrpSpPr>
        <p:grpSpPr>
          <a:xfrm>
            <a:off x="4986432" y="3442831"/>
            <a:ext cx="1101600" cy="1101600"/>
            <a:chOff x="2600400" y="1166885"/>
            <a:chExt cx="1101600" cy="1101600"/>
          </a:xfrm>
        </p:grpSpPr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1840E4E2-21AE-CDC4-7C16-72C26D5245D9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1166885"/>
              <a:ext cx="11016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线连接符 57">
              <a:extLst>
                <a:ext uri="{FF2B5EF4-FFF2-40B4-BE49-F238E27FC236}">
                  <a16:creationId xmlns:a16="http://schemas.microsoft.com/office/drawing/2014/main" id="{AE79292F-EB34-B025-6C02-271230856989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2262000"/>
              <a:ext cx="11016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线连接符 58">
              <a:extLst>
                <a:ext uri="{FF2B5EF4-FFF2-40B4-BE49-F238E27FC236}">
                  <a16:creationId xmlns:a16="http://schemas.microsoft.com/office/drawing/2014/main" id="{E540C9FB-D7AB-61E6-7EF3-AC7F918F1FB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62009" y="1717685"/>
              <a:ext cx="11016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线连接符 59">
              <a:extLst>
                <a:ext uri="{FF2B5EF4-FFF2-40B4-BE49-F238E27FC236}">
                  <a16:creationId xmlns:a16="http://schemas.microsoft.com/office/drawing/2014/main" id="{F4F341BD-0C1B-4170-6898-BC81AA3B09A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147396" y="1717685"/>
              <a:ext cx="11016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7D4DFAC-C234-BF21-78F6-376264822965}"/>
              </a:ext>
            </a:extLst>
          </p:cNvPr>
          <p:cNvCxnSpPr>
            <a:cxnSpLocks/>
            <a:endCxn id="29" idx="1"/>
          </p:cNvCxnSpPr>
          <p:nvPr/>
        </p:nvCxnSpPr>
        <p:spPr>
          <a:xfrm flipH="1" flipV="1">
            <a:off x="2796380" y="2589866"/>
            <a:ext cx="808419" cy="32352"/>
          </a:xfrm>
          <a:prstGeom prst="straightConnector1">
            <a:avLst/>
          </a:prstGeom>
          <a:ln cap="rnd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08ABA57C-C737-B20E-6A96-F8975E2EB50D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5348169" y="1884333"/>
            <a:ext cx="2057292" cy="1318967"/>
          </a:xfrm>
          <a:prstGeom prst="straightConnector1">
            <a:avLst/>
          </a:prstGeom>
          <a:ln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41A241FA-B7D9-FEA6-5CCE-DB3935F9E84A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6088032" y="4127757"/>
            <a:ext cx="1317429" cy="522263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C93C89-0C95-C57D-28B0-A6599E4FEDDB}"/>
              </a:ext>
            </a:extLst>
          </p:cNvPr>
          <p:cNvGrpSpPr/>
          <p:nvPr/>
        </p:nvGrpSpPr>
        <p:grpSpPr>
          <a:xfrm>
            <a:off x="2083921" y="1560109"/>
            <a:ext cx="492443" cy="2059513"/>
            <a:chOff x="7710544" y="1248937"/>
            <a:chExt cx="492443" cy="2059513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A0DA9E19-683C-8E73-FD8A-AF3F4A4435AA}"/>
                </a:ext>
              </a:extLst>
            </p:cNvPr>
            <p:cNvSpPr/>
            <p:nvPr/>
          </p:nvSpPr>
          <p:spPr>
            <a:xfrm>
              <a:off x="7828155" y="1248937"/>
              <a:ext cx="288000" cy="28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9D67F789-5E84-DD92-A0E7-0256EE3D9760}"/>
                </a:ext>
              </a:extLst>
            </p:cNvPr>
            <p:cNvSpPr/>
            <p:nvPr/>
          </p:nvSpPr>
          <p:spPr>
            <a:xfrm>
              <a:off x="7828155" y="1628068"/>
              <a:ext cx="288000" cy="288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58378231-6F5B-078F-B043-603CADFD93EE}"/>
                </a:ext>
              </a:extLst>
            </p:cNvPr>
            <p:cNvSpPr/>
            <p:nvPr/>
          </p:nvSpPr>
          <p:spPr>
            <a:xfrm>
              <a:off x="7828155" y="2011915"/>
              <a:ext cx="288000" cy="2880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911EB553-0099-C6FF-7351-E8D5C1F560EF}"/>
                </a:ext>
              </a:extLst>
            </p:cNvPr>
            <p:cNvSpPr/>
            <p:nvPr/>
          </p:nvSpPr>
          <p:spPr>
            <a:xfrm>
              <a:off x="7828155" y="2391046"/>
              <a:ext cx="288000" cy="28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30A8A92-56E7-6463-2248-41D7B53D1158}"/>
                </a:ext>
              </a:extLst>
            </p:cNvPr>
            <p:cNvSpPr txBox="1"/>
            <p:nvPr/>
          </p:nvSpPr>
          <p:spPr>
            <a:xfrm>
              <a:off x="7710544" y="2770177"/>
              <a:ext cx="492443" cy="53827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zh-CN" sz="2000" b="1" dirty="0"/>
                <a:t>……</a:t>
              </a:r>
              <a:endParaRPr kumimoji="1" lang="zh-CN" altLang="en-US" sz="2000" b="1" dirty="0"/>
            </a:p>
          </p:txBody>
        </p:sp>
      </p:grp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8A61B931-8BF6-F6DD-0243-53746A8B2F8B}"/>
              </a:ext>
            </a:extLst>
          </p:cNvPr>
          <p:cNvSpPr/>
          <p:nvPr/>
        </p:nvSpPr>
        <p:spPr>
          <a:xfrm rot="10800000">
            <a:off x="7405461" y="897441"/>
            <a:ext cx="178419" cy="1973784"/>
          </a:xfrm>
          <a:prstGeom prst="rightBrac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AE83A8C-9F9B-DCBC-E864-AD0EB332C8C2}"/>
              </a:ext>
            </a:extLst>
          </p:cNvPr>
          <p:cNvSpPr txBox="1"/>
          <p:nvPr/>
        </p:nvSpPr>
        <p:spPr>
          <a:xfrm>
            <a:off x="7036608" y="1590655"/>
            <a:ext cx="369332" cy="24365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sz="1200" dirty="0"/>
              <a:t>64</a:t>
            </a:r>
            <a:endParaRPr kumimoji="1" lang="zh-CN" altLang="en-US" sz="1200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45B385A-E59F-2236-B454-4560601B6BD7}"/>
              </a:ext>
            </a:extLst>
          </p:cNvPr>
          <p:cNvGrpSpPr/>
          <p:nvPr/>
        </p:nvGrpSpPr>
        <p:grpSpPr>
          <a:xfrm>
            <a:off x="7528124" y="889110"/>
            <a:ext cx="492443" cy="2059513"/>
            <a:chOff x="7710544" y="1248937"/>
            <a:chExt cx="492443" cy="2059513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B8E7900-3FB5-753C-BFD6-29918B36D92D}"/>
                </a:ext>
              </a:extLst>
            </p:cNvPr>
            <p:cNvSpPr/>
            <p:nvPr/>
          </p:nvSpPr>
          <p:spPr>
            <a:xfrm>
              <a:off x="7828155" y="1248937"/>
              <a:ext cx="288000" cy="28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FBAAF692-7B79-CA94-433A-9E8249E74302}"/>
                </a:ext>
              </a:extLst>
            </p:cNvPr>
            <p:cNvSpPr/>
            <p:nvPr/>
          </p:nvSpPr>
          <p:spPr>
            <a:xfrm>
              <a:off x="7828155" y="1628068"/>
              <a:ext cx="288000" cy="288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118222E1-70F2-724F-3DA7-FAC1AAFB4B88}"/>
                </a:ext>
              </a:extLst>
            </p:cNvPr>
            <p:cNvSpPr/>
            <p:nvPr/>
          </p:nvSpPr>
          <p:spPr>
            <a:xfrm>
              <a:off x="7828155" y="2011915"/>
              <a:ext cx="288000" cy="2880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0ECBB33D-ACC5-0B5D-2B48-FCAFE13AC190}"/>
                </a:ext>
              </a:extLst>
            </p:cNvPr>
            <p:cNvSpPr/>
            <p:nvPr/>
          </p:nvSpPr>
          <p:spPr>
            <a:xfrm>
              <a:off x="7828155" y="2391046"/>
              <a:ext cx="288000" cy="28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9AD5673D-26B6-DE96-BEBA-2AFD0AFA9734}"/>
                </a:ext>
              </a:extLst>
            </p:cNvPr>
            <p:cNvSpPr txBox="1"/>
            <p:nvPr/>
          </p:nvSpPr>
          <p:spPr>
            <a:xfrm>
              <a:off x="7710544" y="2770177"/>
              <a:ext cx="492443" cy="53827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zh-CN" sz="2000" b="1" dirty="0"/>
                <a:t>……</a:t>
              </a:r>
              <a:endParaRPr kumimoji="1" lang="zh-CN" altLang="en-US" sz="2000" b="1" dirty="0"/>
            </a:p>
          </p:txBody>
        </p:sp>
      </p:grpSp>
      <p:sp>
        <p:nvSpPr>
          <p:cNvPr id="29" name="右大括号 28">
            <a:extLst>
              <a:ext uri="{FF2B5EF4-FFF2-40B4-BE49-F238E27FC236}">
                <a16:creationId xmlns:a16="http://schemas.microsoft.com/office/drawing/2014/main" id="{3E1A5C06-2EA2-B18D-94F3-12877E9D90DC}"/>
              </a:ext>
            </a:extLst>
          </p:cNvPr>
          <p:cNvSpPr/>
          <p:nvPr/>
        </p:nvSpPr>
        <p:spPr>
          <a:xfrm>
            <a:off x="2617961" y="1602974"/>
            <a:ext cx="178419" cy="1973784"/>
          </a:xfrm>
          <a:prstGeom prst="rightBrac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D499972-3BAD-5AFA-AB36-AF698E08DE60}"/>
              </a:ext>
            </a:extLst>
          </p:cNvPr>
          <p:cNvSpPr txBox="1"/>
          <p:nvPr/>
        </p:nvSpPr>
        <p:spPr>
          <a:xfrm>
            <a:off x="2684669" y="2285853"/>
            <a:ext cx="369332" cy="24365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zh-CN" sz="1200" dirty="0"/>
              <a:t>64</a:t>
            </a:r>
            <a:endParaRPr kumimoji="1" lang="zh-CN" altLang="en-US" sz="1200" dirty="0"/>
          </a:p>
        </p:txBody>
      </p:sp>
      <p:sp>
        <p:nvSpPr>
          <p:cNvPr id="35" name="右大括号 34">
            <a:extLst>
              <a:ext uri="{FF2B5EF4-FFF2-40B4-BE49-F238E27FC236}">
                <a16:creationId xmlns:a16="http://schemas.microsoft.com/office/drawing/2014/main" id="{2C9BA3F4-A50F-2026-95FC-98B53DCFA97F}"/>
              </a:ext>
            </a:extLst>
          </p:cNvPr>
          <p:cNvSpPr/>
          <p:nvPr/>
        </p:nvSpPr>
        <p:spPr>
          <a:xfrm rot="10800000">
            <a:off x="7405461" y="3663128"/>
            <a:ext cx="178419" cy="1973784"/>
          </a:xfrm>
          <a:prstGeom prst="rightBrac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8AA48C1-9C74-DCE0-8A28-D2011FCE010A}"/>
              </a:ext>
            </a:extLst>
          </p:cNvPr>
          <p:cNvGrpSpPr/>
          <p:nvPr/>
        </p:nvGrpSpPr>
        <p:grpSpPr>
          <a:xfrm>
            <a:off x="7528124" y="3654797"/>
            <a:ext cx="492443" cy="2059513"/>
            <a:chOff x="7710544" y="1248937"/>
            <a:chExt cx="492443" cy="2059513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C0399740-D602-8775-CD78-47C9A5EF5CA6}"/>
                </a:ext>
              </a:extLst>
            </p:cNvPr>
            <p:cNvSpPr/>
            <p:nvPr/>
          </p:nvSpPr>
          <p:spPr>
            <a:xfrm>
              <a:off x="7828155" y="1248937"/>
              <a:ext cx="288000" cy="28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64BCD7E6-016D-C919-3A19-650797964C34}"/>
                </a:ext>
              </a:extLst>
            </p:cNvPr>
            <p:cNvSpPr/>
            <p:nvPr/>
          </p:nvSpPr>
          <p:spPr>
            <a:xfrm>
              <a:off x="7828155" y="1628068"/>
              <a:ext cx="288000" cy="288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F440AC87-56C4-7350-6A9D-D6E19AD3CBB6}"/>
                </a:ext>
              </a:extLst>
            </p:cNvPr>
            <p:cNvSpPr/>
            <p:nvPr/>
          </p:nvSpPr>
          <p:spPr>
            <a:xfrm>
              <a:off x="7828155" y="2011915"/>
              <a:ext cx="288000" cy="2880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E9F69A88-13BE-A562-325C-04CE989B0589}"/>
                </a:ext>
              </a:extLst>
            </p:cNvPr>
            <p:cNvSpPr/>
            <p:nvPr/>
          </p:nvSpPr>
          <p:spPr>
            <a:xfrm>
              <a:off x="7828155" y="2391046"/>
              <a:ext cx="288000" cy="28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70A7331-4CE7-2211-3EBB-B73605D2F46D}"/>
                </a:ext>
              </a:extLst>
            </p:cNvPr>
            <p:cNvSpPr txBox="1"/>
            <p:nvPr/>
          </p:nvSpPr>
          <p:spPr>
            <a:xfrm>
              <a:off x="7710544" y="2770177"/>
              <a:ext cx="492443" cy="53827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zh-CN" sz="2000" b="1" dirty="0"/>
                <a:t>……</a:t>
              </a:r>
              <a:endParaRPr kumimoji="1" lang="zh-CN" altLang="en-US" sz="2000" b="1" dirty="0"/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9DAC15E0-2F9E-9398-BFD7-0AC74A303871}"/>
              </a:ext>
            </a:extLst>
          </p:cNvPr>
          <p:cNvSpPr txBox="1"/>
          <p:nvPr/>
        </p:nvSpPr>
        <p:spPr>
          <a:xfrm>
            <a:off x="7076794" y="4321928"/>
            <a:ext cx="369332" cy="24365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sz="1200" dirty="0"/>
              <a:t>64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52582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63467-9860-1E81-5198-5B0DD4CD3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C5480F-92DA-C1E7-9103-E94F07A2ACE4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604800" y="2305038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BA62421-A34F-6B55-7497-08BBA23031F9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748800" y="2449372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D5A00EA-A3C7-13ED-ED1E-1FC46AE622A6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892800" y="2593372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C70A7C25-E7F6-EEDA-F6DF-5FB5556384A8}"/>
              </a:ext>
            </a:extLst>
          </p:cNvPr>
          <p:cNvCxnSpPr>
            <a:cxnSpLocks/>
          </p:cNvCxnSpPr>
          <p:nvPr/>
        </p:nvCxnSpPr>
        <p:spPr>
          <a:xfrm>
            <a:off x="3892800" y="2599857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E2EFF682-7494-3FBC-DAE2-4AB0A60A3FA5}"/>
              </a:ext>
            </a:extLst>
          </p:cNvPr>
          <p:cNvCxnSpPr>
            <a:cxnSpLocks/>
          </p:cNvCxnSpPr>
          <p:nvPr/>
        </p:nvCxnSpPr>
        <p:spPr>
          <a:xfrm>
            <a:off x="3892800" y="3694972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4D064C98-E1D2-51F5-320D-6FA7BB80834C}"/>
              </a:ext>
            </a:extLst>
          </p:cNvPr>
          <p:cNvCxnSpPr>
            <a:cxnSpLocks/>
          </p:cNvCxnSpPr>
          <p:nvPr/>
        </p:nvCxnSpPr>
        <p:spPr>
          <a:xfrm rot="5400000">
            <a:off x="3354409" y="3150657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809AFC5C-A91D-A707-BC88-15454BDE6750}"/>
              </a:ext>
            </a:extLst>
          </p:cNvPr>
          <p:cNvCxnSpPr>
            <a:cxnSpLocks/>
          </p:cNvCxnSpPr>
          <p:nvPr/>
        </p:nvCxnSpPr>
        <p:spPr>
          <a:xfrm rot="5400000">
            <a:off x="4439796" y="3150657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F6653E51-EA4C-CAAF-A7E8-6CCA2164144C}"/>
              </a:ext>
            </a:extLst>
          </p:cNvPr>
          <p:cNvCxnSpPr>
            <a:cxnSpLocks/>
          </p:cNvCxnSpPr>
          <p:nvPr/>
        </p:nvCxnSpPr>
        <p:spPr>
          <a:xfrm rot="5400000">
            <a:off x="3054000" y="2855838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593A9651-0EC4-D7B8-27A3-2D033D7879DE}"/>
              </a:ext>
            </a:extLst>
          </p:cNvPr>
          <p:cNvCxnSpPr>
            <a:cxnSpLocks/>
          </p:cNvCxnSpPr>
          <p:nvPr/>
        </p:nvCxnSpPr>
        <p:spPr>
          <a:xfrm>
            <a:off x="3604800" y="2316706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32F89C38-805F-1F0F-9CC2-BE166239A566}"/>
              </a:ext>
            </a:extLst>
          </p:cNvPr>
          <p:cNvCxnSpPr>
            <a:cxnSpLocks/>
          </p:cNvCxnSpPr>
          <p:nvPr/>
        </p:nvCxnSpPr>
        <p:spPr>
          <a:xfrm>
            <a:off x="3604800" y="2316706"/>
            <a:ext cx="300409" cy="28315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ACF85A7F-9300-C497-07BF-5396C66A10B3}"/>
              </a:ext>
            </a:extLst>
          </p:cNvPr>
          <p:cNvCxnSpPr>
            <a:cxnSpLocks/>
            <a:stCxn id="5" idx="0"/>
            <a:endCxn id="9" idx="0"/>
          </p:cNvCxnSpPr>
          <p:nvPr/>
        </p:nvCxnSpPr>
        <p:spPr>
          <a:xfrm>
            <a:off x="4706400" y="2305038"/>
            <a:ext cx="288000" cy="28833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51E0F260-F3A0-1B58-282B-35DFFFDBAEFE}"/>
              </a:ext>
            </a:extLst>
          </p:cNvPr>
          <p:cNvCxnSpPr>
            <a:cxnSpLocks/>
            <a:stCxn id="5" idx="1"/>
            <a:endCxn id="9" idx="1"/>
          </p:cNvCxnSpPr>
          <p:nvPr/>
        </p:nvCxnSpPr>
        <p:spPr>
          <a:xfrm>
            <a:off x="3604800" y="3406638"/>
            <a:ext cx="288000" cy="28833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1F3F389C-EFCD-9ACB-0018-B38F8938E750}"/>
              </a:ext>
            </a:extLst>
          </p:cNvPr>
          <p:cNvGrpSpPr/>
          <p:nvPr/>
        </p:nvGrpSpPr>
        <p:grpSpPr>
          <a:xfrm>
            <a:off x="7841130" y="1893700"/>
            <a:ext cx="432000" cy="432000"/>
            <a:chOff x="5308391" y="474484"/>
            <a:chExt cx="540000" cy="540000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9CF8D88B-3F34-3B4A-7322-5C1901413EBE}"/>
                </a:ext>
              </a:extLst>
            </p:cNvPr>
            <p:cNvSpPr/>
            <p:nvPr/>
          </p:nvSpPr>
          <p:spPr>
            <a:xfrm>
              <a:off x="5308391" y="474484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BDA67958-F18E-3AC5-201A-CE24ED2BB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6202" y="545599"/>
              <a:ext cx="364378" cy="393442"/>
            </a:xfrm>
            <a:prstGeom prst="rect">
              <a:avLst/>
            </a:prstGeom>
          </p:spPr>
        </p:pic>
      </p:grp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41B5B2AE-75B5-4689-63B4-EBBEFB78F64B}"/>
              </a:ext>
            </a:extLst>
          </p:cNvPr>
          <p:cNvCxnSpPr/>
          <p:nvPr/>
        </p:nvCxnSpPr>
        <p:spPr>
          <a:xfrm>
            <a:off x="8343392" y="2101484"/>
            <a:ext cx="27886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F7BD42C0-2157-0D27-B5E2-711B57A272BA}"/>
              </a:ext>
            </a:extLst>
          </p:cNvPr>
          <p:cNvSpPr/>
          <p:nvPr/>
        </p:nvSpPr>
        <p:spPr>
          <a:xfrm>
            <a:off x="7011913" y="1180580"/>
            <a:ext cx="180000" cy="144000"/>
          </a:xfrm>
          <a:prstGeom prst="rect">
            <a:avLst/>
          </a:prstGeom>
          <a:solidFill>
            <a:srgbClr val="FFA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E3A805-2771-D1D4-E09C-A709A9816DC5}"/>
              </a:ext>
            </a:extLst>
          </p:cNvPr>
          <p:cNvSpPr/>
          <p:nvPr/>
        </p:nvSpPr>
        <p:spPr>
          <a:xfrm>
            <a:off x="7011913" y="1360580"/>
            <a:ext cx="180000" cy="144000"/>
          </a:xfrm>
          <a:prstGeom prst="rect">
            <a:avLst/>
          </a:prstGeom>
          <a:solidFill>
            <a:srgbClr val="FFA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04D16C-52AE-3A51-04EF-A71BE3C5A8F1}"/>
              </a:ext>
            </a:extLst>
          </p:cNvPr>
          <p:cNvSpPr/>
          <p:nvPr/>
        </p:nvSpPr>
        <p:spPr>
          <a:xfrm>
            <a:off x="7011913" y="1675334"/>
            <a:ext cx="180000" cy="144000"/>
          </a:xfrm>
          <a:prstGeom prst="rect">
            <a:avLst/>
          </a:prstGeom>
          <a:solidFill>
            <a:srgbClr val="FFA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58F524-B7D9-27F6-8861-4FE3E3C38D64}"/>
              </a:ext>
            </a:extLst>
          </p:cNvPr>
          <p:cNvSpPr txBox="1"/>
          <p:nvPr/>
        </p:nvSpPr>
        <p:spPr>
          <a:xfrm>
            <a:off x="6871080" y="1466022"/>
            <a:ext cx="461665" cy="2478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…</a:t>
            </a:r>
            <a:endParaRPr kumimoji="1"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0839CD-5B2F-150E-D27D-B9C179CE3CA9}"/>
              </a:ext>
            </a:extLst>
          </p:cNvPr>
          <p:cNvSpPr/>
          <p:nvPr/>
        </p:nvSpPr>
        <p:spPr>
          <a:xfrm>
            <a:off x="7011913" y="1855335"/>
            <a:ext cx="180000" cy="14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96AC18C-795B-ED8A-E9E1-7155FEBA0B94}"/>
              </a:ext>
            </a:extLst>
          </p:cNvPr>
          <p:cNvSpPr/>
          <p:nvPr/>
        </p:nvSpPr>
        <p:spPr>
          <a:xfrm>
            <a:off x="7011913" y="2035335"/>
            <a:ext cx="180000" cy="14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D13F692-654A-2426-6E47-0199E4801032}"/>
              </a:ext>
            </a:extLst>
          </p:cNvPr>
          <p:cNvSpPr/>
          <p:nvPr/>
        </p:nvSpPr>
        <p:spPr>
          <a:xfrm>
            <a:off x="7011913" y="2350089"/>
            <a:ext cx="180000" cy="14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D43F133-D5BF-B403-D3A7-35EDB79F9642}"/>
              </a:ext>
            </a:extLst>
          </p:cNvPr>
          <p:cNvSpPr txBox="1"/>
          <p:nvPr/>
        </p:nvSpPr>
        <p:spPr>
          <a:xfrm>
            <a:off x="6871080" y="2140777"/>
            <a:ext cx="461665" cy="2478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</a:t>
            </a:r>
            <a:endParaRPr kumimoji="1" lang="zh-CN" alt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549C012-20E6-0A25-F0E5-71662F2BF0BC}"/>
              </a:ext>
            </a:extLst>
          </p:cNvPr>
          <p:cNvSpPr/>
          <p:nvPr/>
        </p:nvSpPr>
        <p:spPr>
          <a:xfrm>
            <a:off x="7011913" y="2530090"/>
            <a:ext cx="180000" cy="1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546C7DC-BF9C-915F-3391-FD93A1BD4C87}"/>
              </a:ext>
            </a:extLst>
          </p:cNvPr>
          <p:cNvSpPr/>
          <p:nvPr/>
        </p:nvSpPr>
        <p:spPr>
          <a:xfrm>
            <a:off x="7011913" y="2710090"/>
            <a:ext cx="180000" cy="1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A3A381D-45EF-DCA8-8C04-38CFBEE2ECDB}"/>
              </a:ext>
            </a:extLst>
          </p:cNvPr>
          <p:cNvSpPr/>
          <p:nvPr/>
        </p:nvSpPr>
        <p:spPr>
          <a:xfrm>
            <a:off x="7011913" y="3024844"/>
            <a:ext cx="180000" cy="1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19B21E9-2B8F-94F8-B37F-355CA09952C1}"/>
              </a:ext>
            </a:extLst>
          </p:cNvPr>
          <p:cNvSpPr txBox="1"/>
          <p:nvPr/>
        </p:nvSpPr>
        <p:spPr>
          <a:xfrm>
            <a:off x="6871080" y="2815532"/>
            <a:ext cx="461665" cy="2478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…</a:t>
            </a:r>
            <a:endParaRPr kumimoji="1"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C302EB20-A7E9-3F85-E1D7-34C94FA0B48F}"/>
              </a:ext>
            </a:extLst>
          </p:cNvPr>
          <p:cNvCxnSpPr>
            <a:stCxn id="2" idx="3"/>
            <a:endCxn id="36" idx="2"/>
          </p:cNvCxnSpPr>
          <p:nvPr/>
        </p:nvCxnSpPr>
        <p:spPr>
          <a:xfrm>
            <a:off x="7191913" y="1252580"/>
            <a:ext cx="649217" cy="857120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69F145C7-398C-C8F0-C6BA-AB77A2D14409}"/>
              </a:ext>
            </a:extLst>
          </p:cNvPr>
          <p:cNvCxnSpPr>
            <a:cxnSpLocks/>
            <a:stCxn id="6" idx="3"/>
            <a:endCxn id="36" idx="2"/>
          </p:cNvCxnSpPr>
          <p:nvPr/>
        </p:nvCxnSpPr>
        <p:spPr>
          <a:xfrm>
            <a:off x="7191913" y="1432580"/>
            <a:ext cx="649217" cy="677120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36E782A3-60ED-2002-2A1D-CB910C51C07B}"/>
              </a:ext>
            </a:extLst>
          </p:cNvPr>
          <p:cNvCxnSpPr>
            <a:cxnSpLocks/>
            <a:stCxn id="7" idx="3"/>
            <a:endCxn id="36" idx="2"/>
          </p:cNvCxnSpPr>
          <p:nvPr/>
        </p:nvCxnSpPr>
        <p:spPr>
          <a:xfrm>
            <a:off x="7191913" y="1747334"/>
            <a:ext cx="649217" cy="362366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45132F65-C021-91DC-A49F-8576A8C4A258}"/>
              </a:ext>
            </a:extLst>
          </p:cNvPr>
          <p:cNvCxnSpPr>
            <a:cxnSpLocks/>
            <a:stCxn id="11" idx="3"/>
            <a:endCxn id="36" idx="2"/>
          </p:cNvCxnSpPr>
          <p:nvPr/>
        </p:nvCxnSpPr>
        <p:spPr>
          <a:xfrm>
            <a:off x="7191913" y="1927335"/>
            <a:ext cx="649217" cy="182365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0CE3B0CC-4531-9879-B64F-6E15FC1EFA53}"/>
              </a:ext>
            </a:extLst>
          </p:cNvPr>
          <p:cNvCxnSpPr>
            <a:cxnSpLocks/>
            <a:stCxn id="13" idx="3"/>
            <a:endCxn id="36" idx="2"/>
          </p:cNvCxnSpPr>
          <p:nvPr/>
        </p:nvCxnSpPr>
        <p:spPr>
          <a:xfrm>
            <a:off x="7191913" y="2107335"/>
            <a:ext cx="649217" cy="2365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箭头连接符 94">
            <a:extLst>
              <a:ext uri="{FF2B5EF4-FFF2-40B4-BE49-F238E27FC236}">
                <a16:creationId xmlns:a16="http://schemas.microsoft.com/office/drawing/2014/main" id="{5A5125A5-0B6E-7AE4-4C17-585F4A6D28F1}"/>
              </a:ext>
            </a:extLst>
          </p:cNvPr>
          <p:cNvCxnSpPr>
            <a:cxnSpLocks/>
            <a:stCxn id="18" idx="3"/>
            <a:endCxn id="36" idx="2"/>
          </p:cNvCxnSpPr>
          <p:nvPr/>
        </p:nvCxnSpPr>
        <p:spPr>
          <a:xfrm flipV="1">
            <a:off x="7191913" y="2109700"/>
            <a:ext cx="649217" cy="312389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344FD9B2-B9AD-0BA8-F2DB-FE89A3E5787C}"/>
              </a:ext>
            </a:extLst>
          </p:cNvPr>
          <p:cNvCxnSpPr>
            <a:cxnSpLocks/>
            <a:stCxn id="29" idx="3"/>
            <a:endCxn id="36" idx="2"/>
          </p:cNvCxnSpPr>
          <p:nvPr/>
        </p:nvCxnSpPr>
        <p:spPr>
          <a:xfrm flipV="1">
            <a:off x="7191913" y="2109700"/>
            <a:ext cx="649217" cy="492390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075EE678-39EE-B7FC-2BB6-1410FAF2B83D}"/>
              </a:ext>
            </a:extLst>
          </p:cNvPr>
          <p:cNvCxnSpPr>
            <a:cxnSpLocks/>
            <a:stCxn id="30" idx="3"/>
            <a:endCxn id="36" idx="2"/>
          </p:cNvCxnSpPr>
          <p:nvPr/>
        </p:nvCxnSpPr>
        <p:spPr>
          <a:xfrm flipV="1">
            <a:off x="7191913" y="2109700"/>
            <a:ext cx="649217" cy="672390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2B9445B4-63A4-3819-09BD-2FE41D179252}"/>
              </a:ext>
            </a:extLst>
          </p:cNvPr>
          <p:cNvCxnSpPr>
            <a:cxnSpLocks/>
            <a:stCxn id="31" idx="3"/>
            <a:endCxn id="36" idx="2"/>
          </p:cNvCxnSpPr>
          <p:nvPr/>
        </p:nvCxnSpPr>
        <p:spPr>
          <a:xfrm flipV="1">
            <a:off x="7191913" y="2109700"/>
            <a:ext cx="649217" cy="987144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A9252465-F48D-FBD0-D7B1-D8CAB18C5EDC}"/>
              </a:ext>
            </a:extLst>
          </p:cNvPr>
          <p:cNvSpPr txBox="1"/>
          <p:nvPr/>
        </p:nvSpPr>
        <p:spPr>
          <a:xfrm>
            <a:off x="7378442" y="978293"/>
            <a:ext cx="782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/>
              <a:t>3 x 3 x 3 </a:t>
            </a:r>
          </a:p>
          <a:p>
            <a:r>
              <a:rPr kumimoji="1" lang="en-US" altLang="zh-CN" sz="1000" b="1" dirty="0"/>
              <a:t>weights</a:t>
            </a:r>
            <a:endParaRPr kumimoji="1" lang="zh-CN" altLang="en-US" sz="1000" b="1" dirty="0"/>
          </a:p>
        </p:txBody>
      </p: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B7A77D56-C662-6EAD-098E-0778777D565A}"/>
              </a:ext>
            </a:extLst>
          </p:cNvPr>
          <p:cNvCxnSpPr>
            <a:cxnSpLocks/>
            <a:stCxn id="113" idx="0"/>
            <a:endCxn id="36" idx="4"/>
          </p:cNvCxnSpPr>
          <p:nvPr/>
        </p:nvCxnSpPr>
        <p:spPr>
          <a:xfrm flipV="1">
            <a:off x="8057130" y="2325700"/>
            <a:ext cx="0" cy="335951"/>
          </a:xfrm>
          <a:prstGeom prst="straightConnector1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A685AF47-3F89-95EB-89B5-7697C346DE8B}"/>
              </a:ext>
            </a:extLst>
          </p:cNvPr>
          <p:cNvSpPr txBox="1"/>
          <p:nvPr/>
        </p:nvSpPr>
        <p:spPr>
          <a:xfrm>
            <a:off x="8017367" y="2406979"/>
            <a:ext cx="782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b</a:t>
            </a:r>
            <a:endParaRPr kumimoji="1" lang="zh-CN" altLang="en-US" sz="1000" dirty="0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04FB5B97-7A6D-D309-BD5A-F6D953511CC2}"/>
              </a:ext>
            </a:extLst>
          </p:cNvPr>
          <p:cNvSpPr/>
          <p:nvPr/>
        </p:nvSpPr>
        <p:spPr>
          <a:xfrm>
            <a:off x="7967130" y="2661651"/>
            <a:ext cx="180000" cy="1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>
                <a:solidFill>
                  <a:schemeClr val="tx1"/>
                </a:solidFill>
              </a:rPr>
              <a:t>1</a:t>
            </a:r>
            <a:endParaRPr kumimoji="1" lang="zh-CN" altLang="en-US" sz="900" dirty="0">
              <a:solidFill>
                <a:schemeClr val="tx1"/>
              </a:solidFill>
            </a:endParaRPr>
          </a:p>
        </p:txBody>
      </p:sp>
      <p:cxnSp>
        <p:nvCxnSpPr>
          <p:cNvPr id="147" name="肘形连接符 146">
            <a:extLst>
              <a:ext uri="{FF2B5EF4-FFF2-40B4-BE49-F238E27FC236}">
                <a16:creationId xmlns:a16="http://schemas.microsoft.com/office/drawing/2014/main" id="{9E826058-4966-ED11-A044-41D25F099C18}"/>
              </a:ext>
            </a:extLst>
          </p:cNvPr>
          <p:cNvCxnSpPr>
            <a:cxnSpLocks/>
          </p:cNvCxnSpPr>
          <p:nvPr/>
        </p:nvCxnSpPr>
        <p:spPr>
          <a:xfrm flipV="1">
            <a:off x="4113186" y="1874596"/>
            <a:ext cx="2564596" cy="442109"/>
          </a:xfrm>
          <a:prstGeom prst="bentConnector3">
            <a:avLst>
              <a:gd name="adj1" fmla="val -574"/>
            </a:avLst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5EFB2A3A-57A8-7E22-55B2-F76EE7C1B1AC}"/>
              </a:ext>
            </a:extLst>
          </p:cNvPr>
          <p:cNvSpPr txBox="1"/>
          <p:nvPr/>
        </p:nvSpPr>
        <p:spPr>
          <a:xfrm>
            <a:off x="2892019" y="2338247"/>
            <a:ext cx="988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Receptive</a:t>
            </a:r>
          </a:p>
          <a:p>
            <a:r>
              <a:rPr kumimoji="1" lang="en-US" altLang="zh-CN" sz="1000" dirty="0"/>
              <a:t>Field</a:t>
            </a:r>
            <a:endParaRPr kumimoji="1" lang="zh-CN" altLang="en-US" sz="1000" dirty="0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9C805EDB-D17A-A4AF-B15C-9D376B25C68C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224274761"/>
              </p:ext>
            </p:extLst>
          </p:nvPr>
        </p:nvGraphicFramePr>
        <p:xfrm>
          <a:off x="6915767" y="3761157"/>
          <a:ext cx="1101600" cy="11016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</a:tbl>
          </a:graphicData>
        </a:graphic>
      </p:graphicFrame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B242E34B-A969-EA4C-89BC-8CE6B598F6CA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160951578"/>
              </p:ext>
            </p:extLst>
          </p:nvPr>
        </p:nvGraphicFramePr>
        <p:xfrm>
          <a:off x="7059767" y="3905157"/>
          <a:ext cx="1101600" cy="11016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" name="表格 42">
                <a:extLst>
                  <a:ext uri="{FF2B5EF4-FFF2-40B4-BE49-F238E27FC236}">
                    <a16:creationId xmlns:a16="http://schemas.microsoft.com/office/drawing/2014/main" id="{BE18EB92-FDCA-948D-EA6E-7359448ED1B1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42379363"/>
                  </p:ext>
                </p:extLst>
              </p:nvPr>
            </p:nvGraphicFramePr>
            <p:xfrm>
              <a:off x="7203767" y="4049157"/>
              <a:ext cx="1137625" cy="1101600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403225">
                      <a:extLst>
                        <a:ext uri="{9D8B030D-6E8A-4147-A177-3AD203B41FA5}">
                          <a16:colId xmlns:a16="http://schemas.microsoft.com/office/drawing/2014/main" val="2335926881"/>
                        </a:ext>
                      </a:extLst>
                    </a:gridCol>
                    <a:gridCol w="367200">
                      <a:extLst>
                        <a:ext uri="{9D8B030D-6E8A-4147-A177-3AD203B41FA5}">
                          <a16:colId xmlns:a16="http://schemas.microsoft.com/office/drawing/2014/main" val="316694828"/>
                        </a:ext>
                      </a:extLst>
                    </a:gridCol>
                    <a:gridCol w="367200">
                      <a:extLst>
                        <a:ext uri="{9D8B030D-6E8A-4147-A177-3AD203B41FA5}">
                          <a16:colId xmlns:a16="http://schemas.microsoft.com/office/drawing/2014/main" val="1135124815"/>
                        </a:ext>
                      </a:extLst>
                    </a:gridCol>
                  </a:tblGrid>
                  <a:tr h="36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7668732"/>
                      </a:ext>
                    </a:extLst>
                  </a:tr>
                  <a:tr h="36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2129400"/>
                      </a:ext>
                    </a:extLst>
                  </a:tr>
                  <a:tr h="36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3111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" name="表格 42">
                <a:extLst>
                  <a:ext uri="{FF2B5EF4-FFF2-40B4-BE49-F238E27FC236}">
                    <a16:creationId xmlns:a16="http://schemas.microsoft.com/office/drawing/2014/main" id="{BE18EB92-FDCA-948D-EA6E-7359448ED1B1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42379363"/>
                  </p:ext>
                </p:extLst>
              </p:nvPr>
            </p:nvGraphicFramePr>
            <p:xfrm>
              <a:off x="7203767" y="4049157"/>
              <a:ext cx="1137625" cy="1101600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403225">
                      <a:extLst>
                        <a:ext uri="{9D8B030D-6E8A-4147-A177-3AD203B41FA5}">
                          <a16:colId xmlns:a16="http://schemas.microsoft.com/office/drawing/2014/main" val="2335926881"/>
                        </a:ext>
                      </a:extLst>
                    </a:gridCol>
                    <a:gridCol w="367200">
                      <a:extLst>
                        <a:ext uri="{9D8B030D-6E8A-4147-A177-3AD203B41FA5}">
                          <a16:colId xmlns:a16="http://schemas.microsoft.com/office/drawing/2014/main" val="316694828"/>
                        </a:ext>
                      </a:extLst>
                    </a:gridCol>
                    <a:gridCol w="367200">
                      <a:extLst>
                        <a:ext uri="{9D8B030D-6E8A-4147-A177-3AD203B41FA5}">
                          <a16:colId xmlns:a16="http://schemas.microsoft.com/office/drawing/2014/main" val="1135124815"/>
                        </a:ext>
                      </a:extLst>
                    </a:gridCol>
                  </a:tblGrid>
                  <a:tr h="36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125" r="-184375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13793" r="-103448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13793" r="-3448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7668732"/>
                      </a:ext>
                    </a:extLst>
                  </a:tr>
                  <a:tr h="36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125" t="-96667" r="-18437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13793" t="-96667" r="-10344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13793" t="-96667" r="-344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2129400"/>
                      </a:ext>
                    </a:extLst>
                  </a:tr>
                  <a:tr h="36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125" t="-203448" r="-184375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13793" t="-203448" r="-103448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13793" t="-203448" r="-3448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31112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文本框 43">
            <a:extLst>
              <a:ext uri="{FF2B5EF4-FFF2-40B4-BE49-F238E27FC236}">
                <a16:creationId xmlns:a16="http://schemas.microsoft.com/office/drawing/2014/main" id="{5061F3CA-953E-5C79-5D94-B9D620517E57}"/>
              </a:ext>
            </a:extLst>
          </p:cNvPr>
          <p:cNvSpPr txBox="1"/>
          <p:nvPr/>
        </p:nvSpPr>
        <p:spPr>
          <a:xfrm>
            <a:off x="8408829" y="4332846"/>
            <a:ext cx="347698" cy="24622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b</a:t>
            </a:r>
            <a:endParaRPr kumimoji="1" lang="zh-CN" altLang="en-US" sz="1000" dirty="0"/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13E224C4-C6FD-9FB2-0F28-86EE990CAB9A}"/>
              </a:ext>
            </a:extLst>
          </p:cNvPr>
          <p:cNvCxnSpPr>
            <a:cxnSpLocks/>
          </p:cNvCxnSpPr>
          <p:nvPr/>
        </p:nvCxnSpPr>
        <p:spPr>
          <a:xfrm>
            <a:off x="7683188" y="2728856"/>
            <a:ext cx="0" cy="598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0A6712AF-43DC-0918-FBE3-54991D080176}"/>
              </a:ext>
            </a:extLst>
          </p:cNvPr>
          <p:cNvSpPr/>
          <p:nvPr/>
        </p:nvSpPr>
        <p:spPr>
          <a:xfrm>
            <a:off x="6534615" y="3523729"/>
            <a:ext cx="2386362" cy="186824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F07EF49-A4D0-6D0B-3BDC-8F10E455BE5F}"/>
              </a:ext>
            </a:extLst>
          </p:cNvPr>
          <p:cNvSpPr txBox="1"/>
          <p:nvPr/>
        </p:nvSpPr>
        <p:spPr>
          <a:xfrm>
            <a:off x="7263322" y="5444740"/>
            <a:ext cx="898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/>
              <a:t>filter</a:t>
            </a:r>
            <a:endParaRPr kumimoji="1"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475401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54261C20-5805-63AA-CDE0-590F44A20FAA}"/>
              </a:ext>
            </a:extLst>
          </p:cNvPr>
          <p:cNvSpPr/>
          <p:nvPr/>
        </p:nvSpPr>
        <p:spPr>
          <a:xfrm>
            <a:off x="3335031" y="1770133"/>
            <a:ext cx="4348975" cy="283241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92DE57-0A93-C7FB-00B4-D57F5E823F1D}"/>
              </a:ext>
            </a:extLst>
          </p:cNvPr>
          <p:cNvSpPr txBox="1"/>
          <p:nvPr/>
        </p:nvSpPr>
        <p:spPr>
          <a:xfrm>
            <a:off x="3909317" y="1954588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Fully-Connected Layer</a:t>
            </a:r>
            <a:endParaRPr kumimoji="1" lang="zh-CN" altLang="en-US" sz="1400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3B78773-C131-B0AB-52EB-AB8C05CCA895}"/>
              </a:ext>
            </a:extLst>
          </p:cNvPr>
          <p:cNvSpPr>
            <a:spLocks noChangeAspect="1"/>
          </p:cNvSpPr>
          <p:nvPr/>
        </p:nvSpPr>
        <p:spPr>
          <a:xfrm>
            <a:off x="4017056" y="2391064"/>
            <a:ext cx="2984924" cy="194402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8180C0-3A75-D494-EBBC-957E04D149FF}"/>
              </a:ext>
            </a:extLst>
          </p:cNvPr>
          <p:cNvSpPr txBox="1"/>
          <p:nvPr/>
        </p:nvSpPr>
        <p:spPr>
          <a:xfrm>
            <a:off x="3909317" y="2454997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Receptive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Field</a:t>
            </a:r>
            <a:endParaRPr kumimoji="1" lang="zh-CN" altLang="en-US" sz="1400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595302B-5C0A-FA12-B142-5870A063B5C2}"/>
              </a:ext>
            </a:extLst>
          </p:cNvPr>
          <p:cNvSpPr>
            <a:spLocks noChangeAspect="1"/>
          </p:cNvSpPr>
          <p:nvPr/>
        </p:nvSpPr>
        <p:spPr>
          <a:xfrm>
            <a:off x="4488223" y="2826707"/>
            <a:ext cx="2042589" cy="133030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AF3BA9-A38B-CFDE-1928-D9892F8DE39C}"/>
              </a:ext>
            </a:extLst>
          </p:cNvPr>
          <p:cNvSpPr txBox="1"/>
          <p:nvPr/>
        </p:nvSpPr>
        <p:spPr>
          <a:xfrm>
            <a:off x="3909317" y="2955406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Parameter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Sharing</a:t>
            </a:r>
            <a:endParaRPr kumimoji="1"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2C1429-B8EB-C005-3D50-31B847E5ED43}"/>
              </a:ext>
            </a:extLst>
          </p:cNvPr>
          <p:cNvSpPr txBox="1"/>
          <p:nvPr/>
        </p:nvSpPr>
        <p:spPr>
          <a:xfrm>
            <a:off x="3909317" y="3327116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/>
              <a:t>Convolutional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Layer</a:t>
            </a:r>
            <a:endParaRPr kumimoji="1"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711640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BB1D2-B810-D268-596F-7ACD26CFF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60DF02E-45B1-5C66-0C2B-B278EDDA7654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838439399"/>
              </p:ext>
            </p:extLst>
          </p:nvPr>
        </p:nvGraphicFramePr>
        <p:xfrm>
          <a:off x="6323778" y="2517461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8AF22CB-67C1-8AF2-C8FC-2977E8AB1F1B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974437275"/>
              </p:ext>
            </p:extLst>
          </p:nvPr>
        </p:nvGraphicFramePr>
        <p:xfrm>
          <a:off x="6467778" y="2661795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B580692-C393-0F90-11DB-19F2A6F3AC5C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790535826"/>
              </p:ext>
            </p:extLst>
          </p:nvPr>
        </p:nvGraphicFramePr>
        <p:xfrm>
          <a:off x="6611778" y="2805795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BE4804BD-2CFD-3903-639F-98853C9E6704}"/>
              </a:ext>
            </a:extLst>
          </p:cNvPr>
          <p:cNvCxnSpPr>
            <a:cxnSpLocks/>
          </p:cNvCxnSpPr>
          <p:nvPr/>
        </p:nvCxnSpPr>
        <p:spPr>
          <a:xfrm>
            <a:off x="6611778" y="2812280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E0429CD3-61C5-F640-80E6-754449666829}"/>
              </a:ext>
            </a:extLst>
          </p:cNvPr>
          <p:cNvCxnSpPr>
            <a:cxnSpLocks/>
          </p:cNvCxnSpPr>
          <p:nvPr/>
        </p:nvCxnSpPr>
        <p:spPr>
          <a:xfrm>
            <a:off x="6611778" y="3907395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52BC24A3-E4A0-BB5E-D0D5-53A00510DD81}"/>
              </a:ext>
            </a:extLst>
          </p:cNvPr>
          <p:cNvCxnSpPr>
            <a:cxnSpLocks/>
          </p:cNvCxnSpPr>
          <p:nvPr/>
        </p:nvCxnSpPr>
        <p:spPr>
          <a:xfrm rot="5400000">
            <a:off x="6073387" y="3363080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B570C863-56DC-A4DF-C44B-37EFCC7576D9}"/>
              </a:ext>
            </a:extLst>
          </p:cNvPr>
          <p:cNvCxnSpPr>
            <a:cxnSpLocks/>
          </p:cNvCxnSpPr>
          <p:nvPr/>
        </p:nvCxnSpPr>
        <p:spPr>
          <a:xfrm rot="5400000">
            <a:off x="7158774" y="3363080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9076268B-CF4A-43BE-7F24-ACDBE95F9402}"/>
              </a:ext>
            </a:extLst>
          </p:cNvPr>
          <p:cNvCxnSpPr>
            <a:cxnSpLocks/>
          </p:cNvCxnSpPr>
          <p:nvPr/>
        </p:nvCxnSpPr>
        <p:spPr>
          <a:xfrm rot="5400000">
            <a:off x="5772978" y="3068261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E7AB0152-B7ED-DF6D-251E-97974D55AAE7}"/>
              </a:ext>
            </a:extLst>
          </p:cNvPr>
          <p:cNvCxnSpPr>
            <a:cxnSpLocks/>
          </p:cNvCxnSpPr>
          <p:nvPr/>
        </p:nvCxnSpPr>
        <p:spPr>
          <a:xfrm>
            <a:off x="6323778" y="2529129"/>
            <a:ext cx="11016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B10B2E1A-A538-0D38-3DDC-25D80FBC92DC}"/>
              </a:ext>
            </a:extLst>
          </p:cNvPr>
          <p:cNvCxnSpPr>
            <a:cxnSpLocks/>
          </p:cNvCxnSpPr>
          <p:nvPr/>
        </p:nvCxnSpPr>
        <p:spPr>
          <a:xfrm>
            <a:off x="6323778" y="2529129"/>
            <a:ext cx="300409" cy="28315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E7F0A9AA-CC44-EAD3-30F2-C36370035838}"/>
              </a:ext>
            </a:extLst>
          </p:cNvPr>
          <p:cNvCxnSpPr>
            <a:cxnSpLocks/>
            <a:stCxn id="5" idx="0"/>
            <a:endCxn id="9" idx="0"/>
          </p:cNvCxnSpPr>
          <p:nvPr/>
        </p:nvCxnSpPr>
        <p:spPr>
          <a:xfrm>
            <a:off x="7425378" y="2517461"/>
            <a:ext cx="288000" cy="28833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FEE9711B-FBDE-C157-EF47-12D7BD972018}"/>
              </a:ext>
            </a:extLst>
          </p:cNvPr>
          <p:cNvCxnSpPr>
            <a:cxnSpLocks/>
            <a:stCxn id="5" idx="1"/>
            <a:endCxn id="9" idx="1"/>
          </p:cNvCxnSpPr>
          <p:nvPr/>
        </p:nvCxnSpPr>
        <p:spPr>
          <a:xfrm>
            <a:off x="6323778" y="3619061"/>
            <a:ext cx="288000" cy="28833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879A57BA-9CC3-A162-90FB-771FC7A9A193}"/>
              </a:ext>
            </a:extLst>
          </p:cNvPr>
          <p:cNvGrpSpPr/>
          <p:nvPr/>
        </p:nvGrpSpPr>
        <p:grpSpPr>
          <a:xfrm>
            <a:off x="6970130" y="2795401"/>
            <a:ext cx="1101600" cy="1101600"/>
            <a:chOff x="2600400" y="1166885"/>
            <a:chExt cx="1101600" cy="1101600"/>
          </a:xfrm>
        </p:grpSpPr>
        <p:cxnSp>
          <p:nvCxnSpPr>
            <p:cNvPr id="51" name="直线连接符 50">
              <a:extLst>
                <a:ext uri="{FF2B5EF4-FFF2-40B4-BE49-F238E27FC236}">
                  <a16:creationId xmlns:a16="http://schemas.microsoft.com/office/drawing/2014/main" id="{0797809B-09CF-D614-8C64-7C3456BD31BB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1203221"/>
              <a:ext cx="1101600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线连接符 51">
              <a:extLst>
                <a:ext uri="{FF2B5EF4-FFF2-40B4-BE49-F238E27FC236}">
                  <a16:creationId xmlns:a16="http://schemas.microsoft.com/office/drawing/2014/main" id="{80A22D20-E5A0-89B5-DCD3-72C5D5E0AE1E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2262000"/>
              <a:ext cx="1101600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15900C8D-7110-56EC-C3A7-B44420C4FF5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62009" y="1717685"/>
              <a:ext cx="1101600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线连接符 53">
              <a:extLst>
                <a:ext uri="{FF2B5EF4-FFF2-40B4-BE49-F238E27FC236}">
                  <a16:creationId xmlns:a16="http://schemas.microsoft.com/office/drawing/2014/main" id="{54C34DFD-8856-6CC6-31FA-87EF9B2C58A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147396" y="1717685"/>
              <a:ext cx="1101600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3266D58C-F625-2675-EF11-3F7BC2BE8C25}"/>
              </a:ext>
            </a:extLst>
          </p:cNvPr>
          <p:cNvCxnSpPr>
            <a:cxnSpLocks/>
            <a:endCxn id="2" idx="4"/>
          </p:cNvCxnSpPr>
          <p:nvPr/>
        </p:nvCxnSpPr>
        <p:spPr>
          <a:xfrm flipV="1">
            <a:off x="6719739" y="2231328"/>
            <a:ext cx="0" cy="286133"/>
          </a:xfrm>
          <a:prstGeom prst="straightConnector1">
            <a:avLst/>
          </a:prstGeom>
          <a:ln cap="rnd">
            <a:solidFill>
              <a:srgbClr val="C0000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D3D57EFB-613E-6A1B-1A0D-2232651B5E64}"/>
              </a:ext>
            </a:extLst>
          </p:cNvPr>
          <p:cNvSpPr/>
          <p:nvPr/>
        </p:nvSpPr>
        <p:spPr>
          <a:xfrm>
            <a:off x="6575739" y="1943328"/>
            <a:ext cx="288000" cy="28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D3AD7C6B-61B4-4A87-855F-C9384994D64B}"/>
              </a:ext>
            </a:extLst>
          </p:cNvPr>
          <p:cNvCxnSpPr>
            <a:cxnSpLocks/>
          </p:cNvCxnSpPr>
          <p:nvPr/>
        </p:nvCxnSpPr>
        <p:spPr>
          <a:xfrm>
            <a:off x="7767617" y="2525955"/>
            <a:ext cx="300409" cy="28315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2DC76F7F-85D3-B9D2-3EAD-4ECDF60BE8C3}"/>
              </a:ext>
            </a:extLst>
          </p:cNvPr>
          <p:cNvCxnSpPr>
            <a:cxnSpLocks/>
          </p:cNvCxnSpPr>
          <p:nvPr/>
        </p:nvCxnSpPr>
        <p:spPr>
          <a:xfrm>
            <a:off x="6689195" y="2562898"/>
            <a:ext cx="6991" cy="104632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1DEAF0DB-A28F-F0E8-0705-C7DF4B573D1C}"/>
              </a:ext>
            </a:extLst>
          </p:cNvPr>
          <p:cNvCxnSpPr>
            <a:cxnSpLocks/>
          </p:cNvCxnSpPr>
          <p:nvPr/>
        </p:nvCxnSpPr>
        <p:spPr>
          <a:xfrm>
            <a:off x="7780215" y="2545736"/>
            <a:ext cx="6991" cy="104632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BEF49B0-B525-051F-1574-FEC0FBD3CB0D}"/>
              </a:ext>
            </a:extLst>
          </p:cNvPr>
          <p:cNvGrpSpPr/>
          <p:nvPr/>
        </p:nvGrpSpPr>
        <p:grpSpPr>
          <a:xfrm>
            <a:off x="7346589" y="2796409"/>
            <a:ext cx="1101600" cy="1101600"/>
            <a:chOff x="2600400" y="1166885"/>
            <a:chExt cx="1101600" cy="1101600"/>
          </a:xfrm>
        </p:grpSpPr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47CDE9F3-5C72-2400-C596-F6E6EBB68606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1166885"/>
              <a:ext cx="1101600" cy="0"/>
            </a:xfrm>
            <a:prstGeom prst="line">
              <a:avLst/>
            </a:prstGeom>
            <a:ln w="19050">
              <a:solidFill>
                <a:srgbClr val="00FA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081C4FF1-F017-5962-7819-03B791C38E27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2262000"/>
              <a:ext cx="1101600" cy="0"/>
            </a:xfrm>
            <a:prstGeom prst="line">
              <a:avLst/>
            </a:prstGeom>
            <a:ln w="19050">
              <a:solidFill>
                <a:srgbClr val="00FA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17158EFB-02ED-3FDF-3B18-768669D53F0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62009" y="1717685"/>
              <a:ext cx="1101600" cy="0"/>
            </a:xfrm>
            <a:prstGeom prst="line">
              <a:avLst/>
            </a:prstGeom>
            <a:ln w="19050">
              <a:solidFill>
                <a:srgbClr val="00FA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50F76596-85BA-40D4-F92D-F746B1C8282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147396" y="1717685"/>
              <a:ext cx="1101600" cy="0"/>
            </a:xfrm>
            <a:prstGeom prst="line">
              <a:avLst/>
            </a:prstGeom>
            <a:ln w="19050">
              <a:solidFill>
                <a:srgbClr val="00FA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38F71316-A421-0CCD-6779-148D6851415D}"/>
              </a:ext>
            </a:extLst>
          </p:cNvPr>
          <p:cNvCxnSpPr>
            <a:cxnSpLocks/>
          </p:cNvCxnSpPr>
          <p:nvPr/>
        </p:nvCxnSpPr>
        <p:spPr>
          <a:xfrm>
            <a:off x="7054786" y="2507202"/>
            <a:ext cx="300409" cy="283150"/>
          </a:xfrm>
          <a:prstGeom prst="line">
            <a:avLst/>
          </a:prstGeom>
          <a:ln w="19050">
            <a:solidFill>
              <a:srgbClr val="00F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795DB779-76F7-6728-0BDF-79BD9209C892}"/>
              </a:ext>
            </a:extLst>
          </p:cNvPr>
          <p:cNvCxnSpPr>
            <a:cxnSpLocks/>
          </p:cNvCxnSpPr>
          <p:nvPr/>
        </p:nvCxnSpPr>
        <p:spPr>
          <a:xfrm>
            <a:off x="8144076" y="2502739"/>
            <a:ext cx="300409" cy="283150"/>
          </a:xfrm>
          <a:prstGeom prst="line">
            <a:avLst/>
          </a:prstGeom>
          <a:ln w="19050">
            <a:solidFill>
              <a:srgbClr val="00F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A6EC08B4-BE88-8F6F-1E92-C6C1F6312D12}"/>
              </a:ext>
            </a:extLst>
          </p:cNvPr>
          <p:cNvCxnSpPr>
            <a:cxnSpLocks/>
          </p:cNvCxnSpPr>
          <p:nvPr/>
        </p:nvCxnSpPr>
        <p:spPr>
          <a:xfrm>
            <a:off x="7066898" y="2510853"/>
            <a:ext cx="1101600" cy="0"/>
          </a:xfrm>
          <a:prstGeom prst="line">
            <a:avLst/>
          </a:prstGeom>
          <a:ln w="19050">
            <a:solidFill>
              <a:srgbClr val="00F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CC18E542-E93B-9AB8-E4C8-B9A09C74425C}"/>
              </a:ext>
            </a:extLst>
          </p:cNvPr>
          <p:cNvCxnSpPr>
            <a:cxnSpLocks/>
          </p:cNvCxnSpPr>
          <p:nvPr/>
        </p:nvCxnSpPr>
        <p:spPr>
          <a:xfrm>
            <a:off x="7065654" y="2539682"/>
            <a:ext cx="6991" cy="104632"/>
          </a:xfrm>
          <a:prstGeom prst="line">
            <a:avLst/>
          </a:prstGeom>
          <a:ln w="19050">
            <a:solidFill>
              <a:srgbClr val="00F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EBB43FB0-12CB-825F-AB30-119CE99DCCEB}"/>
              </a:ext>
            </a:extLst>
          </p:cNvPr>
          <p:cNvCxnSpPr>
            <a:cxnSpLocks/>
          </p:cNvCxnSpPr>
          <p:nvPr/>
        </p:nvCxnSpPr>
        <p:spPr>
          <a:xfrm>
            <a:off x="8156674" y="2522520"/>
            <a:ext cx="6991" cy="104632"/>
          </a:xfrm>
          <a:prstGeom prst="line">
            <a:avLst/>
          </a:prstGeom>
          <a:ln w="19050">
            <a:solidFill>
              <a:srgbClr val="00F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9A86E462-4D8E-7BF5-3C4B-07069692CBCE}"/>
              </a:ext>
            </a:extLst>
          </p:cNvPr>
          <p:cNvGrpSpPr/>
          <p:nvPr/>
        </p:nvGrpSpPr>
        <p:grpSpPr>
          <a:xfrm>
            <a:off x="7723049" y="2821633"/>
            <a:ext cx="1101600" cy="1101600"/>
            <a:chOff x="2600400" y="1166885"/>
            <a:chExt cx="1101600" cy="1101600"/>
          </a:xfrm>
        </p:grpSpPr>
        <p:cxnSp>
          <p:nvCxnSpPr>
            <p:cNvPr id="65" name="直线连接符 64">
              <a:extLst>
                <a:ext uri="{FF2B5EF4-FFF2-40B4-BE49-F238E27FC236}">
                  <a16:creationId xmlns:a16="http://schemas.microsoft.com/office/drawing/2014/main" id="{FF33FE87-7718-151E-5D17-86E351010B45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1166885"/>
              <a:ext cx="1101600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线连接符 65">
              <a:extLst>
                <a:ext uri="{FF2B5EF4-FFF2-40B4-BE49-F238E27FC236}">
                  <a16:creationId xmlns:a16="http://schemas.microsoft.com/office/drawing/2014/main" id="{E00311CB-BF89-BE38-1C36-8CBF74BD8C7D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2262000"/>
              <a:ext cx="1101600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线连接符 66">
              <a:extLst>
                <a:ext uri="{FF2B5EF4-FFF2-40B4-BE49-F238E27FC236}">
                  <a16:creationId xmlns:a16="http://schemas.microsoft.com/office/drawing/2014/main" id="{BE92394C-3713-DB95-6E1A-556195D1193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62009" y="1717685"/>
              <a:ext cx="1101600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0FC1BBFC-61C3-80C2-6AD2-290291D8E42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147396" y="1717685"/>
              <a:ext cx="1101600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DC8966DA-3B35-CA05-495D-2925C9A8C8E4}"/>
              </a:ext>
            </a:extLst>
          </p:cNvPr>
          <p:cNvCxnSpPr>
            <a:cxnSpLocks/>
          </p:cNvCxnSpPr>
          <p:nvPr/>
        </p:nvCxnSpPr>
        <p:spPr>
          <a:xfrm>
            <a:off x="7443358" y="2520314"/>
            <a:ext cx="300409" cy="28315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线连接符 69">
            <a:extLst>
              <a:ext uri="{FF2B5EF4-FFF2-40B4-BE49-F238E27FC236}">
                <a16:creationId xmlns:a16="http://schemas.microsoft.com/office/drawing/2014/main" id="{47958707-A052-C0A5-0592-10C8046C758D}"/>
              </a:ext>
            </a:extLst>
          </p:cNvPr>
          <p:cNvCxnSpPr>
            <a:cxnSpLocks/>
          </p:cNvCxnSpPr>
          <p:nvPr/>
        </p:nvCxnSpPr>
        <p:spPr>
          <a:xfrm>
            <a:off x="8520536" y="2527963"/>
            <a:ext cx="300409" cy="28315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7936A48D-5A2B-3421-20E0-887FD29ABC31}"/>
              </a:ext>
            </a:extLst>
          </p:cNvPr>
          <p:cNvCxnSpPr>
            <a:cxnSpLocks/>
          </p:cNvCxnSpPr>
          <p:nvPr/>
        </p:nvCxnSpPr>
        <p:spPr>
          <a:xfrm>
            <a:off x="7443358" y="2530021"/>
            <a:ext cx="1101600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073506C7-4CEB-4A99-14ED-62885477813C}"/>
              </a:ext>
            </a:extLst>
          </p:cNvPr>
          <p:cNvCxnSpPr>
            <a:cxnSpLocks/>
          </p:cNvCxnSpPr>
          <p:nvPr/>
        </p:nvCxnSpPr>
        <p:spPr>
          <a:xfrm>
            <a:off x="7442114" y="2564906"/>
            <a:ext cx="6991" cy="10463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C433A90E-2079-5484-05D3-84F76C6306F6}"/>
              </a:ext>
            </a:extLst>
          </p:cNvPr>
          <p:cNvCxnSpPr>
            <a:cxnSpLocks/>
          </p:cNvCxnSpPr>
          <p:nvPr/>
        </p:nvCxnSpPr>
        <p:spPr>
          <a:xfrm>
            <a:off x="8533134" y="2547744"/>
            <a:ext cx="6991" cy="10463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椭圆 77">
            <a:extLst>
              <a:ext uri="{FF2B5EF4-FFF2-40B4-BE49-F238E27FC236}">
                <a16:creationId xmlns:a16="http://schemas.microsoft.com/office/drawing/2014/main" id="{9ED66ECA-6476-03A3-E6AF-91A992C139DF}"/>
              </a:ext>
            </a:extLst>
          </p:cNvPr>
          <p:cNvSpPr/>
          <p:nvPr/>
        </p:nvSpPr>
        <p:spPr>
          <a:xfrm>
            <a:off x="7061365" y="1941294"/>
            <a:ext cx="288000" cy="288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56F22D36-B84F-CC8D-9103-8BAD741CDA92}"/>
              </a:ext>
            </a:extLst>
          </p:cNvPr>
          <p:cNvCxnSpPr>
            <a:cxnSpLocks/>
            <a:endCxn id="78" idx="4"/>
          </p:cNvCxnSpPr>
          <p:nvPr/>
        </p:nvCxnSpPr>
        <p:spPr>
          <a:xfrm flipV="1">
            <a:off x="7205365" y="2229294"/>
            <a:ext cx="0" cy="295901"/>
          </a:xfrm>
          <a:prstGeom prst="straightConnector1">
            <a:avLst/>
          </a:prstGeom>
          <a:ln cap="rnd">
            <a:solidFill>
              <a:srgbClr val="7030A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椭圆 83">
            <a:extLst>
              <a:ext uri="{FF2B5EF4-FFF2-40B4-BE49-F238E27FC236}">
                <a16:creationId xmlns:a16="http://schemas.microsoft.com/office/drawing/2014/main" id="{021C0AAC-A377-AB18-713E-2C66A6B1D744}"/>
              </a:ext>
            </a:extLst>
          </p:cNvPr>
          <p:cNvSpPr/>
          <p:nvPr/>
        </p:nvSpPr>
        <p:spPr>
          <a:xfrm>
            <a:off x="7517126" y="1941294"/>
            <a:ext cx="288000" cy="288000"/>
          </a:xfrm>
          <a:prstGeom prst="ellipse">
            <a:avLst/>
          </a:prstGeom>
          <a:solidFill>
            <a:srgbClr val="00F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835C64D9-8C3F-918F-0766-33E9921BAC63}"/>
              </a:ext>
            </a:extLst>
          </p:cNvPr>
          <p:cNvCxnSpPr>
            <a:cxnSpLocks/>
            <a:endCxn id="84" idx="4"/>
          </p:cNvCxnSpPr>
          <p:nvPr/>
        </p:nvCxnSpPr>
        <p:spPr>
          <a:xfrm flipV="1">
            <a:off x="7661126" y="2229294"/>
            <a:ext cx="0" cy="295901"/>
          </a:xfrm>
          <a:prstGeom prst="straightConnector1">
            <a:avLst/>
          </a:prstGeom>
          <a:ln cap="rnd">
            <a:solidFill>
              <a:srgbClr val="00FA0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椭圆 85">
            <a:extLst>
              <a:ext uri="{FF2B5EF4-FFF2-40B4-BE49-F238E27FC236}">
                <a16:creationId xmlns:a16="http://schemas.microsoft.com/office/drawing/2014/main" id="{CBEE57CD-35AB-FF02-52AA-04E19E6D8DBA}"/>
              </a:ext>
            </a:extLst>
          </p:cNvPr>
          <p:cNvSpPr/>
          <p:nvPr/>
        </p:nvSpPr>
        <p:spPr>
          <a:xfrm>
            <a:off x="7964226" y="1946371"/>
            <a:ext cx="288000" cy="28800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cxnSp>
        <p:nvCxnSpPr>
          <p:cNvPr id="87" name="直线箭头连接符 86">
            <a:extLst>
              <a:ext uri="{FF2B5EF4-FFF2-40B4-BE49-F238E27FC236}">
                <a16:creationId xmlns:a16="http://schemas.microsoft.com/office/drawing/2014/main" id="{52070A58-DF21-BF22-83B8-4AEB00F45DC8}"/>
              </a:ext>
            </a:extLst>
          </p:cNvPr>
          <p:cNvCxnSpPr>
            <a:cxnSpLocks/>
            <a:endCxn id="86" idx="4"/>
          </p:cNvCxnSpPr>
          <p:nvPr/>
        </p:nvCxnSpPr>
        <p:spPr>
          <a:xfrm flipV="1">
            <a:off x="8108226" y="2234371"/>
            <a:ext cx="0" cy="295901"/>
          </a:xfrm>
          <a:prstGeom prst="straightConnector1">
            <a:avLst/>
          </a:prstGeom>
          <a:ln cap="rnd">
            <a:solidFill>
              <a:srgbClr val="0096FF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83FCA8AF-D2C6-797A-A800-F2A93C8503C3}"/>
              </a:ext>
            </a:extLst>
          </p:cNvPr>
          <p:cNvCxnSpPr>
            <a:cxnSpLocks/>
          </p:cNvCxnSpPr>
          <p:nvPr/>
        </p:nvCxnSpPr>
        <p:spPr>
          <a:xfrm>
            <a:off x="6333259" y="2896533"/>
            <a:ext cx="300409" cy="283150"/>
          </a:xfrm>
          <a:prstGeom prst="line">
            <a:avLst/>
          </a:prstGeom>
          <a:ln w="19050">
            <a:solidFill>
              <a:srgbClr val="FF4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EFBB6793-5FB0-BBE0-4834-0FC99319F904}"/>
              </a:ext>
            </a:extLst>
          </p:cNvPr>
          <p:cNvCxnSpPr>
            <a:cxnSpLocks/>
          </p:cNvCxnSpPr>
          <p:nvPr/>
        </p:nvCxnSpPr>
        <p:spPr>
          <a:xfrm>
            <a:off x="6607974" y="3173627"/>
            <a:ext cx="1101600" cy="0"/>
          </a:xfrm>
          <a:prstGeom prst="line">
            <a:avLst/>
          </a:prstGeom>
          <a:ln w="19050">
            <a:solidFill>
              <a:srgbClr val="FF4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连接符 89">
            <a:extLst>
              <a:ext uri="{FF2B5EF4-FFF2-40B4-BE49-F238E27FC236}">
                <a16:creationId xmlns:a16="http://schemas.microsoft.com/office/drawing/2014/main" id="{01791AB4-DBE3-5C4B-6707-215AF90CEB09}"/>
              </a:ext>
            </a:extLst>
          </p:cNvPr>
          <p:cNvCxnSpPr>
            <a:cxnSpLocks/>
          </p:cNvCxnSpPr>
          <p:nvPr/>
        </p:nvCxnSpPr>
        <p:spPr>
          <a:xfrm rot="5400000">
            <a:off x="6052527" y="3703562"/>
            <a:ext cx="1101600" cy="0"/>
          </a:xfrm>
          <a:prstGeom prst="line">
            <a:avLst/>
          </a:prstGeom>
          <a:ln w="19050">
            <a:solidFill>
              <a:srgbClr val="FF4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148687B-5EF8-93D1-305A-9CAF43B5F9E0}"/>
              </a:ext>
            </a:extLst>
          </p:cNvPr>
          <p:cNvCxnSpPr>
            <a:cxnSpLocks/>
          </p:cNvCxnSpPr>
          <p:nvPr/>
        </p:nvCxnSpPr>
        <p:spPr>
          <a:xfrm rot="5400000">
            <a:off x="7132358" y="3725714"/>
            <a:ext cx="1101600" cy="0"/>
          </a:xfrm>
          <a:prstGeom prst="line">
            <a:avLst/>
          </a:prstGeom>
          <a:ln w="19050">
            <a:solidFill>
              <a:srgbClr val="FF4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AE16F356-38C5-2736-F024-016D8CAA5ED5}"/>
              </a:ext>
            </a:extLst>
          </p:cNvPr>
          <p:cNvCxnSpPr>
            <a:cxnSpLocks/>
          </p:cNvCxnSpPr>
          <p:nvPr/>
        </p:nvCxnSpPr>
        <p:spPr>
          <a:xfrm>
            <a:off x="6587614" y="4260418"/>
            <a:ext cx="1101600" cy="0"/>
          </a:xfrm>
          <a:prstGeom prst="line">
            <a:avLst/>
          </a:prstGeom>
          <a:ln w="19050">
            <a:solidFill>
              <a:srgbClr val="FF4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D390A261-35FF-217F-A6DD-63EDF63994C0}"/>
              </a:ext>
            </a:extLst>
          </p:cNvPr>
          <p:cNvCxnSpPr>
            <a:cxnSpLocks/>
          </p:cNvCxnSpPr>
          <p:nvPr/>
        </p:nvCxnSpPr>
        <p:spPr>
          <a:xfrm rot="5400000">
            <a:off x="5787282" y="3466180"/>
            <a:ext cx="1101600" cy="0"/>
          </a:xfrm>
          <a:prstGeom prst="line">
            <a:avLst/>
          </a:prstGeom>
          <a:ln w="19050">
            <a:solidFill>
              <a:srgbClr val="FF4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7E1DACCF-C594-1436-8358-BC49ED8C3499}"/>
              </a:ext>
            </a:extLst>
          </p:cNvPr>
          <p:cNvCxnSpPr>
            <a:cxnSpLocks/>
          </p:cNvCxnSpPr>
          <p:nvPr/>
        </p:nvCxnSpPr>
        <p:spPr>
          <a:xfrm>
            <a:off x="6323777" y="3994609"/>
            <a:ext cx="300409" cy="283150"/>
          </a:xfrm>
          <a:prstGeom prst="line">
            <a:avLst/>
          </a:prstGeom>
          <a:ln w="19050">
            <a:solidFill>
              <a:srgbClr val="FF4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FB05405C-68FF-D034-6C2E-6FCF38C93655}"/>
              </a:ext>
            </a:extLst>
          </p:cNvPr>
          <p:cNvCxnSpPr>
            <a:cxnSpLocks/>
          </p:cNvCxnSpPr>
          <p:nvPr/>
        </p:nvCxnSpPr>
        <p:spPr>
          <a:xfrm>
            <a:off x="6678327" y="2530418"/>
            <a:ext cx="300409" cy="28315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椭圆 95">
            <a:extLst>
              <a:ext uri="{FF2B5EF4-FFF2-40B4-BE49-F238E27FC236}">
                <a16:creationId xmlns:a16="http://schemas.microsoft.com/office/drawing/2014/main" id="{9EB52E7B-9E1A-5B4C-553D-BABC833BEC9A}"/>
              </a:ext>
            </a:extLst>
          </p:cNvPr>
          <p:cNvSpPr/>
          <p:nvPr/>
        </p:nvSpPr>
        <p:spPr>
          <a:xfrm>
            <a:off x="5716758" y="3331061"/>
            <a:ext cx="288000" cy="288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671CE21C-14C0-34A8-4D58-2F33C7B013DB}"/>
              </a:ext>
            </a:extLst>
          </p:cNvPr>
          <p:cNvCxnSpPr>
            <a:cxnSpLocks/>
          </p:cNvCxnSpPr>
          <p:nvPr/>
        </p:nvCxnSpPr>
        <p:spPr>
          <a:xfrm flipH="1">
            <a:off x="5907864" y="3475061"/>
            <a:ext cx="416074" cy="0"/>
          </a:xfrm>
          <a:prstGeom prst="straightConnector1">
            <a:avLst/>
          </a:prstGeom>
          <a:ln cap="rnd">
            <a:solidFill>
              <a:srgbClr val="FF40FF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1" name="表格 100">
            <a:extLst>
              <a:ext uri="{FF2B5EF4-FFF2-40B4-BE49-F238E27FC236}">
                <a16:creationId xmlns:a16="http://schemas.microsoft.com/office/drawing/2014/main" id="{2938EA61-64A3-B8C1-BB47-13C484A1577D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400322709"/>
              </p:ext>
            </p:extLst>
          </p:nvPr>
        </p:nvGraphicFramePr>
        <p:xfrm>
          <a:off x="3100034" y="2178722"/>
          <a:ext cx="1101600" cy="11016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</a:tbl>
          </a:graphicData>
        </a:graphic>
      </p:graphicFrame>
      <p:graphicFrame>
        <p:nvGraphicFramePr>
          <p:cNvPr id="102" name="表格 101">
            <a:extLst>
              <a:ext uri="{FF2B5EF4-FFF2-40B4-BE49-F238E27FC236}">
                <a16:creationId xmlns:a16="http://schemas.microsoft.com/office/drawing/2014/main" id="{1C670A4C-26E2-D7A1-00DC-D489425C060D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292991068"/>
              </p:ext>
            </p:extLst>
          </p:nvPr>
        </p:nvGraphicFramePr>
        <p:xfrm>
          <a:off x="3244034" y="2322722"/>
          <a:ext cx="1101600" cy="11016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3" name="表格 102">
                <a:extLst>
                  <a:ext uri="{FF2B5EF4-FFF2-40B4-BE49-F238E27FC236}">
                    <a16:creationId xmlns:a16="http://schemas.microsoft.com/office/drawing/2014/main" id="{4C26A633-E801-F6A8-AC94-06B9D5E074DA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00346864"/>
                  </p:ext>
                </p:extLst>
              </p:nvPr>
            </p:nvGraphicFramePr>
            <p:xfrm>
              <a:off x="3388034" y="2466722"/>
              <a:ext cx="1137625" cy="1101600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403225">
                      <a:extLst>
                        <a:ext uri="{9D8B030D-6E8A-4147-A177-3AD203B41FA5}">
                          <a16:colId xmlns:a16="http://schemas.microsoft.com/office/drawing/2014/main" val="2335926881"/>
                        </a:ext>
                      </a:extLst>
                    </a:gridCol>
                    <a:gridCol w="367200">
                      <a:extLst>
                        <a:ext uri="{9D8B030D-6E8A-4147-A177-3AD203B41FA5}">
                          <a16:colId xmlns:a16="http://schemas.microsoft.com/office/drawing/2014/main" val="316694828"/>
                        </a:ext>
                      </a:extLst>
                    </a:gridCol>
                    <a:gridCol w="367200">
                      <a:extLst>
                        <a:ext uri="{9D8B030D-6E8A-4147-A177-3AD203B41FA5}">
                          <a16:colId xmlns:a16="http://schemas.microsoft.com/office/drawing/2014/main" val="1135124815"/>
                        </a:ext>
                      </a:extLst>
                    </a:gridCol>
                  </a:tblGrid>
                  <a:tr h="36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7668732"/>
                      </a:ext>
                    </a:extLst>
                  </a:tr>
                  <a:tr h="36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2129400"/>
                      </a:ext>
                    </a:extLst>
                  </a:tr>
                  <a:tr h="36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3111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3" name="表格 102">
                <a:extLst>
                  <a:ext uri="{FF2B5EF4-FFF2-40B4-BE49-F238E27FC236}">
                    <a16:creationId xmlns:a16="http://schemas.microsoft.com/office/drawing/2014/main" id="{4C26A633-E801-F6A8-AC94-06B9D5E074DA}"/>
                  </a:ext>
                </a:extLst>
              </p:cNvPr>
              <p:cNvGraphicFramePr>
                <a:graphicFrameLocks noGrp="1"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00346864"/>
                  </p:ext>
                </p:extLst>
              </p:nvPr>
            </p:nvGraphicFramePr>
            <p:xfrm>
              <a:off x="3388034" y="2466722"/>
              <a:ext cx="1137625" cy="1101600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403225">
                      <a:extLst>
                        <a:ext uri="{9D8B030D-6E8A-4147-A177-3AD203B41FA5}">
                          <a16:colId xmlns:a16="http://schemas.microsoft.com/office/drawing/2014/main" val="2335926881"/>
                        </a:ext>
                      </a:extLst>
                    </a:gridCol>
                    <a:gridCol w="367200">
                      <a:extLst>
                        <a:ext uri="{9D8B030D-6E8A-4147-A177-3AD203B41FA5}">
                          <a16:colId xmlns:a16="http://schemas.microsoft.com/office/drawing/2014/main" val="316694828"/>
                        </a:ext>
                      </a:extLst>
                    </a:gridCol>
                    <a:gridCol w="367200">
                      <a:extLst>
                        <a:ext uri="{9D8B030D-6E8A-4147-A177-3AD203B41FA5}">
                          <a16:colId xmlns:a16="http://schemas.microsoft.com/office/drawing/2014/main" val="1135124815"/>
                        </a:ext>
                      </a:extLst>
                    </a:gridCol>
                  </a:tblGrid>
                  <a:tr h="36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448" r="-184375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6667" t="-3448" r="-96667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13793" t="-344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7668732"/>
                      </a:ext>
                    </a:extLst>
                  </a:tr>
                  <a:tr h="36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3448" r="-184375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6667" t="-103448" r="-96667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13793" t="-103448" b="-1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2129400"/>
                      </a:ext>
                    </a:extLst>
                  </a:tr>
                  <a:tr h="36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03448" r="-184375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6667" t="-203448" r="-96667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13793" t="-203448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31112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4" name="文本框 103">
            <a:extLst>
              <a:ext uri="{FF2B5EF4-FFF2-40B4-BE49-F238E27FC236}">
                <a16:creationId xmlns:a16="http://schemas.microsoft.com/office/drawing/2014/main" id="{E7D1E4CA-DA66-8069-D43F-CC29581F3040}"/>
              </a:ext>
            </a:extLst>
          </p:cNvPr>
          <p:cNvSpPr txBox="1"/>
          <p:nvPr/>
        </p:nvSpPr>
        <p:spPr>
          <a:xfrm>
            <a:off x="4593096" y="2750411"/>
            <a:ext cx="347698" cy="24622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b</a:t>
            </a:r>
            <a:endParaRPr kumimoji="1" lang="zh-CN" altLang="en-US" sz="1000" dirty="0"/>
          </a:p>
        </p:txBody>
      </p:sp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E75049A2-2A11-D7FB-5CE0-DEA5DDFDD443}"/>
              </a:ext>
            </a:extLst>
          </p:cNvPr>
          <p:cNvSpPr/>
          <p:nvPr/>
        </p:nvSpPr>
        <p:spPr>
          <a:xfrm>
            <a:off x="2718882" y="1941294"/>
            <a:ext cx="2386362" cy="1868249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DD6C102-06DC-31C1-C0B4-1CD59ACD33D7}"/>
              </a:ext>
            </a:extLst>
          </p:cNvPr>
          <p:cNvSpPr txBox="1"/>
          <p:nvPr/>
        </p:nvSpPr>
        <p:spPr>
          <a:xfrm>
            <a:off x="3447589" y="3862305"/>
            <a:ext cx="898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/>
              <a:t>filter</a:t>
            </a:r>
            <a:endParaRPr kumimoji="1" lang="zh-CN" altLang="en-US" sz="1400" b="1" dirty="0"/>
          </a:p>
        </p:txBody>
      </p:sp>
      <p:cxnSp>
        <p:nvCxnSpPr>
          <p:cNvPr id="118" name="肘形连接符 117">
            <a:extLst>
              <a:ext uri="{FF2B5EF4-FFF2-40B4-BE49-F238E27FC236}">
                <a16:creationId xmlns:a16="http://schemas.microsoft.com/office/drawing/2014/main" id="{4568071A-E61F-E1A5-E81A-642DFBBAF376}"/>
              </a:ext>
            </a:extLst>
          </p:cNvPr>
          <p:cNvCxnSpPr>
            <a:cxnSpLocks/>
            <a:stCxn id="105" idx="3"/>
            <a:endCxn id="86" idx="0"/>
          </p:cNvCxnSpPr>
          <p:nvPr/>
        </p:nvCxnSpPr>
        <p:spPr>
          <a:xfrm flipV="1">
            <a:off x="5105244" y="1946371"/>
            <a:ext cx="3002982" cy="929048"/>
          </a:xfrm>
          <a:prstGeom prst="bentConnector4">
            <a:avLst>
              <a:gd name="adj1" fmla="val 10296"/>
              <a:gd name="adj2" fmla="val 125152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肘形连接符 124">
            <a:extLst>
              <a:ext uri="{FF2B5EF4-FFF2-40B4-BE49-F238E27FC236}">
                <a16:creationId xmlns:a16="http://schemas.microsoft.com/office/drawing/2014/main" id="{70B3D2A6-355D-4FF4-03C0-F010FE31A354}"/>
              </a:ext>
            </a:extLst>
          </p:cNvPr>
          <p:cNvCxnSpPr>
            <a:cxnSpLocks/>
            <a:stCxn id="105" idx="3"/>
            <a:endCxn id="96" idx="2"/>
          </p:cNvCxnSpPr>
          <p:nvPr/>
        </p:nvCxnSpPr>
        <p:spPr>
          <a:xfrm>
            <a:off x="5105244" y="2875419"/>
            <a:ext cx="611514" cy="599642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线箭头连接符 139">
            <a:extLst>
              <a:ext uri="{FF2B5EF4-FFF2-40B4-BE49-F238E27FC236}">
                <a16:creationId xmlns:a16="http://schemas.microsoft.com/office/drawing/2014/main" id="{A0BBFA14-2767-080B-F3BA-BA74749A145E}"/>
              </a:ext>
            </a:extLst>
          </p:cNvPr>
          <p:cNvCxnSpPr>
            <a:endCxn id="2" idx="0"/>
          </p:cNvCxnSpPr>
          <p:nvPr/>
        </p:nvCxnSpPr>
        <p:spPr>
          <a:xfrm>
            <a:off x="6719739" y="1713743"/>
            <a:ext cx="0" cy="22958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D2D7473E-EE57-274F-716C-699151DCF0E4}"/>
              </a:ext>
            </a:extLst>
          </p:cNvPr>
          <p:cNvCxnSpPr>
            <a:cxnSpLocks/>
            <a:endCxn id="78" idx="0"/>
          </p:cNvCxnSpPr>
          <p:nvPr/>
        </p:nvCxnSpPr>
        <p:spPr>
          <a:xfrm>
            <a:off x="7205365" y="1713743"/>
            <a:ext cx="0" cy="22755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B873B56A-0413-6CB4-7AB9-1362B6BC23B0}"/>
              </a:ext>
            </a:extLst>
          </p:cNvPr>
          <p:cNvCxnSpPr>
            <a:cxnSpLocks/>
            <a:endCxn id="84" idx="0"/>
          </p:cNvCxnSpPr>
          <p:nvPr/>
        </p:nvCxnSpPr>
        <p:spPr>
          <a:xfrm>
            <a:off x="7661126" y="1713743"/>
            <a:ext cx="0" cy="22755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文本框 148">
            <a:extLst>
              <a:ext uri="{FF2B5EF4-FFF2-40B4-BE49-F238E27FC236}">
                <a16:creationId xmlns:a16="http://schemas.microsoft.com/office/drawing/2014/main" id="{3822DB67-5E8E-9EE0-5B8D-E77BD7C7BE09}"/>
              </a:ext>
            </a:extLst>
          </p:cNvPr>
          <p:cNvSpPr txBox="1"/>
          <p:nvPr/>
        </p:nvSpPr>
        <p:spPr>
          <a:xfrm>
            <a:off x="2846150" y="4276514"/>
            <a:ext cx="239197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50" dirty="0"/>
              <a:t>一个</a:t>
            </a:r>
            <a:r>
              <a:rPr kumimoji="1" lang="en-US" altLang="zh-CN" sz="1050" b="1" dirty="0"/>
              <a:t>filter</a:t>
            </a:r>
            <a:r>
              <a:rPr kumimoji="1" lang="zh-CN" altLang="en-US" sz="1050" dirty="0"/>
              <a:t>派生出多个</a:t>
            </a:r>
            <a:r>
              <a:rPr kumimoji="1" lang="en-US" altLang="zh-CN" sz="1050" b="1" dirty="0"/>
              <a:t>neuron</a:t>
            </a:r>
            <a:r>
              <a:rPr kumimoji="1" lang="zh-CN" altLang="en-US" sz="1050" dirty="0"/>
              <a:t>，每个</a:t>
            </a:r>
            <a:r>
              <a:rPr kumimoji="1" lang="en-US" altLang="zh-CN" sz="1050" b="1" dirty="0"/>
              <a:t>neuron</a:t>
            </a:r>
            <a:r>
              <a:rPr kumimoji="1" lang="en-US" altLang="zh-CN" sz="1050" dirty="0"/>
              <a:t> </a:t>
            </a:r>
            <a:r>
              <a:rPr kumimoji="1" lang="zh-CN" altLang="en-US" sz="1050" dirty="0"/>
              <a:t>“观察”一个</a:t>
            </a:r>
            <a:r>
              <a:rPr kumimoji="1" lang="en" altLang="zh-CN" sz="1050" dirty="0"/>
              <a:t>receptive field</a:t>
            </a:r>
            <a:r>
              <a:rPr kumimoji="1" lang="zh-CN" altLang="en-US" sz="1050" dirty="0"/>
              <a:t>；</a:t>
            </a:r>
            <a:endParaRPr kumimoji="1"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zh-CN" sz="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50" dirty="0"/>
              <a:t>一个</a:t>
            </a:r>
            <a:r>
              <a:rPr kumimoji="1" lang="en-US" altLang="zh-CN" sz="1050" b="1" dirty="0"/>
              <a:t>filter</a:t>
            </a:r>
            <a:r>
              <a:rPr kumimoji="1" lang="zh-CN" altLang="en-US" sz="1050" dirty="0"/>
              <a:t>扫描所有</a:t>
            </a:r>
            <a:r>
              <a:rPr kumimoji="1" lang="en" altLang="zh-CN" sz="1050" dirty="0"/>
              <a:t>receptive field (</a:t>
            </a:r>
            <a:r>
              <a:rPr kumimoji="1" lang="en" altLang="zh-CN" sz="1050" b="1" dirty="0"/>
              <a:t>convolve over</a:t>
            </a:r>
            <a:r>
              <a:rPr kumimoji="1" lang="en" altLang="zh-CN" sz="1050" dirty="0"/>
              <a:t> the input image)</a:t>
            </a:r>
            <a:endParaRPr kumimoji="1" lang="zh-CN" altLang="en-US" sz="1050" dirty="0"/>
          </a:p>
        </p:txBody>
      </p: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C49A5908-CE5B-A00D-74D3-3F7BA57912BB}"/>
              </a:ext>
            </a:extLst>
          </p:cNvPr>
          <p:cNvCxnSpPr>
            <a:cxnSpLocks/>
          </p:cNvCxnSpPr>
          <p:nvPr/>
        </p:nvCxnSpPr>
        <p:spPr>
          <a:xfrm>
            <a:off x="6690439" y="2546181"/>
            <a:ext cx="1101600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A894456B-F633-22E5-79B9-2D18A0A0AAFC}"/>
              </a:ext>
            </a:extLst>
          </p:cNvPr>
          <p:cNvCxnSpPr>
            <a:cxnSpLocks/>
          </p:cNvCxnSpPr>
          <p:nvPr/>
        </p:nvCxnSpPr>
        <p:spPr>
          <a:xfrm>
            <a:off x="6333259" y="2896533"/>
            <a:ext cx="134519" cy="0"/>
          </a:xfrm>
          <a:prstGeom prst="line">
            <a:avLst/>
          </a:prstGeom>
          <a:ln w="19050">
            <a:solidFill>
              <a:srgbClr val="FF4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D04BCFE-656D-A912-F995-D89969939766}"/>
              </a:ext>
            </a:extLst>
          </p:cNvPr>
          <p:cNvCxnSpPr>
            <a:cxnSpLocks/>
          </p:cNvCxnSpPr>
          <p:nvPr/>
        </p:nvCxnSpPr>
        <p:spPr>
          <a:xfrm>
            <a:off x="6327613" y="3985911"/>
            <a:ext cx="134519" cy="0"/>
          </a:xfrm>
          <a:prstGeom prst="line">
            <a:avLst/>
          </a:prstGeom>
          <a:ln w="19050">
            <a:solidFill>
              <a:srgbClr val="FF4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338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458CA-E0F7-60B9-E562-3DEFF66F1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3522376-1326-FB18-FE1B-7496CAE3A043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988519108"/>
              </p:ext>
            </p:extLst>
          </p:nvPr>
        </p:nvGraphicFramePr>
        <p:xfrm>
          <a:off x="2038089" y="1768180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138844C5-B416-B5EA-00C7-323A865F1F72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296855852"/>
              </p:ext>
            </p:extLst>
          </p:nvPr>
        </p:nvGraphicFramePr>
        <p:xfrm>
          <a:off x="4933850" y="2326022"/>
          <a:ext cx="1101600" cy="11016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</a:tbl>
          </a:graphicData>
        </a:graphic>
      </p:graphicFrame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E0602203-1C1A-1054-0C77-678F39B26C02}"/>
              </a:ext>
            </a:extLst>
          </p:cNvPr>
          <p:cNvGrpSpPr/>
          <p:nvPr/>
        </p:nvGrpSpPr>
        <p:grpSpPr>
          <a:xfrm>
            <a:off x="6728012" y="1731528"/>
            <a:ext cx="2430561" cy="2287934"/>
            <a:chOff x="6212751" y="1529543"/>
            <a:chExt cx="2430561" cy="2287934"/>
          </a:xfrm>
        </p:grpSpPr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8178C627-4C5C-01C5-49B3-08A87EA8DB04}"/>
                </a:ext>
              </a:extLst>
            </p:cNvPr>
            <p:cNvSpPr/>
            <p:nvPr/>
          </p:nvSpPr>
          <p:spPr>
            <a:xfrm>
              <a:off x="6212751" y="1530912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3</a:t>
              </a:r>
              <a:endParaRPr kumimoji="1" lang="zh-CN" altLang="en-US" sz="1200" dirty="0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558376C8-E79C-508A-F58D-826A67187DC7}"/>
                </a:ext>
              </a:extLst>
            </p:cNvPr>
            <p:cNvSpPr/>
            <p:nvPr/>
          </p:nvSpPr>
          <p:spPr>
            <a:xfrm>
              <a:off x="6857687" y="1530912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-1</a:t>
              </a:r>
              <a:endParaRPr kumimoji="1" lang="zh-CN" altLang="en-US" sz="1200" dirty="0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85FCA8CC-64BD-FFE0-096B-D659CE6CCBE8}"/>
                </a:ext>
              </a:extLst>
            </p:cNvPr>
            <p:cNvSpPr/>
            <p:nvPr/>
          </p:nvSpPr>
          <p:spPr>
            <a:xfrm>
              <a:off x="7496617" y="1529543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-3</a:t>
              </a:r>
              <a:endParaRPr kumimoji="1" lang="zh-CN" altLang="en-US" sz="1200" dirty="0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DE6410C2-AC30-682B-F5F1-951DF44B9267}"/>
                </a:ext>
              </a:extLst>
            </p:cNvPr>
            <p:cNvSpPr/>
            <p:nvPr/>
          </p:nvSpPr>
          <p:spPr>
            <a:xfrm>
              <a:off x="8139312" y="1529543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-1</a:t>
              </a:r>
              <a:endParaRPr kumimoji="1" lang="zh-CN" altLang="en-US" sz="1200" dirty="0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297A8D60-F4BB-17F1-6A10-3A77E4722067}"/>
                </a:ext>
              </a:extLst>
            </p:cNvPr>
            <p:cNvSpPr/>
            <p:nvPr/>
          </p:nvSpPr>
          <p:spPr>
            <a:xfrm>
              <a:off x="6212751" y="2121383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-3</a:t>
              </a:r>
              <a:endParaRPr kumimoji="1" lang="zh-CN" altLang="en-US" sz="1200" dirty="0"/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CFEC94-2880-3E77-E697-73D0CF233787}"/>
                </a:ext>
              </a:extLst>
            </p:cNvPr>
            <p:cNvSpPr/>
            <p:nvPr/>
          </p:nvSpPr>
          <p:spPr>
            <a:xfrm>
              <a:off x="6857687" y="2121383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1</a:t>
              </a:r>
              <a:endParaRPr kumimoji="1" lang="zh-CN" altLang="en-US" sz="1200" dirty="0"/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936CE7BC-EDAB-263C-AF2B-A95A071F3507}"/>
                </a:ext>
              </a:extLst>
            </p:cNvPr>
            <p:cNvSpPr/>
            <p:nvPr/>
          </p:nvSpPr>
          <p:spPr>
            <a:xfrm>
              <a:off x="7496617" y="2120014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0</a:t>
              </a:r>
              <a:endParaRPr kumimoji="1" lang="zh-CN" altLang="en-US" sz="1200" dirty="0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3D3620B1-C248-BE98-10BD-031FCAB8995B}"/>
                </a:ext>
              </a:extLst>
            </p:cNvPr>
            <p:cNvSpPr/>
            <p:nvPr/>
          </p:nvSpPr>
          <p:spPr>
            <a:xfrm>
              <a:off x="8139312" y="2120014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-3</a:t>
              </a:r>
              <a:endParaRPr kumimoji="1" lang="zh-CN" altLang="en-US" sz="1200" dirty="0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9173CC16-0E08-C8B7-8B56-C14E82980A25}"/>
                </a:ext>
              </a:extLst>
            </p:cNvPr>
            <p:cNvSpPr/>
            <p:nvPr/>
          </p:nvSpPr>
          <p:spPr>
            <a:xfrm>
              <a:off x="6212751" y="2723006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-3</a:t>
              </a:r>
              <a:endParaRPr kumimoji="1" lang="zh-CN" altLang="en-US" sz="1200" dirty="0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340D23D9-985E-7EB8-33AF-9496F80DFF1B}"/>
                </a:ext>
              </a:extLst>
            </p:cNvPr>
            <p:cNvSpPr/>
            <p:nvPr/>
          </p:nvSpPr>
          <p:spPr>
            <a:xfrm>
              <a:off x="6857687" y="2723006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-3</a:t>
              </a:r>
              <a:endParaRPr kumimoji="1" lang="zh-CN" altLang="en-US" sz="1200" dirty="0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40C3CEE0-57AE-F809-3187-21F64FACF320}"/>
                </a:ext>
              </a:extLst>
            </p:cNvPr>
            <p:cNvSpPr/>
            <p:nvPr/>
          </p:nvSpPr>
          <p:spPr>
            <a:xfrm>
              <a:off x="7496617" y="2721637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0</a:t>
              </a:r>
              <a:endParaRPr kumimoji="1" lang="zh-CN" altLang="en-US" sz="1200" dirty="0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D3CD9C98-93E6-1080-EEDE-9FA62DC57471}"/>
                </a:ext>
              </a:extLst>
            </p:cNvPr>
            <p:cNvSpPr/>
            <p:nvPr/>
          </p:nvSpPr>
          <p:spPr>
            <a:xfrm>
              <a:off x="8139312" y="2721637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1</a:t>
              </a:r>
              <a:endParaRPr kumimoji="1" lang="zh-CN" altLang="en-US" sz="1200" dirty="0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9643E9C2-A190-3516-98BF-F564FD1A0E29}"/>
                </a:ext>
              </a:extLst>
            </p:cNvPr>
            <p:cNvSpPr/>
            <p:nvPr/>
          </p:nvSpPr>
          <p:spPr>
            <a:xfrm>
              <a:off x="6212751" y="3313477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3</a:t>
              </a:r>
              <a:endParaRPr kumimoji="1" lang="zh-CN" altLang="en-US" sz="1200" dirty="0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73F093DD-9E01-6AB0-4E5D-53A76EC4D67C}"/>
                </a:ext>
              </a:extLst>
            </p:cNvPr>
            <p:cNvSpPr/>
            <p:nvPr/>
          </p:nvSpPr>
          <p:spPr>
            <a:xfrm>
              <a:off x="6857687" y="3313477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-2</a:t>
              </a:r>
              <a:endParaRPr kumimoji="1" lang="zh-CN" altLang="en-US" sz="1200" dirty="0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C3F33191-FC00-8061-8157-BEAD07E1455C}"/>
                </a:ext>
              </a:extLst>
            </p:cNvPr>
            <p:cNvSpPr/>
            <p:nvPr/>
          </p:nvSpPr>
          <p:spPr>
            <a:xfrm>
              <a:off x="7496617" y="3312108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-2</a:t>
              </a:r>
              <a:endParaRPr kumimoji="1" lang="zh-CN" altLang="en-US" sz="1200" dirty="0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E274E1D9-02E6-8AEB-D252-DD10742B5DC8}"/>
                </a:ext>
              </a:extLst>
            </p:cNvPr>
            <p:cNvSpPr/>
            <p:nvPr/>
          </p:nvSpPr>
          <p:spPr>
            <a:xfrm>
              <a:off x="8139312" y="3312108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-1</a:t>
              </a:r>
              <a:endParaRPr kumimoji="1" lang="zh-CN" altLang="en-US" sz="1200" dirty="0"/>
            </a:p>
          </p:txBody>
        </p:sp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CC21044C-090E-4B80-52D7-ABA798D86D0F}"/>
              </a:ext>
            </a:extLst>
          </p:cNvPr>
          <p:cNvSpPr txBox="1"/>
          <p:nvPr/>
        </p:nvSpPr>
        <p:spPr>
          <a:xfrm>
            <a:off x="5010903" y="3427305"/>
            <a:ext cx="94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/>
              <a:t>filter1</a:t>
            </a:r>
            <a:endParaRPr kumimoji="1" lang="zh-CN" altLang="en-US" sz="1200" b="1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BE18E69-3F20-AAD5-AAA4-F46CC48C7713}"/>
              </a:ext>
            </a:extLst>
          </p:cNvPr>
          <p:cNvSpPr txBox="1"/>
          <p:nvPr/>
        </p:nvSpPr>
        <p:spPr>
          <a:xfrm>
            <a:off x="10238999" y="46761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460955F2-721E-77FA-9E84-2B32531E1011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3128302" y="2326022"/>
            <a:ext cx="1805548" cy="550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D346498F-84D4-B28E-04C9-D1CF42F40D4A}"/>
              </a:ext>
            </a:extLst>
          </p:cNvPr>
          <p:cNvGrpSpPr/>
          <p:nvPr/>
        </p:nvGrpSpPr>
        <p:grpSpPr>
          <a:xfrm>
            <a:off x="2030506" y="1768180"/>
            <a:ext cx="1101600" cy="1101600"/>
            <a:chOff x="2600400" y="1166885"/>
            <a:chExt cx="1101600" cy="1101600"/>
          </a:xfrm>
        </p:grpSpPr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0E4D2442-23FB-63B6-DD95-78958550F900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1166885"/>
              <a:ext cx="1101600" cy="0"/>
            </a:xfrm>
            <a:prstGeom prst="line">
              <a:avLst/>
            </a:prstGeom>
            <a:ln w="317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2AC9DA86-3A38-607C-A058-804048D2156D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2262000"/>
              <a:ext cx="1101600" cy="0"/>
            </a:xfrm>
            <a:prstGeom prst="line">
              <a:avLst/>
            </a:prstGeom>
            <a:ln w="317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连接符 6">
              <a:extLst>
                <a:ext uri="{FF2B5EF4-FFF2-40B4-BE49-F238E27FC236}">
                  <a16:creationId xmlns:a16="http://schemas.microsoft.com/office/drawing/2014/main" id="{C2146DE3-B658-7A99-7399-E76DCE1E88E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62009" y="1717685"/>
              <a:ext cx="1101600" cy="0"/>
            </a:xfrm>
            <a:prstGeom prst="line">
              <a:avLst/>
            </a:prstGeom>
            <a:ln w="317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BA4A45A4-C792-A86D-CE1E-EEC13AA8A5D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147396" y="1717685"/>
              <a:ext cx="1101600" cy="0"/>
            </a:xfrm>
            <a:prstGeom prst="line">
              <a:avLst/>
            </a:prstGeom>
            <a:ln w="317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B7FFF300-078D-0BDE-6CDC-730D772A0821}"/>
              </a:ext>
            </a:extLst>
          </p:cNvPr>
          <p:cNvCxnSpPr>
            <a:cxnSpLocks/>
            <a:stCxn id="22" idx="3"/>
            <a:endCxn id="33" idx="2"/>
          </p:cNvCxnSpPr>
          <p:nvPr/>
        </p:nvCxnSpPr>
        <p:spPr>
          <a:xfrm flipV="1">
            <a:off x="6035450" y="1984897"/>
            <a:ext cx="692562" cy="891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0F3661D-EDFD-18C2-B166-E47AC779351B}"/>
              </a:ext>
            </a:extLst>
          </p:cNvPr>
          <p:cNvGrpSpPr/>
          <p:nvPr/>
        </p:nvGrpSpPr>
        <p:grpSpPr>
          <a:xfrm>
            <a:off x="2406622" y="2506662"/>
            <a:ext cx="1101600" cy="1101600"/>
            <a:chOff x="2600400" y="1166885"/>
            <a:chExt cx="1101600" cy="1101600"/>
          </a:xfrm>
        </p:grpSpPr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CE127565-FC19-48EC-FEB0-BC1B7360D51B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1166885"/>
              <a:ext cx="1101600" cy="0"/>
            </a:xfrm>
            <a:prstGeom prst="line">
              <a:avLst/>
            </a:prstGeom>
            <a:ln w="317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54F95955-5B81-8BA7-5A80-0EA3D52EA250}"/>
                </a:ext>
              </a:extLst>
            </p:cNvPr>
            <p:cNvCxnSpPr>
              <a:cxnSpLocks/>
            </p:cNvCxnSpPr>
            <p:nvPr/>
          </p:nvCxnSpPr>
          <p:spPr>
            <a:xfrm>
              <a:off x="2600400" y="2262000"/>
              <a:ext cx="1101600" cy="0"/>
            </a:xfrm>
            <a:prstGeom prst="line">
              <a:avLst/>
            </a:prstGeom>
            <a:ln w="317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06F77569-545A-C01F-4211-D49657F0B7B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62009" y="1717685"/>
              <a:ext cx="1101600" cy="0"/>
            </a:xfrm>
            <a:prstGeom prst="line">
              <a:avLst/>
            </a:prstGeom>
            <a:ln w="317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5507109D-9FA2-FC33-4A13-CB3A5C1B6DC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147396" y="1717685"/>
              <a:ext cx="1101600" cy="0"/>
            </a:xfrm>
            <a:prstGeom prst="line">
              <a:avLst/>
            </a:prstGeom>
            <a:ln w="317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55497742-3EC4-2820-5751-32CDE9845483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3535090" y="2876822"/>
            <a:ext cx="1398760" cy="187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7171C513-5130-9AE4-E08B-AAA7F3DF3443}"/>
              </a:ext>
            </a:extLst>
          </p:cNvPr>
          <p:cNvCxnSpPr>
            <a:cxnSpLocks/>
            <a:stCxn id="22" idx="3"/>
            <a:endCxn id="58" idx="2"/>
          </p:cNvCxnSpPr>
          <p:nvPr/>
        </p:nvCxnSpPr>
        <p:spPr>
          <a:xfrm>
            <a:off x="6035450" y="2876822"/>
            <a:ext cx="1337498" cy="300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545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6DBBA-0CB8-1572-259B-ADC18748B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4B716A68-399E-7DA9-85C1-FBE02E4E929D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182439467"/>
              </p:ext>
            </p:extLst>
          </p:nvPr>
        </p:nvGraphicFramePr>
        <p:xfrm>
          <a:off x="1943959" y="1956439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D1ED98A9-0E99-B3B5-C62F-EFA9BB90CEC7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677170799"/>
              </p:ext>
            </p:extLst>
          </p:nvPr>
        </p:nvGraphicFramePr>
        <p:xfrm>
          <a:off x="4989229" y="793195"/>
          <a:ext cx="1101600" cy="11016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</a:tbl>
          </a:graphicData>
        </a:graphic>
      </p:graphicFrame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21EE07A3-5641-91F4-DF8F-DE9D4D952894}"/>
              </a:ext>
            </a:extLst>
          </p:cNvPr>
          <p:cNvGrpSpPr/>
          <p:nvPr/>
        </p:nvGrpSpPr>
        <p:grpSpPr>
          <a:xfrm>
            <a:off x="6886481" y="1628259"/>
            <a:ext cx="2430561" cy="2287934"/>
            <a:chOff x="6212751" y="1529543"/>
            <a:chExt cx="2430561" cy="2287934"/>
          </a:xfrm>
        </p:grpSpPr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461123FA-AF5E-4297-9786-3F6A227AE766}"/>
                </a:ext>
              </a:extLst>
            </p:cNvPr>
            <p:cNvSpPr/>
            <p:nvPr/>
          </p:nvSpPr>
          <p:spPr>
            <a:xfrm>
              <a:off x="6212751" y="1530912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3</a:t>
              </a:r>
              <a:endParaRPr kumimoji="1" lang="zh-CN" altLang="en-US" sz="1200" dirty="0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E5C9EEFA-41BD-42C1-3F7B-DDD2D633C406}"/>
                </a:ext>
              </a:extLst>
            </p:cNvPr>
            <p:cNvSpPr/>
            <p:nvPr/>
          </p:nvSpPr>
          <p:spPr>
            <a:xfrm>
              <a:off x="6857687" y="1530912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-1</a:t>
              </a:r>
              <a:endParaRPr kumimoji="1" lang="zh-CN" altLang="en-US" sz="1200" dirty="0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857386D4-5545-C30D-C1CB-FC4820F6B781}"/>
                </a:ext>
              </a:extLst>
            </p:cNvPr>
            <p:cNvSpPr/>
            <p:nvPr/>
          </p:nvSpPr>
          <p:spPr>
            <a:xfrm>
              <a:off x="7496617" y="1529543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-3</a:t>
              </a:r>
              <a:endParaRPr kumimoji="1" lang="zh-CN" altLang="en-US" sz="1200" dirty="0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DEEEBE04-5FE2-1ED6-9597-1F4828DB0C7F}"/>
                </a:ext>
              </a:extLst>
            </p:cNvPr>
            <p:cNvSpPr/>
            <p:nvPr/>
          </p:nvSpPr>
          <p:spPr>
            <a:xfrm>
              <a:off x="8139312" y="1529543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-1</a:t>
              </a:r>
              <a:endParaRPr kumimoji="1" lang="zh-CN" altLang="en-US" sz="1200" dirty="0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8A794062-64A5-2043-32E6-FCF730657D17}"/>
                </a:ext>
              </a:extLst>
            </p:cNvPr>
            <p:cNvSpPr/>
            <p:nvPr/>
          </p:nvSpPr>
          <p:spPr>
            <a:xfrm>
              <a:off x="6212751" y="2121383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-3</a:t>
              </a:r>
              <a:endParaRPr kumimoji="1" lang="zh-CN" altLang="en-US" sz="1200" dirty="0"/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91B1CCDD-0A69-E17A-CAEF-AA91C9D4DCEA}"/>
                </a:ext>
              </a:extLst>
            </p:cNvPr>
            <p:cNvSpPr/>
            <p:nvPr/>
          </p:nvSpPr>
          <p:spPr>
            <a:xfrm>
              <a:off x="6857687" y="2121383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1</a:t>
              </a:r>
              <a:endParaRPr kumimoji="1" lang="zh-CN" altLang="en-US" sz="1200" dirty="0"/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8107D57D-AEEA-D3DF-BFE2-451456A4B61D}"/>
                </a:ext>
              </a:extLst>
            </p:cNvPr>
            <p:cNvSpPr/>
            <p:nvPr/>
          </p:nvSpPr>
          <p:spPr>
            <a:xfrm>
              <a:off x="7496617" y="2120014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0</a:t>
              </a:r>
              <a:endParaRPr kumimoji="1" lang="zh-CN" altLang="en-US" sz="1200" dirty="0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30031606-67CB-852D-2F5D-646C7EDB68B2}"/>
                </a:ext>
              </a:extLst>
            </p:cNvPr>
            <p:cNvSpPr/>
            <p:nvPr/>
          </p:nvSpPr>
          <p:spPr>
            <a:xfrm>
              <a:off x="8139312" y="2120014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-3</a:t>
              </a:r>
              <a:endParaRPr kumimoji="1" lang="zh-CN" altLang="en-US" sz="1200" dirty="0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1B975BB3-E47E-F0ED-68FB-12F97B799577}"/>
                </a:ext>
              </a:extLst>
            </p:cNvPr>
            <p:cNvSpPr/>
            <p:nvPr/>
          </p:nvSpPr>
          <p:spPr>
            <a:xfrm>
              <a:off x="6212751" y="2723006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-3</a:t>
              </a:r>
              <a:endParaRPr kumimoji="1" lang="zh-CN" altLang="en-US" sz="1200" dirty="0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3F269CF5-D899-A714-2A53-F9A806F6F94E}"/>
                </a:ext>
              </a:extLst>
            </p:cNvPr>
            <p:cNvSpPr/>
            <p:nvPr/>
          </p:nvSpPr>
          <p:spPr>
            <a:xfrm>
              <a:off x="6857687" y="2723006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-3</a:t>
              </a:r>
              <a:endParaRPr kumimoji="1" lang="zh-CN" altLang="en-US" sz="1200" dirty="0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9FE53ABC-A55E-C4E2-9230-4FEB04939048}"/>
                </a:ext>
              </a:extLst>
            </p:cNvPr>
            <p:cNvSpPr/>
            <p:nvPr/>
          </p:nvSpPr>
          <p:spPr>
            <a:xfrm>
              <a:off x="7496617" y="2721637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0</a:t>
              </a:r>
              <a:endParaRPr kumimoji="1" lang="zh-CN" altLang="en-US" sz="1200" dirty="0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A3596FF6-AA4C-E1A1-7FF9-78A48AAAC56A}"/>
                </a:ext>
              </a:extLst>
            </p:cNvPr>
            <p:cNvSpPr/>
            <p:nvPr/>
          </p:nvSpPr>
          <p:spPr>
            <a:xfrm>
              <a:off x="8139312" y="2721637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1</a:t>
              </a:r>
              <a:endParaRPr kumimoji="1" lang="zh-CN" altLang="en-US" sz="1200" dirty="0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9292EDB2-722E-2A0E-8FEE-37C6FCAC4382}"/>
                </a:ext>
              </a:extLst>
            </p:cNvPr>
            <p:cNvSpPr/>
            <p:nvPr/>
          </p:nvSpPr>
          <p:spPr>
            <a:xfrm>
              <a:off x="6212751" y="3313477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3</a:t>
              </a:r>
              <a:endParaRPr kumimoji="1" lang="zh-CN" altLang="en-US" sz="1200" dirty="0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1CE92A94-3D63-A636-8BC8-4E4FBB476EF6}"/>
                </a:ext>
              </a:extLst>
            </p:cNvPr>
            <p:cNvSpPr/>
            <p:nvPr/>
          </p:nvSpPr>
          <p:spPr>
            <a:xfrm>
              <a:off x="6857687" y="3313477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-2</a:t>
              </a:r>
              <a:endParaRPr kumimoji="1" lang="zh-CN" altLang="en-US" sz="1200" dirty="0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337B7161-4105-0F64-770F-409D9712D05E}"/>
                </a:ext>
              </a:extLst>
            </p:cNvPr>
            <p:cNvSpPr/>
            <p:nvPr/>
          </p:nvSpPr>
          <p:spPr>
            <a:xfrm>
              <a:off x="7496617" y="3312108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-2</a:t>
              </a:r>
              <a:endParaRPr kumimoji="1" lang="zh-CN" altLang="en-US" sz="1200" dirty="0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664BF24D-2710-D579-7FF8-78C0A35AE879}"/>
                </a:ext>
              </a:extLst>
            </p:cNvPr>
            <p:cNvSpPr/>
            <p:nvPr/>
          </p:nvSpPr>
          <p:spPr>
            <a:xfrm>
              <a:off x="8139312" y="3312108"/>
              <a:ext cx="504000" cy="504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-1</a:t>
              </a:r>
              <a:endParaRPr kumimoji="1" lang="zh-CN" altLang="en-US" sz="1200" dirty="0"/>
            </a:p>
          </p:txBody>
        </p:sp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461F3ACA-2060-A8B2-77DB-AE67EAF490B1}"/>
              </a:ext>
            </a:extLst>
          </p:cNvPr>
          <p:cNvSpPr txBox="1"/>
          <p:nvPr/>
        </p:nvSpPr>
        <p:spPr>
          <a:xfrm>
            <a:off x="5066282" y="1894478"/>
            <a:ext cx="94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/>
              <a:t>filter1</a:t>
            </a:r>
            <a:endParaRPr kumimoji="1" lang="zh-CN" altLang="en-US" sz="1200" b="1" dirty="0"/>
          </a:p>
        </p:txBody>
      </p:sp>
      <p:graphicFrame>
        <p:nvGraphicFramePr>
          <p:cNvPr id="84" name="表格 83">
            <a:extLst>
              <a:ext uri="{FF2B5EF4-FFF2-40B4-BE49-F238E27FC236}">
                <a16:creationId xmlns:a16="http://schemas.microsoft.com/office/drawing/2014/main" id="{433576B1-2D3A-3CC1-D7AE-77C9745208EA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544055658"/>
              </p:ext>
            </p:extLst>
          </p:nvPr>
        </p:nvGraphicFramePr>
        <p:xfrm>
          <a:off x="4984756" y="4254699"/>
          <a:ext cx="1101600" cy="11016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</a:tbl>
          </a:graphicData>
        </a:graphic>
      </p:graphicFrame>
      <p:sp>
        <p:nvSpPr>
          <p:cNvPr id="86" name="文本框 85">
            <a:extLst>
              <a:ext uri="{FF2B5EF4-FFF2-40B4-BE49-F238E27FC236}">
                <a16:creationId xmlns:a16="http://schemas.microsoft.com/office/drawing/2014/main" id="{6F356F2E-E8E2-C20A-4CA8-C186D58F821B}"/>
              </a:ext>
            </a:extLst>
          </p:cNvPr>
          <p:cNvSpPr txBox="1"/>
          <p:nvPr/>
        </p:nvSpPr>
        <p:spPr>
          <a:xfrm>
            <a:off x="5061809" y="5367559"/>
            <a:ext cx="94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/>
              <a:t>filter64</a:t>
            </a:r>
            <a:endParaRPr kumimoji="1" lang="zh-CN" altLang="en-US" sz="1200" b="1" dirty="0"/>
          </a:p>
        </p:txBody>
      </p: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7E7B378B-33FB-C2C1-D48B-C722827BC0ED}"/>
              </a:ext>
            </a:extLst>
          </p:cNvPr>
          <p:cNvGrpSpPr/>
          <p:nvPr/>
        </p:nvGrpSpPr>
        <p:grpSpPr>
          <a:xfrm>
            <a:off x="7030481" y="1772259"/>
            <a:ext cx="2430561" cy="2287934"/>
            <a:chOff x="6212751" y="1529543"/>
            <a:chExt cx="2430561" cy="2287934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03" name="椭圆 202">
              <a:extLst>
                <a:ext uri="{FF2B5EF4-FFF2-40B4-BE49-F238E27FC236}">
                  <a16:creationId xmlns:a16="http://schemas.microsoft.com/office/drawing/2014/main" id="{52B4F544-B2AC-7657-85DF-F599E1D29D8C}"/>
                </a:ext>
              </a:extLst>
            </p:cNvPr>
            <p:cNvSpPr/>
            <p:nvPr/>
          </p:nvSpPr>
          <p:spPr>
            <a:xfrm>
              <a:off x="6212751" y="1530912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D5623E6C-8997-38FD-E38B-DA545C328B2D}"/>
                </a:ext>
              </a:extLst>
            </p:cNvPr>
            <p:cNvSpPr/>
            <p:nvPr/>
          </p:nvSpPr>
          <p:spPr>
            <a:xfrm>
              <a:off x="6857687" y="1530912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035DE062-EA0A-7EFC-53F0-93DF9390E020}"/>
                </a:ext>
              </a:extLst>
            </p:cNvPr>
            <p:cNvSpPr/>
            <p:nvPr/>
          </p:nvSpPr>
          <p:spPr>
            <a:xfrm>
              <a:off x="7496617" y="1529543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06" name="椭圆 205">
              <a:extLst>
                <a:ext uri="{FF2B5EF4-FFF2-40B4-BE49-F238E27FC236}">
                  <a16:creationId xmlns:a16="http://schemas.microsoft.com/office/drawing/2014/main" id="{DE90CC95-416D-E947-9469-160BC1DD0A00}"/>
                </a:ext>
              </a:extLst>
            </p:cNvPr>
            <p:cNvSpPr/>
            <p:nvPr/>
          </p:nvSpPr>
          <p:spPr>
            <a:xfrm>
              <a:off x="8139312" y="1529543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09F6D899-7672-F8E2-4842-9D1E397D2AB8}"/>
                </a:ext>
              </a:extLst>
            </p:cNvPr>
            <p:cNvSpPr/>
            <p:nvPr/>
          </p:nvSpPr>
          <p:spPr>
            <a:xfrm>
              <a:off x="6212751" y="2121383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08" name="椭圆 207">
              <a:extLst>
                <a:ext uri="{FF2B5EF4-FFF2-40B4-BE49-F238E27FC236}">
                  <a16:creationId xmlns:a16="http://schemas.microsoft.com/office/drawing/2014/main" id="{19B41C97-10A8-93C7-98A9-11AA13DF0781}"/>
                </a:ext>
              </a:extLst>
            </p:cNvPr>
            <p:cNvSpPr/>
            <p:nvPr/>
          </p:nvSpPr>
          <p:spPr>
            <a:xfrm>
              <a:off x="6857687" y="2121383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09" name="椭圆 208">
              <a:extLst>
                <a:ext uri="{FF2B5EF4-FFF2-40B4-BE49-F238E27FC236}">
                  <a16:creationId xmlns:a16="http://schemas.microsoft.com/office/drawing/2014/main" id="{4BAF9C22-6EE2-4458-AA7E-5494C31CC57F}"/>
                </a:ext>
              </a:extLst>
            </p:cNvPr>
            <p:cNvSpPr/>
            <p:nvPr/>
          </p:nvSpPr>
          <p:spPr>
            <a:xfrm>
              <a:off x="7496617" y="2120014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10" name="椭圆 209">
              <a:extLst>
                <a:ext uri="{FF2B5EF4-FFF2-40B4-BE49-F238E27FC236}">
                  <a16:creationId xmlns:a16="http://schemas.microsoft.com/office/drawing/2014/main" id="{D7930A57-8ABF-20D2-3132-17A12B4B50C7}"/>
                </a:ext>
              </a:extLst>
            </p:cNvPr>
            <p:cNvSpPr/>
            <p:nvPr/>
          </p:nvSpPr>
          <p:spPr>
            <a:xfrm>
              <a:off x="8139312" y="2120014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91F9A4A3-8F2D-B43D-AAD7-9A5AB67A12A3}"/>
                </a:ext>
              </a:extLst>
            </p:cNvPr>
            <p:cNvSpPr/>
            <p:nvPr/>
          </p:nvSpPr>
          <p:spPr>
            <a:xfrm>
              <a:off x="6212751" y="2723006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12" name="椭圆 211">
              <a:extLst>
                <a:ext uri="{FF2B5EF4-FFF2-40B4-BE49-F238E27FC236}">
                  <a16:creationId xmlns:a16="http://schemas.microsoft.com/office/drawing/2014/main" id="{990B7668-99DC-16DE-26F9-F4E849863F03}"/>
                </a:ext>
              </a:extLst>
            </p:cNvPr>
            <p:cNvSpPr/>
            <p:nvPr/>
          </p:nvSpPr>
          <p:spPr>
            <a:xfrm>
              <a:off x="6857687" y="2723006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13" name="椭圆 212">
              <a:extLst>
                <a:ext uri="{FF2B5EF4-FFF2-40B4-BE49-F238E27FC236}">
                  <a16:creationId xmlns:a16="http://schemas.microsoft.com/office/drawing/2014/main" id="{9CD68706-9E2A-59FF-D655-37DDFB432735}"/>
                </a:ext>
              </a:extLst>
            </p:cNvPr>
            <p:cNvSpPr/>
            <p:nvPr/>
          </p:nvSpPr>
          <p:spPr>
            <a:xfrm>
              <a:off x="7496617" y="2721637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14" name="椭圆 213">
              <a:extLst>
                <a:ext uri="{FF2B5EF4-FFF2-40B4-BE49-F238E27FC236}">
                  <a16:creationId xmlns:a16="http://schemas.microsoft.com/office/drawing/2014/main" id="{9A5EBA7B-0F6B-FEB1-8959-E27D54006D23}"/>
                </a:ext>
              </a:extLst>
            </p:cNvPr>
            <p:cNvSpPr/>
            <p:nvPr/>
          </p:nvSpPr>
          <p:spPr>
            <a:xfrm>
              <a:off x="8139312" y="2721637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15" name="椭圆 214">
              <a:extLst>
                <a:ext uri="{FF2B5EF4-FFF2-40B4-BE49-F238E27FC236}">
                  <a16:creationId xmlns:a16="http://schemas.microsoft.com/office/drawing/2014/main" id="{417D116A-A8EA-DA9B-E9DA-82DAC2DA7BC8}"/>
                </a:ext>
              </a:extLst>
            </p:cNvPr>
            <p:cNvSpPr/>
            <p:nvPr/>
          </p:nvSpPr>
          <p:spPr>
            <a:xfrm>
              <a:off x="6212751" y="3313477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16" name="椭圆 215">
              <a:extLst>
                <a:ext uri="{FF2B5EF4-FFF2-40B4-BE49-F238E27FC236}">
                  <a16:creationId xmlns:a16="http://schemas.microsoft.com/office/drawing/2014/main" id="{31819E53-4472-7755-5DFA-6295F1BC20F4}"/>
                </a:ext>
              </a:extLst>
            </p:cNvPr>
            <p:cNvSpPr/>
            <p:nvPr/>
          </p:nvSpPr>
          <p:spPr>
            <a:xfrm>
              <a:off x="6857687" y="3313477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17" name="椭圆 216">
              <a:extLst>
                <a:ext uri="{FF2B5EF4-FFF2-40B4-BE49-F238E27FC236}">
                  <a16:creationId xmlns:a16="http://schemas.microsoft.com/office/drawing/2014/main" id="{1B226FB0-75F1-C668-6E0B-2630F4C24AA6}"/>
                </a:ext>
              </a:extLst>
            </p:cNvPr>
            <p:cNvSpPr/>
            <p:nvPr/>
          </p:nvSpPr>
          <p:spPr>
            <a:xfrm>
              <a:off x="7496617" y="3312108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18" name="椭圆 217">
              <a:extLst>
                <a:ext uri="{FF2B5EF4-FFF2-40B4-BE49-F238E27FC236}">
                  <a16:creationId xmlns:a16="http://schemas.microsoft.com/office/drawing/2014/main" id="{6CA4B402-A2DD-2529-5381-470B24D75769}"/>
                </a:ext>
              </a:extLst>
            </p:cNvPr>
            <p:cNvSpPr/>
            <p:nvPr/>
          </p:nvSpPr>
          <p:spPr>
            <a:xfrm>
              <a:off x="8139312" y="3312108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</p:grpSp>
      <p:grpSp>
        <p:nvGrpSpPr>
          <p:cNvPr id="219" name="组合 218">
            <a:extLst>
              <a:ext uri="{FF2B5EF4-FFF2-40B4-BE49-F238E27FC236}">
                <a16:creationId xmlns:a16="http://schemas.microsoft.com/office/drawing/2014/main" id="{87E72D5A-088E-C397-9ABC-1A3A15C15007}"/>
              </a:ext>
            </a:extLst>
          </p:cNvPr>
          <p:cNvGrpSpPr/>
          <p:nvPr/>
        </p:nvGrpSpPr>
        <p:grpSpPr>
          <a:xfrm>
            <a:off x="7174481" y="1916259"/>
            <a:ext cx="2430561" cy="2287934"/>
            <a:chOff x="6212751" y="1529543"/>
            <a:chExt cx="2430561" cy="2287934"/>
          </a:xfrm>
          <a:solidFill>
            <a:srgbClr val="7030A0"/>
          </a:solidFill>
        </p:grpSpPr>
        <p:sp>
          <p:nvSpPr>
            <p:cNvPr id="220" name="椭圆 219">
              <a:extLst>
                <a:ext uri="{FF2B5EF4-FFF2-40B4-BE49-F238E27FC236}">
                  <a16:creationId xmlns:a16="http://schemas.microsoft.com/office/drawing/2014/main" id="{3C048E9D-CA6B-CABC-6BB8-07E46C0993C7}"/>
                </a:ext>
              </a:extLst>
            </p:cNvPr>
            <p:cNvSpPr/>
            <p:nvPr/>
          </p:nvSpPr>
          <p:spPr>
            <a:xfrm>
              <a:off x="6212751" y="1530912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…</a:t>
              </a:r>
              <a:endParaRPr kumimoji="1" lang="zh-CN" altLang="en-US" sz="1200" dirty="0"/>
            </a:p>
          </p:txBody>
        </p:sp>
        <p:sp>
          <p:nvSpPr>
            <p:cNvPr id="221" name="椭圆 220">
              <a:extLst>
                <a:ext uri="{FF2B5EF4-FFF2-40B4-BE49-F238E27FC236}">
                  <a16:creationId xmlns:a16="http://schemas.microsoft.com/office/drawing/2014/main" id="{034814DD-B565-AAF9-0D1B-A99BEBB58933}"/>
                </a:ext>
              </a:extLst>
            </p:cNvPr>
            <p:cNvSpPr/>
            <p:nvPr/>
          </p:nvSpPr>
          <p:spPr>
            <a:xfrm>
              <a:off x="6857687" y="1530912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…</a:t>
              </a:r>
              <a:endParaRPr kumimoji="1" lang="zh-CN" altLang="en-US" sz="1200" dirty="0"/>
            </a:p>
          </p:txBody>
        </p:sp>
        <p:sp>
          <p:nvSpPr>
            <p:cNvPr id="222" name="椭圆 221">
              <a:extLst>
                <a:ext uri="{FF2B5EF4-FFF2-40B4-BE49-F238E27FC236}">
                  <a16:creationId xmlns:a16="http://schemas.microsoft.com/office/drawing/2014/main" id="{D66D27B2-6C5B-DAF2-AD81-A25B118A77FF}"/>
                </a:ext>
              </a:extLst>
            </p:cNvPr>
            <p:cNvSpPr/>
            <p:nvPr/>
          </p:nvSpPr>
          <p:spPr>
            <a:xfrm>
              <a:off x="7496617" y="1529543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…</a:t>
              </a:r>
              <a:endParaRPr kumimoji="1" lang="zh-CN" altLang="en-US" sz="1200" dirty="0"/>
            </a:p>
          </p:txBody>
        </p:sp>
        <p:sp>
          <p:nvSpPr>
            <p:cNvPr id="223" name="椭圆 222">
              <a:extLst>
                <a:ext uri="{FF2B5EF4-FFF2-40B4-BE49-F238E27FC236}">
                  <a16:creationId xmlns:a16="http://schemas.microsoft.com/office/drawing/2014/main" id="{9F3B96D0-557C-2A94-1AAA-337ED387FCBE}"/>
                </a:ext>
              </a:extLst>
            </p:cNvPr>
            <p:cNvSpPr/>
            <p:nvPr/>
          </p:nvSpPr>
          <p:spPr>
            <a:xfrm>
              <a:off x="8139312" y="1529543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…</a:t>
              </a:r>
              <a:endParaRPr kumimoji="1" lang="zh-CN" altLang="en-US" sz="1200" dirty="0"/>
            </a:p>
          </p:txBody>
        </p:sp>
        <p:sp>
          <p:nvSpPr>
            <p:cNvPr id="224" name="椭圆 223">
              <a:extLst>
                <a:ext uri="{FF2B5EF4-FFF2-40B4-BE49-F238E27FC236}">
                  <a16:creationId xmlns:a16="http://schemas.microsoft.com/office/drawing/2014/main" id="{64FFB934-912E-2675-8D55-5AD0F7DA152C}"/>
                </a:ext>
              </a:extLst>
            </p:cNvPr>
            <p:cNvSpPr/>
            <p:nvPr/>
          </p:nvSpPr>
          <p:spPr>
            <a:xfrm>
              <a:off x="6212751" y="2121383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25" name="椭圆 224">
              <a:extLst>
                <a:ext uri="{FF2B5EF4-FFF2-40B4-BE49-F238E27FC236}">
                  <a16:creationId xmlns:a16="http://schemas.microsoft.com/office/drawing/2014/main" id="{9B661218-2F9D-BAEC-3775-6E6D5560CB7C}"/>
                </a:ext>
              </a:extLst>
            </p:cNvPr>
            <p:cNvSpPr/>
            <p:nvPr/>
          </p:nvSpPr>
          <p:spPr>
            <a:xfrm>
              <a:off x="6857687" y="2121383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26" name="椭圆 225">
              <a:extLst>
                <a:ext uri="{FF2B5EF4-FFF2-40B4-BE49-F238E27FC236}">
                  <a16:creationId xmlns:a16="http://schemas.microsoft.com/office/drawing/2014/main" id="{00B41E43-E24E-DEF6-1C1B-DDE800131523}"/>
                </a:ext>
              </a:extLst>
            </p:cNvPr>
            <p:cNvSpPr/>
            <p:nvPr/>
          </p:nvSpPr>
          <p:spPr>
            <a:xfrm>
              <a:off x="7496617" y="2120014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27" name="椭圆 226">
              <a:extLst>
                <a:ext uri="{FF2B5EF4-FFF2-40B4-BE49-F238E27FC236}">
                  <a16:creationId xmlns:a16="http://schemas.microsoft.com/office/drawing/2014/main" id="{4713BFC3-B2DB-F129-5E08-CA9D38BD8618}"/>
                </a:ext>
              </a:extLst>
            </p:cNvPr>
            <p:cNvSpPr/>
            <p:nvPr/>
          </p:nvSpPr>
          <p:spPr>
            <a:xfrm>
              <a:off x="8139312" y="2120014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28" name="椭圆 227">
              <a:extLst>
                <a:ext uri="{FF2B5EF4-FFF2-40B4-BE49-F238E27FC236}">
                  <a16:creationId xmlns:a16="http://schemas.microsoft.com/office/drawing/2014/main" id="{80E8CE14-1A0C-3E6E-75BA-3D8A9BB9E452}"/>
                </a:ext>
              </a:extLst>
            </p:cNvPr>
            <p:cNvSpPr/>
            <p:nvPr/>
          </p:nvSpPr>
          <p:spPr>
            <a:xfrm>
              <a:off x="6212751" y="2723006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29" name="椭圆 228">
              <a:extLst>
                <a:ext uri="{FF2B5EF4-FFF2-40B4-BE49-F238E27FC236}">
                  <a16:creationId xmlns:a16="http://schemas.microsoft.com/office/drawing/2014/main" id="{F7815071-CBC7-E6C4-8F0A-96DE578D0FCF}"/>
                </a:ext>
              </a:extLst>
            </p:cNvPr>
            <p:cNvSpPr/>
            <p:nvPr/>
          </p:nvSpPr>
          <p:spPr>
            <a:xfrm>
              <a:off x="6857687" y="2723006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30" name="椭圆 229">
              <a:extLst>
                <a:ext uri="{FF2B5EF4-FFF2-40B4-BE49-F238E27FC236}">
                  <a16:creationId xmlns:a16="http://schemas.microsoft.com/office/drawing/2014/main" id="{75552882-7760-EB86-6670-55052B8FA991}"/>
                </a:ext>
              </a:extLst>
            </p:cNvPr>
            <p:cNvSpPr/>
            <p:nvPr/>
          </p:nvSpPr>
          <p:spPr>
            <a:xfrm>
              <a:off x="7496617" y="2721637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31" name="椭圆 230">
              <a:extLst>
                <a:ext uri="{FF2B5EF4-FFF2-40B4-BE49-F238E27FC236}">
                  <a16:creationId xmlns:a16="http://schemas.microsoft.com/office/drawing/2014/main" id="{A4CC9955-71DB-1C44-BA87-D5BDE8DF7835}"/>
                </a:ext>
              </a:extLst>
            </p:cNvPr>
            <p:cNvSpPr/>
            <p:nvPr/>
          </p:nvSpPr>
          <p:spPr>
            <a:xfrm>
              <a:off x="8139312" y="2721637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EAF971C6-F045-FF74-9F86-8A0722CD457D}"/>
                </a:ext>
              </a:extLst>
            </p:cNvPr>
            <p:cNvSpPr/>
            <p:nvPr/>
          </p:nvSpPr>
          <p:spPr>
            <a:xfrm>
              <a:off x="6212751" y="3313477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…</a:t>
              </a:r>
              <a:endParaRPr kumimoji="1" lang="zh-CN" altLang="en-US" sz="1200" dirty="0"/>
            </a:p>
          </p:txBody>
        </p:sp>
        <p:sp>
          <p:nvSpPr>
            <p:cNvPr id="233" name="椭圆 232">
              <a:extLst>
                <a:ext uri="{FF2B5EF4-FFF2-40B4-BE49-F238E27FC236}">
                  <a16:creationId xmlns:a16="http://schemas.microsoft.com/office/drawing/2014/main" id="{9BA506AF-3FE4-065D-385B-305FA3595075}"/>
                </a:ext>
              </a:extLst>
            </p:cNvPr>
            <p:cNvSpPr/>
            <p:nvPr/>
          </p:nvSpPr>
          <p:spPr>
            <a:xfrm>
              <a:off x="6857687" y="3313477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34" name="椭圆 233">
              <a:extLst>
                <a:ext uri="{FF2B5EF4-FFF2-40B4-BE49-F238E27FC236}">
                  <a16:creationId xmlns:a16="http://schemas.microsoft.com/office/drawing/2014/main" id="{FD25D6A5-C85C-0E91-F7EE-2ABDF6505A9B}"/>
                </a:ext>
              </a:extLst>
            </p:cNvPr>
            <p:cNvSpPr/>
            <p:nvPr/>
          </p:nvSpPr>
          <p:spPr>
            <a:xfrm>
              <a:off x="7496617" y="3312108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35" name="椭圆 234">
              <a:extLst>
                <a:ext uri="{FF2B5EF4-FFF2-40B4-BE49-F238E27FC236}">
                  <a16:creationId xmlns:a16="http://schemas.microsoft.com/office/drawing/2014/main" id="{CF81FEB7-D71F-B071-3A88-988A64B7918F}"/>
                </a:ext>
              </a:extLst>
            </p:cNvPr>
            <p:cNvSpPr/>
            <p:nvPr/>
          </p:nvSpPr>
          <p:spPr>
            <a:xfrm>
              <a:off x="8139312" y="3312108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861334FE-2695-8ACE-F604-789D318D7B4E}"/>
              </a:ext>
            </a:extLst>
          </p:cNvPr>
          <p:cNvGrpSpPr/>
          <p:nvPr/>
        </p:nvGrpSpPr>
        <p:grpSpPr>
          <a:xfrm>
            <a:off x="7462481" y="2204259"/>
            <a:ext cx="2430561" cy="2287934"/>
            <a:chOff x="6212751" y="1529543"/>
            <a:chExt cx="2430561" cy="2287934"/>
          </a:xfrm>
          <a:solidFill>
            <a:schemeClr val="accent2"/>
          </a:solidFill>
        </p:grpSpPr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07CDDF3F-632E-9287-DEC3-FCC9C6EECE5C}"/>
                </a:ext>
              </a:extLst>
            </p:cNvPr>
            <p:cNvSpPr/>
            <p:nvPr/>
          </p:nvSpPr>
          <p:spPr>
            <a:xfrm>
              <a:off x="6212751" y="1530912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-1</a:t>
              </a:r>
              <a:endParaRPr kumimoji="1" lang="zh-CN" altLang="en-US" sz="1200" dirty="0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74BF1830-800C-650A-078F-A085AD2DD8BE}"/>
                </a:ext>
              </a:extLst>
            </p:cNvPr>
            <p:cNvSpPr/>
            <p:nvPr/>
          </p:nvSpPr>
          <p:spPr>
            <a:xfrm>
              <a:off x="6857687" y="1530912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-1</a:t>
              </a:r>
              <a:endParaRPr kumimoji="1" lang="zh-CN" altLang="en-US" sz="1200" dirty="0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8BD0F06D-D9CF-9548-CD93-327AE7034662}"/>
                </a:ext>
              </a:extLst>
            </p:cNvPr>
            <p:cNvSpPr/>
            <p:nvPr/>
          </p:nvSpPr>
          <p:spPr>
            <a:xfrm>
              <a:off x="7496617" y="1529543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-1</a:t>
              </a:r>
              <a:endParaRPr kumimoji="1" lang="zh-CN" altLang="en-US" sz="1200" dirty="0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E295C0AE-AC3F-7240-C982-C9A874BBC164}"/>
                </a:ext>
              </a:extLst>
            </p:cNvPr>
            <p:cNvSpPr/>
            <p:nvPr/>
          </p:nvSpPr>
          <p:spPr>
            <a:xfrm>
              <a:off x="8139312" y="1529543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-1</a:t>
              </a:r>
              <a:endParaRPr kumimoji="1" lang="zh-CN" altLang="en-US" sz="1200" dirty="0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A4C22839-6583-FE1D-FCCA-ABF73EA5C8DF}"/>
                </a:ext>
              </a:extLst>
            </p:cNvPr>
            <p:cNvSpPr/>
            <p:nvPr/>
          </p:nvSpPr>
          <p:spPr>
            <a:xfrm>
              <a:off x="6212751" y="2121383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-1</a:t>
              </a:r>
              <a:endParaRPr kumimoji="1" lang="zh-CN" altLang="en-US" sz="1200" dirty="0"/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ABC8546E-8EE7-15F8-324F-A9F00B5F3532}"/>
                </a:ext>
              </a:extLst>
            </p:cNvPr>
            <p:cNvSpPr/>
            <p:nvPr/>
          </p:nvSpPr>
          <p:spPr>
            <a:xfrm>
              <a:off x="6857687" y="2121383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-1</a:t>
              </a:r>
              <a:endParaRPr kumimoji="1" lang="zh-CN" altLang="en-US" sz="1200" dirty="0"/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AC391788-E6E2-5E23-C41B-94406E4D534C}"/>
                </a:ext>
              </a:extLst>
            </p:cNvPr>
            <p:cNvSpPr/>
            <p:nvPr/>
          </p:nvSpPr>
          <p:spPr>
            <a:xfrm>
              <a:off x="7496617" y="2120014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-2</a:t>
              </a:r>
              <a:endParaRPr kumimoji="1" lang="zh-CN" altLang="en-US" sz="1200" dirty="0"/>
            </a:p>
          </p:txBody>
        </p:sp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0E57D99A-1207-9706-7AFD-3B0C31E0CB87}"/>
                </a:ext>
              </a:extLst>
            </p:cNvPr>
            <p:cNvSpPr/>
            <p:nvPr/>
          </p:nvSpPr>
          <p:spPr>
            <a:xfrm>
              <a:off x="8139312" y="2120014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1</a:t>
              </a:r>
              <a:endParaRPr kumimoji="1" lang="zh-CN" altLang="en-US" sz="1200" dirty="0"/>
            </a:p>
          </p:txBody>
        </p: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9A4C98B2-382B-A2AE-BA9A-D3FA3477D8A2}"/>
                </a:ext>
              </a:extLst>
            </p:cNvPr>
            <p:cNvSpPr/>
            <p:nvPr/>
          </p:nvSpPr>
          <p:spPr>
            <a:xfrm>
              <a:off x="6212751" y="2723006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-1</a:t>
              </a:r>
              <a:endParaRPr kumimoji="1" lang="zh-CN" altLang="en-US" sz="1200" dirty="0"/>
            </a:p>
          </p:txBody>
        </p:sp>
        <p:sp>
          <p:nvSpPr>
            <p:cNvPr id="142" name="椭圆 141">
              <a:extLst>
                <a:ext uri="{FF2B5EF4-FFF2-40B4-BE49-F238E27FC236}">
                  <a16:creationId xmlns:a16="http://schemas.microsoft.com/office/drawing/2014/main" id="{A2D0DA07-758B-8AAE-CE99-23445C74595C}"/>
                </a:ext>
              </a:extLst>
            </p:cNvPr>
            <p:cNvSpPr/>
            <p:nvPr/>
          </p:nvSpPr>
          <p:spPr>
            <a:xfrm>
              <a:off x="6857687" y="2723006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-1</a:t>
              </a:r>
              <a:endParaRPr kumimoji="1" lang="zh-CN" altLang="en-US" sz="1200" dirty="0"/>
            </a:p>
          </p:txBody>
        </p:sp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D99DDCD8-6ABD-E9CD-7682-ED4F59821D9F}"/>
                </a:ext>
              </a:extLst>
            </p:cNvPr>
            <p:cNvSpPr/>
            <p:nvPr/>
          </p:nvSpPr>
          <p:spPr>
            <a:xfrm>
              <a:off x="7496617" y="2721637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-2</a:t>
              </a:r>
              <a:endParaRPr kumimoji="1" lang="zh-CN" altLang="en-US" sz="1200" dirty="0"/>
            </a:p>
          </p:txBody>
        </p:sp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7CD422C5-4065-44E2-2D9F-E1CC58B05D57}"/>
                </a:ext>
              </a:extLst>
            </p:cNvPr>
            <p:cNvSpPr/>
            <p:nvPr/>
          </p:nvSpPr>
          <p:spPr>
            <a:xfrm>
              <a:off x="8139312" y="2721637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1</a:t>
              </a:r>
              <a:endParaRPr kumimoji="1" lang="zh-CN" altLang="en-US" sz="1200" dirty="0"/>
            </a:p>
          </p:txBody>
        </p: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E4E58CE0-B9B4-2BF2-714C-4A778035BB74}"/>
                </a:ext>
              </a:extLst>
            </p:cNvPr>
            <p:cNvSpPr/>
            <p:nvPr/>
          </p:nvSpPr>
          <p:spPr>
            <a:xfrm>
              <a:off x="6212751" y="3313477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-1</a:t>
              </a:r>
              <a:endParaRPr kumimoji="1" lang="zh-CN" altLang="en-US" sz="1200" dirty="0"/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710A9AD1-EEDB-FC43-2A86-2F24D1F09C7F}"/>
                </a:ext>
              </a:extLst>
            </p:cNvPr>
            <p:cNvSpPr/>
            <p:nvPr/>
          </p:nvSpPr>
          <p:spPr>
            <a:xfrm>
              <a:off x="6857687" y="3313477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0</a:t>
              </a:r>
              <a:endParaRPr kumimoji="1" lang="zh-CN" altLang="en-US" sz="1200" dirty="0"/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576252D6-DC8A-76B5-2407-9FF194914F79}"/>
                </a:ext>
              </a:extLst>
            </p:cNvPr>
            <p:cNvSpPr/>
            <p:nvPr/>
          </p:nvSpPr>
          <p:spPr>
            <a:xfrm>
              <a:off x="7496617" y="3312108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-4</a:t>
              </a:r>
              <a:endParaRPr kumimoji="1" lang="zh-CN" altLang="en-US" sz="1200" dirty="0"/>
            </a:p>
          </p:txBody>
        </p:sp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AFD5FD9C-C555-4646-65A1-1A9123BA3F2C}"/>
                </a:ext>
              </a:extLst>
            </p:cNvPr>
            <p:cNvSpPr/>
            <p:nvPr/>
          </p:nvSpPr>
          <p:spPr>
            <a:xfrm>
              <a:off x="8139312" y="3312108"/>
              <a:ext cx="504000" cy="504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/>
                <a:t>3</a:t>
              </a:r>
              <a:endParaRPr kumimoji="1" lang="zh-CN" altLang="en-US" sz="1200" dirty="0"/>
            </a:p>
          </p:txBody>
        </p:sp>
      </p:grpSp>
      <p:graphicFrame>
        <p:nvGraphicFramePr>
          <p:cNvPr id="248" name="表格 247">
            <a:extLst>
              <a:ext uri="{FF2B5EF4-FFF2-40B4-BE49-F238E27FC236}">
                <a16:creationId xmlns:a16="http://schemas.microsoft.com/office/drawing/2014/main" id="{CE15ADEC-D8C0-C1D8-B895-9FA77A9BEAEF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97574223"/>
              </p:ext>
            </p:extLst>
          </p:nvPr>
        </p:nvGraphicFramePr>
        <p:xfrm>
          <a:off x="4984756" y="2263762"/>
          <a:ext cx="1101600" cy="11016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</a:tbl>
          </a:graphicData>
        </a:graphic>
      </p:graphicFrame>
      <p:sp>
        <p:nvSpPr>
          <p:cNvPr id="249" name="文本框 248">
            <a:extLst>
              <a:ext uri="{FF2B5EF4-FFF2-40B4-BE49-F238E27FC236}">
                <a16:creationId xmlns:a16="http://schemas.microsoft.com/office/drawing/2014/main" id="{F44B3BEA-5FF1-34D1-9CB6-E02B2550A9F8}"/>
              </a:ext>
            </a:extLst>
          </p:cNvPr>
          <p:cNvSpPr txBox="1"/>
          <p:nvPr/>
        </p:nvSpPr>
        <p:spPr>
          <a:xfrm>
            <a:off x="5061809" y="3353470"/>
            <a:ext cx="94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/>
              <a:t>filter2</a:t>
            </a:r>
            <a:endParaRPr kumimoji="1" lang="zh-CN" altLang="en-US" sz="1200" b="1" dirty="0"/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355BDEEC-AAA2-CF3A-4752-49599572AE24}"/>
              </a:ext>
            </a:extLst>
          </p:cNvPr>
          <p:cNvSpPr txBox="1"/>
          <p:nvPr/>
        </p:nvSpPr>
        <p:spPr>
          <a:xfrm>
            <a:off x="5244693" y="3749340"/>
            <a:ext cx="69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……</a:t>
            </a:r>
            <a:endParaRPr kumimoji="1" lang="zh-CN" altLang="en-US" b="1" dirty="0"/>
          </a:p>
        </p:txBody>
      </p:sp>
      <p:sp>
        <p:nvSpPr>
          <p:cNvPr id="251" name="右大括号 250">
            <a:extLst>
              <a:ext uri="{FF2B5EF4-FFF2-40B4-BE49-F238E27FC236}">
                <a16:creationId xmlns:a16="http://schemas.microsoft.com/office/drawing/2014/main" id="{174FB031-846C-9A93-3AED-228D5B9416C0}"/>
              </a:ext>
            </a:extLst>
          </p:cNvPr>
          <p:cNvSpPr/>
          <p:nvPr/>
        </p:nvSpPr>
        <p:spPr>
          <a:xfrm rot="-2700000">
            <a:off x="9478182" y="1383949"/>
            <a:ext cx="386930" cy="834435"/>
          </a:xfrm>
          <a:prstGeom prst="righ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10224C7F-7632-5932-C591-BA5E2BA81F97}"/>
              </a:ext>
            </a:extLst>
          </p:cNvPr>
          <p:cNvSpPr txBox="1"/>
          <p:nvPr/>
        </p:nvSpPr>
        <p:spPr>
          <a:xfrm rot="2700000">
            <a:off x="9261312" y="1447275"/>
            <a:ext cx="1147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/>
              <a:t>64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channels</a:t>
            </a:r>
            <a:endParaRPr kumimoji="1" lang="zh-CN" altLang="en-US" sz="1200" b="1" dirty="0"/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19169D6F-F1FE-2A7B-4D4C-61D3FC8E7E4A}"/>
              </a:ext>
            </a:extLst>
          </p:cNvPr>
          <p:cNvSpPr txBox="1"/>
          <p:nvPr/>
        </p:nvSpPr>
        <p:spPr>
          <a:xfrm>
            <a:off x="7862604" y="4666999"/>
            <a:ext cx="14976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/>
              <a:t>feature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map</a:t>
            </a:r>
            <a:endParaRPr kumimoji="1" lang="zh-CN" altLang="en-US" sz="1200" b="1" dirty="0"/>
          </a:p>
        </p:txBody>
      </p:sp>
      <p:sp>
        <p:nvSpPr>
          <p:cNvPr id="255" name="左大括号 254">
            <a:extLst>
              <a:ext uri="{FF2B5EF4-FFF2-40B4-BE49-F238E27FC236}">
                <a16:creationId xmlns:a16="http://schemas.microsoft.com/office/drawing/2014/main" id="{671AAEA3-9E92-4B38-87E8-28573C278448}"/>
              </a:ext>
            </a:extLst>
          </p:cNvPr>
          <p:cNvSpPr/>
          <p:nvPr/>
        </p:nvSpPr>
        <p:spPr>
          <a:xfrm>
            <a:off x="6535270" y="1799153"/>
            <a:ext cx="297423" cy="1858210"/>
          </a:xfrm>
          <a:prstGeom prst="leftBrac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6" name="左大括号 255">
            <a:extLst>
              <a:ext uri="{FF2B5EF4-FFF2-40B4-BE49-F238E27FC236}">
                <a16:creationId xmlns:a16="http://schemas.microsoft.com/office/drawing/2014/main" id="{B8FF91D0-7606-C987-9708-884436F3AEB9}"/>
              </a:ext>
            </a:extLst>
          </p:cNvPr>
          <p:cNvSpPr/>
          <p:nvPr/>
        </p:nvSpPr>
        <p:spPr>
          <a:xfrm>
            <a:off x="6713265" y="2035913"/>
            <a:ext cx="297423" cy="1858210"/>
          </a:xfrm>
          <a:prstGeom prst="leftBrac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8" name="左大括号 257">
            <a:extLst>
              <a:ext uri="{FF2B5EF4-FFF2-40B4-BE49-F238E27FC236}">
                <a16:creationId xmlns:a16="http://schemas.microsoft.com/office/drawing/2014/main" id="{D108D8C6-44B4-F76A-099E-B4AE5281CC87}"/>
              </a:ext>
            </a:extLst>
          </p:cNvPr>
          <p:cNvSpPr/>
          <p:nvPr/>
        </p:nvSpPr>
        <p:spPr>
          <a:xfrm>
            <a:off x="7201840" y="2457253"/>
            <a:ext cx="297423" cy="1858210"/>
          </a:xfrm>
          <a:prstGeom prst="leftBrace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59" name="直线箭头连接符 258">
            <a:extLst>
              <a:ext uri="{FF2B5EF4-FFF2-40B4-BE49-F238E27FC236}">
                <a16:creationId xmlns:a16="http://schemas.microsoft.com/office/drawing/2014/main" id="{5BBCFF90-6AF8-35CB-3D55-613A85E378E5}"/>
              </a:ext>
            </a:extLst>
          </p:cNvPr>
          <p:cNvCxnSpPr>
            <a:cxnSpLocks/>
            <a:stCxn id="22" idx="3"/>
            <a:endCxn id="255" idx="1"/>
          </p:cNvCxnSpPr>
          <p:nvPr/>
        </p:nvCxnSpPr>
        <p:spPr>
          <a:xfrm>
            <a:off x="6090829" y="1343995"/>
            <a:ext cx="444441" cy="138426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线箭头连接符 261">
            <a:extLst>
              <a:ext uri="{FF2B5EF4-FFF2-40B4-BE49-F238E27FC236}">
                <a16:creationId xmlns:a16="http://schemas.microsoft.com/office/drawing/2014/main" id="{51D2B328-46EC-2242-1DE2-7BDCD528C691}"/>
              </a:ext>
            </a:extLst>
          </p:cNvPr>
          <p:cNvCxnSpPr>
            <a:cxnSpLocks/>
            <a:stCxn id="248" idx="3"/>
            <a:endCxn id="256" idx="1"/>
          </p:cNvCxnSpPr>
          <p:nvPr/>
        </p:nvCxnSpPr>
        <p:spPr>
          <a:xfrm>
            <a:off x="6086356" y="2814562"/>
            <a:ext cx="626909" cy="150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线箭头连接符 264">
            <a:extLst>
              <a:ext uri="{FF2B5EF4-FFF2-40B4-BE49-F238E27FC236}">
                <a16:creationId xmlns:a16="http://schemas.microsoft.com/office/drawing/2014/main" id="{EC99FB4A-5934-9663-0856-28BDA007A525}"/>
              </a:ext>
            </a:extLst>
          </p:cNvPr>
          <p:cNvCxnSpPr>
            <a:cxnSpLocks/>
            <a:stCxn id="84" idx="3"/>
            <a:endCxn id="228" idx="2"/>
          </p:cNvCxnSpPr>
          <p:nvPr/>
        </p:nvCxnSpPr>
        <p:spPr>
          <a:xfrm flipV="1">
            <a:off x="6086356" y="3361722"/>
            <a:ext cx="1088125" cy="144377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线箭头连接符 267">
            <a:extLst>
              <a:ext uri="{FF2B5EF4-FFF2-40B4-BE49-F238E27FC236}">
                <a16:creationId xmlns:a16="http://schemas.microsoft.com/office/drawing/2014/main" id="{6BF87829-AABC-90C1-972D-D72AF8D50D8D}"/>
              </a:ext>
            </a:extLst>
          </p:cNvPr>
          <p:cNvCxnSpPr>
            <a:cxnSpLocks/>
            <a:stCxn id="9" idx="3"/>
            <a:endCxn id="22" idx="1"/>
          </p:cNvCxnSpPr>
          <p:nvPr/>
        </p:nvCxnSpPr>
        <p:spPr>
          <a:xfrm flipV="1">
            <a:off x="4147159" y="1343995"/>
            <a:ext cx="842070" cy="171404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线箭头连接符 270">
            <a:extLst>
              <a:ext uri="{FF2B5EF4-FFF2-40B4-BE49-F238E27FC236}">
                <a16:creationId xmlns:a16="http://schemas.microsoft.com/office/drawing/2014/main" id="{1F0D4D1B-2F68-A5C0-7734-21581D2008B0}"/>
              </a:ext>
            </a:extLst>
          </p:cNvPr>
          <p:cNvCxnSpPr>
            <a:cxnSpLocks/>
            <a:stCxn id="9" idx="3"/>
            <a:endCxn id="248" idx="1"/>
          </p:cNvCxnSpPr>
          <p:nvPr/>
        </p:nvCxnSpPr>
        <p:spPr>
          <a:xfrm flipV="1">
            <a:off x="4147159" y="2814562"/>
            <a:ext cx="837597" cy="24347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线箭头连接符 273">
            <a:extLst>
              <a:ext uri="{FF2B5EF4-FFF2-40B4-BE49-F238E27FC236}">
                <a16:creationId xmlns:a16="http://schemas.microsoft.com/office/drawing/2014/main" id="{3A57B19E-0BB5-DCB8-79EC-7EB545BCF89B}"/>
              </a:ext>
            </a:extLst>
          </p:cNvPr>
          <p:cNvCxnSpPr>
            <a:cxnSpLocks/>
            <a:stCxn id="9" idx="3"/>
            <a:endCxn id="84" idx="1"/>
          </p:cNvCxnSpPr>
          <p:nvPr/>
        </p:nvCxnSpPr>
        <p:spPr>
          <a:xfrm>
            <a:off x="4147159" y="3058039"/>
            <a:ext cx="837597" cy="174746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90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206D8-FEB5-13A2-97D9-6CD3EC3E4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extLst>
              <a:ext uri="{FF2B5EF4-FFF2-40B4-BE49-F238E27FC236}">
                <a16:creationId xmlns:a16="http://schemas.microsoft.com/office/drawing/2014/main" id="{84B034AA-E22E-F074-06FD-CE9439005D86}"/>
              </a:ext>
            </a:extLst>
          </p:cNvPr>
          <p:cNvSpPr/>
          <p:nvPr/>
        </p:nvSpPr>
        <p:spPr>
          <a:xfrm rot="5400000">
            <a:off x="3930351" y="1427935"/>
            <a:ext cx="1923304" cy="52764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bg1"/>
                </a:solidFill>
              </a:rPr>
              <a:t>Convolution</a:t>
            </a:r>
            <a:endParaRPr kumimoji="1" lang="zh-CN" altLang="en-US" sz="1400" b="1" dirty="0">
              <a:solidFill>
                <a:schemeClr val="bg1"/>
              </a:solidFill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85F463A-9D9B-C4C2-366C-54E12C149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843" y="730103"/>
            <a:ext cx="1933066" cy="1923303"/>
          </a:xfrm>
          <a:prstGeom prst="rect">
            <a:avLst/>
          </a:prstGeom>
        </p:spPr>
      </p:pic>
      <p:sp>
        <p:nvSpPr>
          <p:cNvPr id="34" name="圆角矩形 33">
            <a:extLst>
              <a:ext uri="{FF2B5EF4-FFF2-40B4-BE49-F238E27FC236}">
                <a16:creationId xmlns:a16="http://schemas.microsoft.com/office/drawing/2014/main" id="{2996F25D-5CFE-5129-15E3-FC52A366BE02}"/>
              </a:ext>
            </a:extLst>
          </p:cNvPr>
          <p:cNvSpPr/>
          <p:nvPr/>
        </p:nvSpPr>
        <p:spPr>
          <a:xfrm rot="5400000">
            <a:off x="4681265" y="1427935"/>
            <a:ext cx="1923304" cy="52764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bg1"/>
                </a:solidFill>
              </a:rPr>
              <a:t>Convolution</a:t>
            </a:r>
            <a:endParaRPr kumimoji="1"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09FBA48E-34D2-D0E8-EB16-8C2DBD5E963B}"/>
              </a:ext>
            </a:extLst>
          </p:cNvPr>
          <p:cNvSpPr/>
          <p:nvPr/>
        </p:nvSpPr>
        <p:spPr>
          <a:xfrm rot="5400000">
            <a:off x="5432178" y="1427935"/>
            <a:ext cx="1923304" cy="527641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bg1"/>
                </a:solidFill>
              </a:rPr>
              <a:t>Pooling</a:t>
            </a:r>
            <a:endParaRPr kumimoji="1"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9525D63D-D0A5-9BF2-359A-5A599A6CB342}"/>
              </a:ext>
            </a:extLst>
          </p:cNvPr>
          <p:cNvSpPr/>
          <p:nvPr/>
        </p:nvSpPr>
        <p:spPr>
          <a:xfrm rot="5400000">
            <a:off x="3306018" y="4419237"/>
            <a:ext cx="1923304" cy="527641"/>
          </a:xfrm>
          <a:prstGeom prst="roundRect">
            <a:avLst/>
          </a:prstGeom>
          <a:solidFill>
            <a:srgbClr val="77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bg1"/>
                </a:solidFill>
              </a:rPr>
              <a:t>Flatten</a:t>
            </a:r>
            <a:endParaRPr kumimoji="1" lang="zh-CN" altLang="en-US" sz="1400" b="1" dirty="0">
              <a:solidFill>
                <a:schemeClr val="bg1"/>
              </a:solidFill>
            </a:endParaRPr>
          </a:p>
        </p:txBody>
      </p:sp>
      <p:pic>
        <p:nvPicPr>
          <p:cNvPr id="125" name="图片 124">
            <a:extLst>
              <a:ext uri="{FF2B5EF4-FFF2-40B4-BE49-F238E27FC236}">
                <a16:creationId xmlns:a16="http://schemas.microsoft.com/office/drawing/2014/main" id="{7ED7E98F-53B5-9375-E640-7E790DE5D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430" y="3615056"/>
            <a:ext cx="2618528" cy="2449979"/>
          </a:xfrm>
          <a:prstGeom prst="rect">
            <a:avLst/>
          </a:prstGeom>
        </p:spPr>
      </p:pic>
      <p:cxnSp>
        <p:nvCxnSpPr>
          <p:cNvPr id="129" name="直线箭头连接符 128">
            <a:extLst>
              <a:ext uri="{FF2B5EF4-FFF2-40B4-BE49-F238E27FC236}">
                <a16:creationId xmlns:a16="http://schemas.microsoft.com/office/drawing/2014/main" id="{A27F008B-FC6C-34BA-A823-0E0D863FFF47}"/>
              </a:ext>
            </a:extLst>
          </p:cNvPr>
          <p:cNvCxnSpPr>
            <a:stCxn id="33" idx="3"/>
            <a:endCxn id="3" idx="2"/>
          </p:cNvCxnSpPr>
          <p:nvPr/>
        </p:nvCxnSpPr>
        <p:spPr>
          <a:xfrm>
            <a:off x="4404909" y="1691755"/>
            <a:ext cx="223274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2871D48E-25F1-7A10-70D7-F73602392FB6}"/>
              </a:ext>
            </a:extLst>
          </p:cNvPr>
          <p:cNvCxnSpPr>
            <a:cxnSpLocks/>
            <a:stCxn id="3" idx="0"/>
            <a:endCxn id="34" idx="2"/>
          </p:cNvCxnSpPr>
          <p:nvPr/>
        </p:nvCxnSpPr>
        <p:spPr>
          <a:xfrm>
            <a:off x="5155824" y="1691756"/>
            <a:ext cx="22327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线箭头连接符 132">
            <a:extLst>
              <a:ext uri="{FF2B5EF4-FFF2-40B4-BE49-F238E27FC236}">
                <a16:creationId xmlns:a16="http://schemas.microsoft.com/office/drawing/2014/main" id="{6C3FF0DA-2782-9FC2-6088-B1BD70E085A0}"/>
              </a:ext>
            </a:extLst>
          </p:cNvPr>
          <p:cNvCxnSpPr>
            <a:cxnSpLocks/>
            <a:stCxn id="34" idx="0"/>
            <a:endCxn id="35" idx="2"/>
          </p:cNvCxnSpPr>
          <p:nvPr/>
        </p:nvCxnSpPr>
        <p:spPr>
          <a:xfrm>
            <a:off x="5906738" y="1691756"/>
            <a:ext cx="22327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2AC63D4A-C4C8-5377-7EA2-C105633DF3D4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6657651" y="1691753"/>
            <a:ext cx="348267" cy="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本框 142">
            <a:extLst>
              <a:ext uri="{FF2B5EF4-FFF2-40B4-BE49-F238E27FC236}">
                <a16:creationId xmlns:a16="http://schemas.microsoft.com/office/drawing/2014/main" id="{CA6A38F6-85B4-8786-E54F-0C18DF53E924}"/>
              </a:ext>
            </a:extLst>
          </p:cNvPr>
          <p:cNvSpPr txBox="1"/>
          <p:nvPr/>
        </p:nvSpPr>
        <p:spPr>
          <a:xfrm>
            <a:off x="9128076" y="1430142"/>
            <a:ext cx="887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/>
              <a:t>……</a:t>
            </a:r>
            <a:endParaRPr kumimoji="1" lang="zh-CN" altLang="en-US" sz="2800" b="1" dirty="0"/>
          </a:p>
        </p:txBody>
      </p:sp>
      <p:cxnSp>
        <p:nvCxnSpPr>
          <p:cNvPr id="148" name="肘形连接符 147">
            <a:extLst>
              <a:ext uri="{FF2B5EF4-FFF2-40B4-BE49-F238E27FC236}">
                <a16:creationId xmlns:a16="http://schemas.microsoft.com/office/drawing/2014/main" id="{528AE03E-0C8B-F520-4886-1C82293359E2}"/>
              </a:ext>
            </a:extLst>
          </p:cNvPr>
          <p:cNvCxnSpPr>
            <a:stCxn id="143" idx="3"/>
            <a:endCxn id="39" idx="2"/>
          </p:cNvCxnSpPr>
          <p:nvPr/>
        </p:nvCxnSpPr>
        <p:spPr>
          <a:xfrm flipH="1">
            <a:off x="4003850" y="1691752"/>
            <a:ext cx="6011732" cy="2991306"/>
          </a:xfrm>
          <a:prstGeom prst="bentConnector5">
            <a:avLst>
              <a:gd name="adj1" fmla="val -3803"/>
              <a:gd name="adj2" fmla="val 49963"/>
              <a:gd name="adj3" fmla="val 124829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线箭头连接符 149">
            <a:extLst>
              <a:ext uri="{FF2B5EF4-FFF2-40B4-BE49-F238E27FC236}">
                <a16:creationId xmlns:a16="http://schemas.microsoft.com/office/drawing/2014/main" id="{57CCA5D0-65CF-0413-935E-1E3533438337}"/>
              </a:ext>
            </a:extLst>
          </p:cNvPr>
          <p:cNvCxnSpPr>
            <a:cxnSpLocks/>
            <a:stCxn id="39" idx="0"/>
          </p:cNvCxnSpPr>
          <p:nvPr/>
        </p:nvCxnSpPr>
        <p:spPr>
          <a:xfrm>
            <a:off x="4531491" y="4683058"/>
            <a:ext cx="98374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左大括号 152">
            <a:extLst>
              <a:ext uri="{FF2B5EF4-FFF2-40B4-BE49-F238E27FC236}">
                <a16:creationId xmlns:a16="http://schemas.microsoft.com/office/drawing/2014/main" id="{C9DA6A74-ECF7-2E8E-DD09-780A6D96B8B6}"/>
              </a:ext>
            </a:extLst>
          </p:cNvPr>
          <p:cNvSpPr/>
          <p:nvPr/>
        </p:nvSpPr>
        <p:spPr>
          <a:xfrm>
            <a:off x="5515236" y="3917468"/>
            <a:ext cx="111637" cy="1532965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C9838145-DEBD-1233-63AD-E178D3404299}"/>
              </a:ext>
            </a:extLst>
          </p:cNvPr>
          <p:cNvSpPr txBox="1"/>
          <p:nvPr/>
        </p:nvSpPr>
        <p:spPr>
          <a:xfrm>
            <a:off x="6050472" y="6074520"/>
            <a:ext cx="19062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b="1" dirty="0"/>
              <a:t>fully-connected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network</a:t>
            </a:r>
            <a:endParaRPr kumimoji="1" lang="zh-CN" altLang="en-US" sz="1200" b="1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3D579C2-1874-E753-ADAF-22375BB1C422}"/>
              </a:ext>
            </a:extLst>
          </p:cNvPr>
          <p:cNvSpPr/>
          <p:nvPr/>
        </p:nvSpPr>
        <p:spPr>
          <a:xfrm rot="5400000">
            <a:off x="6180298" y="1427932"/>
            <a:ext cx="1923304" cy="52764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bg1"/>
                </a:solidFill>
              </a:rPr>
              <a:t>Convolution</a:t>
            </a:r>
            <a:endParaRPr kumimoji="1"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17C599A-23CD-D69F-2CC5-092936E8ABE6}"/>
              </a:ext>
            </a:extLst>
          </p:cNvPr>
          <p:cNvSpPr/>
          <p:nvPr/>
        </p:nvSpPr>
        <p:spPr>
          <a:xfrm rot="5400000">
            <a:off x="6931212" y="1427932"/>
            <a:ext cx="1923304" cy="52764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bg1"/>
                </a:solidFill>
              </a:rPr>
              <a:t>Convolution</a:t>
            </a:r>
            <a:endParaRPr kumimoji="1"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D821035-6CFB-0C38-5E77-34A067D182C2}"/>
              </a:ext>
            </a:extLst>
          </p:cNvPr>
          <p:cNvSpPr/>
          <p:nvPr/>
        </p:nvSpPr>
        <p:spPr>
          <a:xfrm rot="5400000">
            <a:off x="7682125" y="1427932"/>
            <a:ext cx="1923304" cy="527641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bg1"/>
                </a:solidFill>
              </a:rPr>
              <a:t>Pooling</a:t>
            </a:r>
            <a:endParaRPr kumimoji="1" lang="zh-CN" altLang="en-US" sz="1400" b="1" dirty="0">
              <a:solidFill>
                <a:schemeClr val="bg1"/>
              </a:solidFill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49A2C200-C13A-A319-BEE3-D0878DE71E2F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>
            <a:off x="7405771" y="1691753"/>
            <a:ext cx="22327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9D39D5AE-E7F4-A732-328F-17D02A80B674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>
            <a:off x="8156685" y="1691753"/>
            <a:ext cx="22327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192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文本框 162">
            <a:extLst>
              <a:ext uri="{FF2B5EF4-FFF2-40B4-BE49-F238E27FC236}">
                <a16:creationId xmlns:a16="http://schemas.microsoft.com/office/drawing/2014/main" id="{63A1EBFD-EAF7-E39E-CDA6-EDCE879B1A62}"/>
              </a:ext>
            </a:extLst>
          </p:cNvPr>
          <p:cNvSpPr txBox="1"/>
          <p:nvPr/>
        </p:nvSpPr>
        <p:spPr>
          <a:xfrm>
            <a:off x="249664" y="6300872"/>
            <a:ext cx="2305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/>
              <a:t>98 x 98 </a:t>
            </a:r>
            <a:r>
              <a:rPr kumimoji="1" lang="zh-CN" altLang="en-US" sz="1200" b="1" dirty="0"/>
              <a:t>个</a:t>
            </a:r>
            <a:endParaRPr kumimoji="1" lang="en-US" altLang="zh-CN" sz="1200" b="1" dirty="0"/>
          </a:p>
          <a:p>
            <a:pPr algn="ctr"/>
            <a:r>
              <a:rPr kumimoji="1" lang="zh-CN" altLang="en-US" sz="1200" b="1" dirty="0"/>
              <a:t> </a:t>
            </a:r>
            <a:r>
              <a:rPr kumimoji="1" lang="en" altLang="zh-CN" sz="1200" b="1" dirty="0"/>
              <a:t>receptive field</a:t>
            </a:r>
            <a:endParaRPr kumimoji="1" lang="zh-CN" altLang="en-US" sz="1200" b="1" dirty="0"/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215C3851-DB3D-ADF0-9CCF-F0CBDB51C56C}"/>
              </a:ext>
            </a:extLst>
          </p:cNvPr>
          <p:cNvSpPr txBox="1"/>
          <p:nvPr/>
        </p:nvSpPr>
        <p:spPr>
          <a:xfrm>
            <a:off x="2306420" y="6300872"/>
            <a:ext cx="2798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/>
              <a:t>98 x 98 x 64 </a:t>
            </a:r>
            <a:r>
              <a:rPr kumimoji="1" lang="zh-CN" altLang="en-US" sz="1200" b="1" dirty="0"/>
              <a:t>个 </a:t>
            </a:r>
            <a:r>
              <a:rPr kumimoji="1" lang="en" altLang="zh-CN" sz="1200" b="1" dirty="0"/>
              <a:t>neuron</a:t>
            </a:r>
          </a:p>
          <a:p>
            <a:pPr algn="ctr"/>
            <a:r>
              <a:rPr kumimoji="1" lang="zh-CN" altLang="en" sz="1200" b="1" dirty="0"/>
              <a:t>输出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98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x 98 x 64 feature map</a:t>
            </a:r>
            <a:endParaRPr kumimoji="1" lang="zh-CN" altLang="en-US" sz="1200" b="1" dirty="0"/>
          </a:p>
        </p:txBody>
      </p:sp>
      <p:grpSp>
        <p:nvGrpSpPr>
          <p:cNvPr id="281" name="组合 280">
            <a:extLst>
              <a:ext uri="{FF2B5EF4-FFF2-40B4-BE49-F238E27FC236}">
                <a16:creationId xmlns:a16="http://schemas.microsoft.com/office/drawing/2014/main" id="{3C8F1685-179A-BACD-EF56-3A4340A90D5A}"/>
              </a:ext>
            </a:extLst>
          </p:cNvPr>
          <p:cNvGrpSpPr/>
          <p:nvPr/>
        </p:nvGrpSpPr>
        <p:grpSpPr>
          <a:xfrm>
            <a:off x="480516" y="90944"/>
            <a:ext cx="3273059" cy="1872206"/>
            <a:chOff x="1151847" y="33069"/>
            <a:chExt cx="3273059" cy="1872206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42124D5-2E95-D173-B206-EDA6ED9F8164}"/>
                </a:ext>
              </a:extLst>
            </p:cNvPr>
            <p:cNvGrpSpPr/>
            <p:nvPr/>
          </p:nvGrpSpPr>
          <p:grpSpPr>
            <a:xfrm>
              <a:off x="4064135" y="33069"/>
              <a:ext cx="360000" cy="360000"/>
              <a:chOff x="5308391" y="474484"/>
              <a:chExt cx="540000" cy="540000"/>
            </a:xfrm>
          </p:grpSpPr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84680E13-5A5E-8789-36DD-D3B340CB48F0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957A54D5-7770-D3AC-45CA-B537B35ADE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6FE9438E-8CBD-A230-6942-5AF66E5E4474}"/>
                </a:ext>
              </a:extLst>
            </p:cNvPr>
            <p:cNvGrpSpPr/>
            <p:nvPr/>
          </p:nvGrpSpPr>
          <p:grpSpPr>
            <a:xfrm>
              <a:off x="1151847" y="63728"/>
              <a:ext cx="2065893" cy="1841547"/>
              <a:chOff x="3698277" y="1033984"/>
              <a:chExt cx="2065893" cy="1841547"/>
            </a:xfrm>
          </p:grpSpPr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B29FDD3-2C28-6B31-5DE8-29DBD8CF3D92}"/>
                  </a:ext>
                </a:extLst>
              </p:cNvPr>
              <p:cNvSpPr txBox="1"/>
              <p:nvPr/>
            </p:nvSpPr>
            <p:spPr>
              <a:xfrm>
                <a:off x="5108164" y="2550710"/>
                <a:ext cx="369332" cy="22925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…</a:t>
                </a:r>
                <a:endParaRPr kumimoji="1" lang="zh-CN" altLang="en-US" sz="1200" dirty="0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25CF422-D708-03FA-6B78-02ACB9EBD31E}"/>
                  </a:ext>
                </a:extLst>
              </p:cNvPr>
              <p:cNvSpPr txBox="1"/>
              <p:nvPr/>
            </p:nvSpPr>
            <p:spPr>
              <a:xfrm>
                <a:off x="5108164" y="1961364"/>
                <a:ext cx="369332" cy="22925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…</a:t>
                </a:r>
                <a:endParaRPr kumimoji="1" lang="zh-CN" alt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8A24490-7AFA-2137-F8BE-32571C437B23}"/>
                  </a:ext>
                </a:extLst>
              </p:cNvPr>
              <p:cNvSpPr txBox="1"/>
              <p:nvPr/>
            </p:nvSpPr>
            <p:spPr>
              <a:xfrm>
                <a:off x="5108164" y="1372131"/>
                <a:ext cx="369332" cy="252177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…</a:t>
                </a:r>
                <a:endParaRPr kumimoji="1" lang="zh-CN" altLang="en-US" sz="1200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68" name="圆角矩形 67">
                <a:extLst>
                  <a:ext uri="{FF2B5EF4-FFF2-40B4-BE49-F238E27FC236}">
                    <a16:creationId xmlns:a16="http://schemas.microsoft.com/office/drawing/2014/main" id="{BEF626E1-CB7A-62CD-7E70-58DF93A63E49}"/>
                  </a:ext>
                </a:extLst>
              </p:cNvPr>
              <p:cNvSpPr/>
              <p:nvPr/>
            </p:nvSpPr>
            <p:spPr>
              <a:xfrm>
                <a:off x="3698277" y="1033984"/>
                <a:ext cx="2065893" cy="184154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0FC8305-2B72-C9A2-9765-9B24C484174B}"/>
                  </a:ext>
                </a:extLst>
              </p:cNvPr>
              <p:cNvSpPr/>
              <p:nvPr/>
            </p:nvSpPr>
            <p:spPr>
              <a:xfrm>
                <a:off x="5203137" y="1108016"/>
                <a:ext cx="199385" cy="133184"/>
              </a:xfrm>
              <a:prstGeom prst="rect">
                <a:avLst/>
              </a:prstGeom>
              <a:solidFill>
                <a:srgbClr val="FFA99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8B1B951-712F-A2F7-69BB-7ADA30ACD788}"/>
                  </a:ext>
                </a:extLst>
              </p:cNvPr>
              <p:cNvSpPr/>
              <p:nvPr/>
            </p:nvSpPr>
            <p:spPr>
              <a:xfrm>
                <a:off x="5203137" y="1274496"/>
                <a:ext cx="199385" cy="133184"/>
              </a:xfrm>
              <a:prstGeom prst="rect">
                <a:avLst/>
              </a:prstGeom>
              <a:solidFill>
                <a:srgbClr val="FFA99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C55787C8-41A9-D75B-D796-CFC6EA14E4A3}"/>
                  </a:ext>
                </a:extLst>
              </p:cNvPr>
              <p:cNvSpPr/>
              <p:nvPr/>
            </p:nvSpPr>
            <p:spPr>
              <a:xfrm>
                <a:off x="5203137" y="1507732"/>
                <a:ext cx="199385" cy="133184"/>
              </a:xfrm>
              <a:prstGeom prst="rect">
                <a:avLst/>
              </a:prstGeom>
              <a:solidFill>
                <a:srgbClr val="FFA99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B475E2AB-C845-4C95-C090-F87B74EB190E}"/>
                  </a:ext>
                </a:extLst>
              </p:cNvPr>
              <p:cNvSpPr/>
              <p:nvPr/>
            </p:nvSpPr>
            <p:spPr>
              <a:xfrm>
                <a:off x="5203137" y="1697363"/>
                <a:ext cx="199385" cy="13318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DF4F291-516A-9307-3083-566CDC537DC5}"/>
                  </a:ext>
                </a:extLst>
              </p:cNvPr>
              <p:cNvSpPr/>
              <p:nvPr/>
            </p:nvSpPr>
            <p:spPr>
              <a:xfrm>
                <a:off x="5203137" y="1863842"/>
                <a:ext cx="199385" cy="13318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D2AFA43-DA09-9D67-A20E-1ECB20D94918}"/>
                  </a:ext>
                </a:extLst>
              </p:cNvPr>
              <p:cNvSpPr/>
              <p:nvPr/>
            </p:nvSpPr>
            <p:spPr>
              <a:xfrm>
                <a:off x="5203137" y="2108653"/>
                <a:ext cx="199385" cy="13318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45878D8-6273-5689-3844-794FF133D367}"/>
                  </a:ext>
                </a:extLst>
              </p:cNvPr>
              <p:cNvSpPr/>
              <p:nvPr/>
            </p:nvSpPr>
            <p:spPr>
              <a:xfrm>
                <a:off x="5203137" y="2286709"/>
                <a:ext cx="199385" cy="13318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A5A4B216-350B-49EF-2F2F-D7AB8F3312B1}"/>
                  </a:ext>
                </a:extLst>
              </p:cNvPr>
              <p:cNvSpPr/>
              <p:nvPr/>
            </p:nvSpPr>
            <p:spPr>
              <a:xfrm>
                <a:off x="5203137" y="2453188"/>
                <a:ext cx="199385" cy="13318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921E9205-03B4-E5FC-2AEC-1896D6E673EA}"/>
                  </a:ext>
                </a:extLst>
              </p:cNvPr>
              <p:cNvSpPr/>
              <p:nvPr/>
            </p:nvSpPr>
            <p:spPr>
              <a:xfrm>
                <a:off x="5203137" y="2698000"/>
                <a:ext cx="199385" cy="13318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6DE6FA3-2B56-29B9-CECD-4F8EA0387DD9}"/>
                  </a:ext>
                </a:extLst>
              </p:cNvPr>
              <p:cNvSpPr txBox="1"/>
              <p:nvPr/>
            </p:nvSpPr>
            <p:spPr>
              <a:xfrm>
                <a:off x="3698277" y="1731965"/>
                <a:ext cx="1426860" cy="370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000" b="1" dirty="0"/>
                  <a:t>3 x 3 x 3 </a:t>
                </a:r>
              </a:p>
              <a:p>
                <a:pPr algn="ctr"/>
                <a:r>
                  <a:rPr kumimoji="1" lang="zh-CN" altLang="en-US" sz="1000" b="1" dirty="0"/>
                  <a:t>一个</a:t>
                </a:r>
                <a:r>
                  <a:rPr kumimoji="1" lang="en" altLang="zh-CN" sz="1000" b="1" dirty="0"/>
                  <a:t>receptive field</a:t>
                </a:r>
                <a:endParaRPr kumimoji="1" lang="zh-CN" altLang="en-US" sz="1000" b="1" dirty="0"/>
              </a:p>
            </p:txBody>
          </p:sp>
        </p:grpSp>
        <p:grpSp>
          <p:nvGrpSpPr>
            <p:cNvPr id="170" name="组合 169">
              <a:extLst>
                <a:ext uri="{FF2B5EF4-FFF2-40B4-BE49-F238E27FC236}">
                  <a16:creationId xmlns:a16="http://schemas.microsoft.com/office/drawing/2014/main" id="{41BD684E-A9CD-88AD-462E-301AEA90E941}"/>
                </a:ext>
              </a:extLst>
            </p:cNvPr>
            <p:cNvGrpSpPr/>
            <p:nvPr/>
          </p:nvGrpSpPr>
          <p:grpSpPr>
            <a:xfrm>
              <a:off x="4064906" y="484642"/>
              <a:ext cx="360000" cy="360000"/>
              <a:chOff x="5308391" y="474484"/>
              <a:chExt cx="540000" cy="540000"/>
            </a:xfrm>
          </p:grpSpPr>
          <p:sp>
            <p:nvSpPr>
              <p:cNvPr id="171" name="椭圆 170">
                <a:extLst>
                  <a:ext uri="{FF2B5EF4-FFF2-40B4-BE49-F238E27FC236}">
                    <a16:creationId xmlns:a16="http://schemas.microsoft.com/office/drawing/2014/main" id="{5DB272B3-B456-9ABF-2064-26B302D91FE3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172" name="图片 171">
                <a:extLst>
                  <a:ext uri="{FF2B5EF4-FFF2-40B4-BE49-F238E27FC236}">
                    <a16:creationId xmlns:a16="http://schemas.microsoft.com/office/drawing/2014/main" id="{112B9E70-F656-86A5-EE76-5028392DF6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CA3BE29A-91E3-1920-D322-4733F6BD2431}"/>
                </a:ext>
              </a:extLst>
            </p:cNvPr>
            <p:cNvGrpSpPr/>
            <p:nvPr/>
          </p:nvGrpSpPr>
          <p:grpSpPr>
            <a:xfrm>
              <a:off x="4060763" y="936215"/>
              <a:ext cx="360000" cy="360000"/>
              <a:chOff x="5308391" y="474484"/>
              <a:chExt cx="540000" cy="540000"/>
            </a:xfrm>
          </p:grpSpPr>
          <p:sp>
            <p:nvSpPr>
              <p:cNvPr id="180" name="椭圆 179">
                <a:extLst>
                  <a:ext uri="{FF2B5EF4-FFF2-40B4-BE49-F238E27FC236}">
                    <a16:creationId xmlns:a16="http://schemas.microsoft.com/office/drawing/2014/main" id="{A931FF68-A698-CDC0-CB52-70F97BB9C1BA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432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181" name="图片 180">
                <a:extLst>
                  <a:ext uri="{FF2B5EF4-FFF2-40B4-BE49-F238E27FC236}">
                    <a16:creationId xmlns:a16="http://schemas.microsoft.com/office/drawing/2014/main" id="{E7744A3B-65F5-5C1B-00F9-C77D5F923A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sp>
          <p:nvSpPr>
            <p:cNvPr id="188" name="文本框 187">
              <a:extLst>
                <a:ext uri="{FF2B5EF4-FFF2-40B4-BE49-F238E27FC236}">
                  <a16:creationId xmlns:a16="http://schemas.microsoft.com/office/drawing/2014/main" id="{0CABF36D-E7C0-8396-DE57-711A7C53FABC}"/>
                </a:ext>
              </a:extLst>
            </p:cNvPr>
            <p:cNvSpPr txBox="1"/>
            <p:nvPr/>
          </p:nvSpPr>
          <p:spPr>
            <a:xfrm>
              <a:off x="4048545" y="1298107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/>
                <a:t>…</a:t>
              </a:r>
              <a:endParaRPr kumimoji="1" lang="zh-CN" altLang="en-US" b="1" dirty="0"/>
            </a:p>
          </p:txBody>
        </p:sp>
        <p:cxnSp>
          <p:nvCxnSpPr>
            <p:cNvPr id="193" name="直线连接符 192">
              <a:extLst>
                <a:ext uri="{FF2B5EF4-FFF2-40B4-BE49-F238E27FC236}">
                  <a16:creationId xmlns:a16="http://schemas.microsoft.com/office/drawing/2014/main" id="{DDD70704-678B-50BB-A5F8-AD96CC808B07}"/>
                </a:ext>
              </a:extLst>
            </p:cNvPr>
            <p:cNvCxnSpPr>
              <a:stCxn id="10" idx="3"/>
              <a:endCxn id="7" idx="2"/>
            </p:cNvCxnSpPr>
            <p:nvPr/>
          </p:nvCxnSpPr>
          <p:spPr>
            <a:xfrm>
              <a:off x="2856092" y="204352"/>
              <a:ext cx="1208043" cy="871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线连接符 193">
              <a:extLst>
                <a:ext uri="{FF2B5EF4-FFF2-40B4-BE49-F238E27FC236}">
                  <a16:creationId xmlns:a16="http://schemas.microsoft.com/office/drawing/2014/main" id="{EB5EAC1E-03D1-E375-713A-F306B3ECA9E8}"/>
                </a:ext>
              </a:extLst>
            </p:cNvPr>
            <p:cNvCxnSpPr>
              <a:cxnSpLocks/>
              <a:stCxn id="20" idx="3"/>
              <a:endCxn id="7" idx="2"/>
            </p:cNvCxnSpPr>
            <p:nvPr/>
          </p:nvCxnSpPr>
          <p:spPr>
            <a:xfrm flipV="1">
              <a:off x="2856092" y="213069"/>
              <a:ext cx="1208043" cy="158126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线连接符 196">
              <a:extLst>
                <a:ext uri="{FF2B5EF4-FFF2-40B4-BE49-F238E27FC236}">
                  <a16:creationId xmlns:a16="http://schemas.microsoft.com/office/drawing/2014/main" id="{4AAF65B4-7164-1D7E-87DC-423D7D975C34}"/>
                </a:ext>
              </a:extLst>
            </p:cNvPr>
            <p:cNvCxnSpPr>
              <a:cxnSpLocks/>
              <a:stCxn id="11" idx="3"/>
              <a:endCxn id="7" idx="2"/>
            </p:cNvCxnSpPr>
            <p:nvPr/>
          </p:nvCxnSpPr>
          <p:spPr>
            <a:xfrm flipV="1">
              <a:off x="2856092" y="213069"/>
              <a:ext cx="1208043" cy="15776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线连接符 201">
              <a:extLst>
                <a:ext uri="{FF2B5EF4-FFF2-40B4-BE49-F238E27FC236}">
                  <a16:creationId xmlns:a16="http://schemas.microsoft.com/office/drawing/2014/main" id="{4E347EF0-7EB4-8810-43D1-67EA7A08E0D8}"/>
                </a:ext>
              </a:extLst>
            </p:cNvPr>
            <p:cNvCxnSpPr>
              <a:cxnSpLocks/>
              <a:stCxn id="7" idx="2"/>
              <a:endCxn id="12" idx="3"/>
            </p:cNvCxnSpPr>
            <p:nvPr/>
          </p:nvCxnSpPr>
          <p:spPr>
            <a:xfrm flipH="1">
              <a:off x="2856092" y="213069"/>
              <a:ext cx="1208043" cy="39099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线连接符 206">
              <a:extLst>
                <a:ext uri="{FF2B5EF4-FFF2-40B4-BE49-F238E27FC236}">
                  <a16:creationId xmlns:a16="http://schemas.microsoft.com/office/drawing/2014/main" id="{3AD04C47-2359-95FE-9AAE-17B3A45CA3A9}"/>
                </a:ext>
              </a:extLst>
            </p:cNvPr>
            <p:cNvCxnSpPr>
              <a:cxnSpLocks/>
              <a:stCxn id="7" idx="2"/>
              <a:endCxn id="14" idx="3"/>
            </p:cNvCxnSpPr>
            <p:nvPr/>
          </p:nvCxnSpPr>
          <p:spPr>
            <a:xfrm flipH="1">
              <a:off x="2856092" y="213069"/>
              <a:ext cx="1208043" cy="58063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线连接符 209">
              <a:extLst>
                <a:ext uri="{FF2B5EF4-FFF2-40B4-BE49-F238E27FC236}">
                  <a16:creationId xmlns:a16="http://schemas.microsoft.com/office/drawing/2014/main" id="{F83BB7C6-547A-3BCF-D1C1-BDF34D5BFFA7}"/>
                </a:ext>
              </a:extLst>
            </p:cNvPr>
            <p:cNvCxnSpPr>
              <a:cxnSpLocks/>
              <a:stCxn id="7" idx="2"/>
              <a:endCxn id="15" idx="3"/>
            </p:cNvCxnSpPr>
            <p:nvPr/>
          </p:nvCxnSpPr>
          <p:spPr>
            <a:xfrm flipH="1">
              <a:off x="2856092" y="213069"/>
              <a:ext cx="1208043" cy="74710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线连接符 212">
              <a:extLst>
                <a:ext uri="{FF2B5EF4-FFF2-40B4-BE49-F238E27FC236}">
                  <a16:creationId xmlns:a16="http://schemas.microsoft.com/office/drawing/2014/main" id="{93309AAE-62B9-6849-C3D8-8B17FD176FC7}"/>
                </a:ext>
              </a:extLst>
            </p:cNvPr>
            <p:cNvCxnSpPr>
              <a:cxnSpLocks/>
              <a:stCxn id="7" idx="2"/>
              <a:endCxn id="16" idx="3"/>
            </p:cNvCxnSpPr>
            <p:nvPr/>
          </p:nvCxnSpPr>
          <p:spPr>
            <a:xfrm flipH="1">
              <a:off x="2856092" y="213069"/>
              <a:ext cx="1208043" cy="99192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2E41481F-2E25-1BC2-DC42-06946E021FCD}"/>
                </a:ext>
              </a:extLst>
            </p:cNvPr>
            <p:cNvCxnSpPr>
              <a:cxnSpLocks/>
              <a:stCxn id="7" idx="2"/>
              <a:endCxn id="18" idx="3"/>
            </p:cNvCxnSpPr>
            <p:nvPr/>
          </p:nvCxnSpPr>
          <p:spPr>
            <a:xfrm flipH="1">
              <a:off x="2856092" y="213069"/>
              <a:ext cx="1208043" cy="116997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线连接符 218">
              <a:extLst>
                <a:ext uri="{FF2B5EF4-FFF2-40B4-BE49-F238E27FC236}">
                  <a16:creationId xmlns:a16="http://schemas.microsoft.com/office/drawing/2014/main" id="{843C5425-36B9-86C2-714E-F72DC2F94BF8}"/>
                </a:ext>
              </a:extLst>
            </p:cNvPr>
            <p:cNvCxnSpPr>
              <a:cxnSpLocks/>
              <a:stCxn id="7" idx="2"/>
              <a:endCxn id="19" idx="3"/>
            </p:cNvCxnSpPr>
            <p:nvPr/>
          </p:nvCxnSpPr>
          <p:spPr>
            <a:xfrm flipH="1">
              <a:off x="2856092" y="213069"/>
              <a:ext cx="1208043" cy="133645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线连接符 221">
              <a:extLst>
                <a:ext uri="{FF2B5EF4-FFF2-40B4-BE49-F238E27FC236}">
                  <a16:creationId xmlns:a16="http://schemas.microsoft.com/office/drawing/2014/main" id="{1A77C515-B864-A568-76F9-094F4E4D04E7}"/>
                </a:ext>
              </a:extLst>
            </p:cNvPr>
            <p:cNvCxnSpPr>
              <a:cxnSpLocks/>
              <a:stCxn id="10" idx="3"/>
              <a:endCxn id="171" idx="2"/>
            </p:cNvCxnSpPr>
            <p:nvPr/>
          </p:nvCxnSpPr>
          <p:spPr>
            <a:xfrm>
              <a:off x="2856092" y="204352"/>
              <a:ext cx="1208814" cy="46029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线连接符 224">
              <a:extLst>
                <a:ext uri="{FF2B5EF4-FFF2-40B4-BE49-F238E27FC236}">
                  <a16:creationId xmlns:a16="http://schemas.microsoft.com/office/drawing/2014/main" id="{1D444EFD-520B-B82C-38E7-9DBB0EDACF0E}"/>
                </a:ext>
              </a:extLst>
            </p:cNvPr>
            <p:cNvCxnSpPr>
              <a:cxnSpLocks/>
              <a:stCxn id="11" idx="3"/>
              <a:endCxn id="171" idx="2"/>
            </p:cNvCxnSpPr>
            <p:nvPr/>
          </p:nvCxnSpPr>
          <p:spPr>
            <a:xfrm>
              <a:off x="2856092" y="370832"/>
              <a:ext cx="1208814" cy="29381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线连接符 228">
              <a:extLst>
                <a:ext uri="{FF2B5EF4-FFF2-40B4-BE49-F238E27FC236}">
                  <a16:creationId xmlns:a16="http://schemas.microsoft.com/office/drawing/2014/main" id="{0436FC5E-FC6C-8D7A-0B12-CC4FA4EB05F5}"/>
                </a:ext>
              </a:extLst>
            </p:cNvPr>
            <p:cNvCxnSpPr>
              <a:cxnSpLocks/>
              <a:stCxn id="12" idx="3"/>
              <a:endCxn id="171" idx="2"/>
            </p:cNvCxnSpPr>
            <p:nvPr/>
          </p:nvCxnSpPr>
          <p:spPr>
            <a:xfrm>
              <a:off x="2856092" y="604068"/>
              <a:ext cx="1208814" cy="60574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线连接符 231">
              <a:extLst>
                <a:ext uri="{FF2B5EF4-FFF2-40B4-BE49-F238E27FC236}">
                  <a16:creationId xmlns:a16="http://schemas.microsoft.com/office/drawing/2014/main" id="{9DEB08E4-D101-98FF-372A-8982B3BF5742}"/>
                </a:ext>
              </a:extLst>
            </p:cNvPr>
            <p:cNvCxnSpPr>
              <a:cxnSpLocks/>
              <a:stCxn id="14" idx="3"/>
              <a:endCxn id="171" idx="2"/>
            </p:cNvCxnSpPr>
            <p:nvPr/>
          </p:nvCxnSpPr>
          <p:spPr>
            <a:xfrm flipV="1">
              <a:off x="2856092" y="664642"/>
              <a:ext cx="1208814" cy="129057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线连接符 234">
              <a:extLst>
                <a:ext uri="{FF2B5EF4-FFF2-40B4-BE49-F238E27FC236}">
                  <a16:creationId xmlns:a16="http://schemas.microsoft.com/office/drawing/2014/main" id="{0CCF6A8F-7B3C-58DC-77DC-C38C52AD6761}"/>
                </a:ext>
              </a:extLst>
            </p:cNvPr>
            <p:cNvCxnSpPr>
              <a:cxnSpLocks/>
              <a:stCxn id="15" idx="3"/>
              <a:endCxn id="171" idx="2"/>
            </p:cNvCxnSpPr>
            <p:nvPr/>
          </p:nvCxnSpPr>
          <p:spPr>
            <a:xfrm flipV="1">
              <a:off x="2856092" y="664642"/>
              <a:ext cx="1208814" cy="295536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线连接符 237">
              <a:extLst>
                <a:ext uri="{FF2B5EF4-FFF2-40B4-BE49-F238E27FC236}">
                  <a16:creationId xmlns:a16="http://schemas.microsoft.com/office/drawing/2014/main" id="{E5E81544-D263-2915-58E6-2DA9AC1C5666}"/>
                </a:ext>
              </a:extLst>
            </p:cNvPr>
            <p:cNvCxnSpPr>
              <a:cxnSpLocks/>
              <a:stCxn id="16" idx="3"/>
              <a:endCxn id="171" idx="2"/>
            </p:cNvCxnSpPr>
            <p:nvPr/>
          </p:nvCxnSpPr>
          <p:spPr>
            <a:xfrm flipV="1">
              <a:off x="2856092" y="664642"/>
              <a:ext cx="1208814" cy="540347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线连接符 240">
              <a:extLst>
                <a:ext uri="{FF2B5EF4-FFF2-40B4-BE49-F238E27FC236}">
                  <a16:creationId xmlns:a16="http://schemas.microsoft.com/office/drawing/2014/main" id="{48135987-53D6-8D22-2E06-24D7F0C39BD0}"/>
                </a:ext>
              </a:extLst>
            </p:cNvPr>
            <p:cNvCxnSpPr>
              <a:cxnSpLocks/>
              <a:stCxn id="18" idx="3"/>
              <a:endCxn id="171" idx="2"/>
            </p:cNvCxnSpPr>
            <p:nvPr/>
          </p:nvCxnSpPr>
          <p:spPr>
            <a:xfrm flipV="1">
              <a:off x="2856092" y="664642"/>
              <a:ext cx="1208814" cy="718403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线连接符 244">
              <a:extLst>
                <a:ext uri="{FF2B5EF4-FFF2-40B4-BE49-F238E27FC236}">
                  <a16:creationId xmlns:a16="http://schemas.microsoft.com/office/drawing/2014/main" id="{CBD3CE9B-B08C-2107-8DA6-432D939AB6D1}"/>
                </a:ext>
              </a:extLst>
            </p:cNvPr>
            <p:cNvCxnSpPr>
              <a:cxnSpLocks/>
              <a:stCxn id="19" idx="3"/>
              <a:endCxn id="171" idx="2"/>
            </p:cNvCxnSpPr>
            <p:nvPr/>
          </p:nvCxnSpPr>
          <p:spPr>
            <a:xfrm flipV="1">
              <a:off x="2856092" y="664642"/>
              <a:ext cx="1208814" cy="884882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线连接符 247">
              <a:extLst>
                <a:ext uri="{FF2B5EF4-FFF2-40B4-BE49-F238E27FC236}">
                  <a16:creationId xmlns:a16="http://schemas.microsoft.com/office/drawing/2014/main" id="{A21A3652-0CC3-DF86-E802-6474E2D3838E}"/>
                </a:ext>
              </a:extLst>
            </p:cNvPr>
            <p:cNvCxnSpPr>
              <a:cxnSpLocks/>
              <a:stCxn id="20" idx="3"/>
              <a:endCxn id="171" idx="2"/>
            </p:cNvCxnSpPr>
            <p:nvPr/>
          </p:nvCxnSpPr>
          <p:spPr>
            <a:xfrm flipV="1">
              <a:off x="2856092" y="664642"/>
              <a:ext cx="1208814" cy="1129694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线连接符 250">
              <a:extLst>
                <a:ext uri="{FF2B5EF4-FFF2-40B4-BE49-F238E27FC236}">
                  <a16:creationId xmlns:a16="http://schemas.microsoft.com/office/drawing/2014/main" id="{AFFEED5E-5EA3-DD06-4371-C699C3BE370B}"/>
                </a:ext>
              </a:extLst>
            </p:cNvPr>
            <p:cNvCxnSpPr>
              <a:cxnSpLocks/>
              <a:stCxn id="20" idx="3"/>
              <a:endCxn id="180" idx="2"/>
            </p:cNvCxnSpPr>
            <p:nvPr/>
          </p:nvCxnSpPr>
          <p:spPr>
            <a:xfrm flipV="1">
              <a:off x="2856092" y="1116215"/>
              <a:ext cx="1204671" cy="678121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线连接符 253">
              <a:extLst>
                <a:ext uri="{FF2B5EF4-FFF2-40B4-BE49-F238E27FC236}">
                  <a16:creationId xmlns:a16="http://schemas.microsoft.com/office/drawing/2014/main" id="{9DA04D55-ECBA-F83C-0E62-424C72C2A073}"/>
                </a:ext>
              </a:extLst>
            </p:cNvPr>
            <p:cNvCxnSpPr>
              <a:cxnSpLocks/>
              <a:stCxn id="19" idx="3"/>
              <a:endCxn id="180" idx="2"/>
            </p:cNvCxnSpPr>
            <p:nvPr/>
          </p:nvCxnSpPr>
          <p:spPr>
            <a:xfrm flipV="1">
              <a:off x="2856092" y="1116215"/>
              <a:ext cx="1204671" cy="433309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线连接符 258">
              <a:extLst>
                <a:ext uri="{FF2B5EF4-FFF2-40B4-BE49-F238E27FC236}">
                  <a16:creationId xmlns:a16="http://schemas.microsoft.com/office/drawing/2014/main" id="{B08E5F6A-A452-89B7-5FE1-DB1644DFA725}"/>
                </a:ext>
              </a:extLst>
            </p:cNvPr>
            <p:cNvCxnSpPr>
              <a:cxnSpLocks/>
              <a:stCxn id="18" idx="3"/>
              <a:endCxn id="180" idx="2"/>
            </p:cNvCxnSpPr>
            <p:nvPr/>
          </p:nvCxnSpPr>
          <p:spPr>
            <a:xfrm flipV="1">
              <a:off x="2856092" y="1116215"/>
              <a:ext cx="1204671" cy="266830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线连接符 261">
              <a:extLst>
                <a:ext uri="{FF2B5EF4-FFF2-40B4-BE49-F238E27FC236}">
                  <a16:creationId xmlns:a16="http://schemas.microsoft.com/office/drawing/2014/main" id="{931C5977-0494-9445-55D1-08F6E13BEFDE}"/>
                </a:ext>
              </a:extLst>
            </p:cNvPr>
            <p:cNvCxnSpPr>
              <a:cxnSpLocks/>
              <a:stCxn id="16" idx="3"/>
              <a:endCxn id="180" idx="2"/>
            </p:cNvCxnSpPr>
            <p:nvPr/>
          </p:nvCxnSpPr>
          <p:spPr>
            <a:xfrm flipV="1">
              <a:off x="2856092" y="1116215"/>
              <a:ext cx="1204671" cy="88774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线连接符 265">
              <a:extLst>
                <a:ext uri="{FF2B5EF4-FFF2-40B4-BE49-F238E27FC236}">
                  <a16:creationId xmlns:a16="http://schemas.microsoft.com/office/drawing/2014/main" id="{AF38B03B-E0DB-DBD8-B8D8-36B9D33BF9AE}"/>
                </a:ext>
              </a:extLst>
            </p:cNvPr>
            <p:cNvCxnSpPr>
              <a:cxnSpLocks/>
              <a:stCxn id="15" idx="3"/>
              <a:endCxn id="180" idx="2"/>
            </p:cNvCxnSpPr>
            <p:nvPr/>
          </p:nvCxnSpPr>
          <p:spPr>
            <a:xfrm>
              <a:off x="2856092" y="960178"/>
              <a:ext cx="1204671" cy="156037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线连接符 268">
              <a:extLst>
                <a:ext uri="{FF2B5EF4-FFF2-40B4-BE49-F238E27FC236}">
                  <a16:creationId xmlns:a16="http://schemas.microsoft.com/office/drawing/2014/main" id="{DD867301-F0F0-2F6C-9279-CD434580C9C0}"/>
                </a:ext>
              </a:extLst>
            </p:cNvPr>
            <p:cNvCxnSpPr>
              <a:cxnSpLocks/>
              <a:stCxn id="14" idx="3"/>
              <a:endCxn id="180" idx="2"/>
            </p:cNvCxnSpPr>
            <p:nvPr/>
          </p:nvCxnSpPr>
          <p:spPr>
            <a:xfrm>
              <a:off x="2856092" y="793699"/>
              <a:ext cx="1204671" cy="322516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线连接符 271">
              <a:extLst>
                <a:ext uri="{FF2B5EF4-FFF2-40B4-BE49-F238E27FC236}">
                  <a16:creationId xmlns:a16="http://schemas.microsoft.com/office/drawing/2014/main" id="{46CCE036-06E4-F65F-D65E-AB9C38028CEB}"/>
                </a:ext>
              </a:extLst>
            </p:cNvPr>
            <p:cNvCxnSpPr>
              <a:cxnSpLocks/>
              <a:stCxn id="12" idx="3"/>
              <a:endCxn id="180" idx="2"/>
            </p:cNvCxnSpPr>
            <p:nvPr/>
          </p:nvCxnSpPr>
          <p:spPr>
            <a:xfrm>
              <a:off x="2856092" y="604068"/>
              <a:ext cx="1204671" cy="512147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线连接符 274">
              <a:extLst>
                <a:ext uri="{FF2B5EF4-FFF2-40B4-BE49-F238E27FC236}">
                  <a16:creationId xmlns:a16="http://schemas.microsoft.com/office/drawing/2014/main" id="{13FCAD8E-0E98-72E6-BF68-D72238607DFE}"/>
                </a:ext>
              </a:extLst>
            </p:cNvPr>
            <p:cNvCxnSpPr>
              <a:cxnSpLocks/>
              <a:stCxn id="11" idx="3"/>
              <a:endCxn id="180" idx="2"/>
            </p:cNvCxnSpPr>
            <p:nvPr/>
          </p:nvCxnSpPr>
          <p:spPr>
            <a:xfrm>
              <a:off x="2856092" y="370832"/>
              <a:ext cx="1204671" cy="745383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线连接符 277">
              <a:extLst>
                <a:ext uri="{FF2B5EF4-FFF2-40B4-BE49-F238E27FC236}">
                  <a16:creationId xmlns:a16="http://schemas.microsoft.com/office/drawing/2014/main" id="{30F8E1FC-9030-AAB6-EBB1-FC5FD93714AC}"/>
                </a:ext>
              </a:extLst>
            </p:cNvPr>
            <p:cNvCxnSpPr>
              <a:cxnSpLocks/>
              <a:stCxn id="10" idx="3"/>
              <a:endCxn id="180" idx="2"/>
            </p:cNvCxnSpPr>
            <p:nvPr/>
          </p:nvCxnSpPr>
          <p:spPr>
            <a:xfrm>
              <a:off x="2856092" y="204352"/>
              <a:ext cx="1204671" cy="911863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组合 281">
            <a:extLst>
              <a:ext uri="{FF2B5EF4-FFF2-40B4-BE49-F238E27FC236}">
                <a16:creationId xmlns:a16="http://schemas.microsoft.com/office/drawing/2014/main" id="{C682C7FE-E5AB-930C-A485-73B970AEB660}"/>
              </a:ext>
            </a:extLst>
          </p:cNvPr>
          <p:cNvGrpSpPr/>
          <p:nvPr/>
        </p:nvGrpSpPr>
        <p:grpSpPr>
          <a:xfrm>
            <a:off x="480516" y="2026588"/>
            <a:ext cx="3273059" cy="1872206"/>
            <a:chOff x="1151847" y="33069"/>
            <a:chExt cx="3273059" cy="1872206"/>
          </a:xfrm>
        </p:grpSpPr>
        <p:grpSp>
          <p:nvGrpSpPr>
            <p:cNvPr id="283" name="组合 282">
              <a:extLst>
                <a:ext uri="{FF2B5EF4-FFF2-40B4-BE49-F238E27FC236}">
                  <a16:creationId xmlns:a16="http://schemas.microsoft.com/office/drawing/2014/main" id="{7AD5683F-E535-7B35-FE43-4388A5120DBF}"/>
                </a:ext>
              </a:extLst>
            </p:cNvPr>
            <p:cNvGrpSpPr/>
            <p:nvPr/>
          </p:nvGrpSpPr>
          <p:grpSpPr>
            <a:xfrm>
              <a:off x="4064135" y="33069"/>
              <a:ext cx="360000" cy="360000"/>
              <a:chOff x="5308391" y="474484"/>
              <a:chExt cx="540000" cy="540000"/>
            </a:xfrm>
          </p:grpSpPr>
          <p:sp>
            <p:nvSpPr>
              <p:cNvPr id="333" name="椭圆 332">
                <a:extLst>
                  <a:ext uri="{FF2B5EF4-FFF2-40B4-BE49-F238E27FC236}">
                    <a16:creationId xmlns:a16="http://schemas.microsoft.com/office/drawing/2014/main" id="{EAB7A771-7106-6173-F1AD-7D8790B195FF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334" name="图片 333">
                <a:extLst>
                  <a:ext uri="{FF2B5EF4-FFF2-40B4-BE49-F238E27FC236}">
                    <a16:creationId xmlns:a16="http://schemas.microsoft.com/office/drawing/2014/main" id="{6B0492A4-2383-641F-5005-075D2CDB75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grpSp>
          <p:nvGrpSpPr>
            <p:cNvPr id="284" name="组合 283">
              <a:extLst>
                <a:ext uri="{FF2B5EF4-FFF2-40B4-BE49-F238E27FC236}">
                  <a16:creationId xmlns:a16="http://schemas.microsoft.com/office/drawing/2014/main" id="{52E101F1-1F21-DF0D-D2C7-562DC3EF4A52}"/>
                </a:ext>
              </a:extLst>
            </p:cNvPr>
            <p:cNvGrpSpPr/>
            <p:nvPr/>
          </p:nvGrpSpPr>
          <p:grpSpPr>
            <a:xfrm>
              <a:off x="1151847" y="63728"/>
              <a:ext cx="2065893" cy="1841547"/>
              <a:chOff x="3698277" y="1033984"/>
              <a:chExt cx="2065893" cy="1841547"/>
            </a:xfrm>
          </p:grpSpPr>
          <p:sp>
            <p:nvSpPr>
              <p:cNvPr id="319" name="文本框 318">
                <a:extLst>
                  <a:ext uri="{FF2B5EF4-FFF2-40B4-BE49-F238E27FC236}">
                    <a16:creationId xmlns:a16="http://schemas.microsoft.com/office/drawing/2014/main" id="{499FCBE2-0A8D-3B8B-69A6-E1D018166428}"/>
                  </a:ext>
                </a:extLst>
              </p:cNvPr>
              <p:cNvSpPr txBox="1"/>
              <p:nvPr/>
            </p:nvSpPr>
            <p:spPr>
              <a:xfrm>
                <a:off x="5108164" y="2550710"/>
                <a:ext cx="369332" cy="22925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…</a:t>
                </a:r>
                <a:endParaRPr kumimoji="1" lang="zh-CN" altLang="en-US" sz="1200" dirty="0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320" name="文本框 319">
                <a:extLst>
                  <a:ext uri="{FF2B5EF4-FFF2-40B4-BE49-F238E27FC236}">
                    <a16:creationId xmlns:a16="http://schemas.microsoft.com/office/drawing/2014/main" id="{8ACB93FD-1A3C-ACF0-53D2-1FE4CC1F98C2}"/>
                  </a:ext>
                </a:extLst>
              </p:cNvPr>
              <p:cNvSpPr txBox="1"/>
              <p:nvPr/>
            </p:nvSpPr>
            <p:spPr>
              <a:xfrm>
                <a:off x="5108164" y="1961364"/>
                <a:ext cx="369332" cy="22925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…</a:t>
                </a:r>
                <a:endParaRPr kumimoji="1" lang="zh-CN" alt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321" name="文本框 320">
                <a:extLst>
                  <a:ext uri="{FF2B5EF4-FFF2-40B4-BE49-F238E27FC236}">
                    <a16:creationId xmlns:a16="http://schemas.microsoft.com/office/drawing/2014/main" id="{9FB09DCF-0CB2-E523-4C0C-3274F7C09A4A}"/>
                  </a:ext>
                </a:extLst>
              </p:cNvPr>
              <p:cNvSpPr txBox="1"/>
              <p:nvPr/>
            </p:nvSpPr>
            <p:spPr>
              <a:xfrm>
                <a:off x="5108164" y="1372131"/>
                <a:ext cx="369332" cy="252177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…</a:t>
                </a:r>
                <a:endParaRPr kumimoji="1" lang="zh-CN" altLang="en-US" sz="1200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322" name="圆角矩形 321">
                <a:extLst>
                  <a:ext uri="{FF2B5EF4-FFF2-40B4-BE49-F238E27FC236}">
                    <a16:creationId xmlns:a16="http://schemas.microsoft.com/office/drawing/2014/main" id="{3E3C0D36-8F10-D21C-C7FF-E160DA89FFAA}"/>
                  </a:ext>
                </a:extLst>
              </p:cNvPr>
              <p:cNvSpPr/>
              <p:nvPr/>
            </p:nvSpPr>
            <p:spPr>
              <a:xfrm>
                <a:off x="3698277" y="1033984"/>
                <a:ext cx="2065893" cy="184154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23" name="矩形 322">
                <a:extLst>
                  <a:ext uri="{FF2B5EF4-FFF2-40B4-BE49-F238E27FC236}">
                    <a16:creationId xmlns:a16="http://schemas.microsoft.com/office/drawing/2014/main" id="{B099D907-C2D1-43ED-7284-DC2A6A4DA5C2}"/>
                  </a:ext>
                </a:extLst>
              </p:cNvPr>
              <p:cNvSpPr/>
              <p:nvPr/>
            </p:nvSpPr>
            <p:spPr>
              <a:xfrm>
                <a:off x="5203137" y="1108016"/>
                <a:ext cx="199385" cy="133184"/>
              </a:xfrm>
              <a:prstGeom prst="rect">
                <a:avLst/>
              </a:prstGeom>
              <a:solidFill>
                <a:srgbClr val="FFA99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24" name="矩形 323">
                <a:extLst>
                  <a:ext uri="{FF2B5EF4-FFF2-40B4-BE49-F238E27FC236}">
                    <a16:creationId xmlns:a16="http://schemas.microsoft.com/office/drawing/2014/main" id="{863A0C18-D5AB-6618-9245-EEB25A26FA1E}"/>
                  </a:ext>
                </a:extLst>
              </p:cNvPr>
              <p:cNvSpPr/>
              <p:nvPr/>
            </p:nvSpPr>
            <p:spPr>
              <a:xfrm>
                <a:off x="5203137" y="1274496"/>
                <a:ext cx="199385" cy="133184"/>
              </a:xfrm>
              <a:prstGeom prst="rect">
                <a:avLst/>
              </a:prstGeom>
              <a:solidFill>
                <a:srgbClr val="FFA99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25" name="矩形 324">
                <a:extLst>
                  <a:ext uri="{FF2B5EF4-FFF2-40B4-BE49-F238E27FC236}">
                    <a16:creationId xmlns:a16="http://schemas.microsoft.com/office/drawing/2014/main" id="{EDBEAFF7-F12D-C8B9-E1F6-CB3FA4C73F7A}"/>
                  </a:ext>
                </a:extLst>
              </p:cNvPr>
              <p:cNvSpPr/>
              <p:nvPr/>
            </p:nvSpPr>
            <p:spPr>
              <a:xfrm>
                <a:off x="5203137" y="1507732"/>
                <a:ext cx="199385" cy="133184"/>
              </a:xfrm>
              <a:prstGeom prst="rect">
                <a:avLst/>
              </a:prstGeom>
              <a:solidFill>
                <a:srgbClr val="FFA99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26" name="矩形 325">
                <a:extLst>
                  <a:ext uri="{FF2B5EF4-FFF2-40B4-BE49-F238E27FC236}">
                    <a16:creationId xmlns:a16="http://schemas.microsoft.com/office/drawing/2014/main" id="{285C0DC6-626F-A06F-A089-FA84EBFD3383}"/>
                  </a:ext>
                </a:extLst>
              </p:cNvPr>
              <p:cNvSpPr/>
              <p:nvPr/>
            </p:nvSpPr>
            <p:spPr>
              <a:xfrm>
                <a:off x="5203137" y="1697363"/>
                <a:ext cx="199385" cy="13318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27" name="矩形 326">
                <a:extLst>
                  <a:ext uri="{FF2B5EF4-FFF2-40B4-BE49-F238E27FC236}">
                    <a16:creationId xmlns:a16="http://schemas.microsoft.com/office/drawing/2014/main" id="{DEA7D44E-D80A-1D3C-8946-08336AE02040}"/>
                  </a:ext>
                </a:extLst>
              </p:cNvPr>
              <p:cNvSpPr/>
              <p:nvPr/>
            </p:nvSpPr>
            <p:spPr>
              <a:xfrm>
                <a:off x="5203137" y="1863842"/>
                <a:ext cx="199385" cy="13318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28" name="矩形 327">
                <a:extLst>
                  <a:ext uri="{FF2B5EF4-FFF2-40B4-BE49-F238E27FC236}">
                    <a16:creationId xmlns:a16="http://schemas.microsoft.com/office/drawing/2014/main" id="{8C6341C6-4522-29AB-6566-B9074ADBC72B}"/>
                  </a:ext>
                </a:extLst>
              </p:cNvPr>
              <p:cNvSpPr/>
              <p:nvPr/>
            </p:nvSpPr>
            <p:spPr>
              <a:xfrm>
                <a:off x="5203137" y="2108653"/>
                <a:ext cx="199385" cy="13318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29" name="矩形 328">
                <a:extLst>
                  <a:ext uri="{FF2B5EF4-FFF2-40B4-BE49-F238E27FC236}">
                    <a16:creationId xmlns:a16="http://schemas.microsoft.com/office/drawing/2014/main" id="{EBDDDA8E-9983-7582-F4A7-49AB670031B3}"/>
                  </a:ext>
                </a:extLst>
              </p:cNvPr>
              <p:cNvSpPr/>
              <p:nvPr/>
            </p:nvSpPr>
            <p:spPr>
              <a:xfrm>
                <a:off x="5203137" y="2286709"/>
                <a:ext cx="199385" cy="13318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30" name="矩形 329">
                <a:extLst>
                  <a:ext uri="{FF2B5EF4-FFF2-40B4-BE49-F238E27FC236}">
                    <a16:creationId xmlns:a16="http://schemas.microsoft.com/office/drawing/2014/main" id="{C23E9E33-6EE5-9139-71DE-51BAAED34CD6}"/>
                  </a:ext>
                </a:extLst>
              </p:cNvPr>
              <p:cNvSpPr/>
              <p:nvPr/>
            </p:nvSpPr>
            <p:spPr>
              <a:xfrm>
                <a:off x="5203137" y="2453188"/>
                <a:ext cx="199385" cy="13318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31" name="矩形 330">
                <a:extLst>
                  <a:ext uri="{FF2B5EF4-FFF2-40B4-BE49-F238E27FC236}">
                    <a16:creationId xmlns:a16="http://schemas.microsoft.com/office/drawing/2014/main" id="{A3E9338B-1779-AB1C-59AE-D4C1C091DF57}"/>
                  </a:ext>
                </a:extLst>
              </p:cNvPr>
              <p:cNvSpPr/>
              <p:nvPr/>
            </p:nvSpPr>
            <p:spPr>
              <a:xfrm>
                <a:off x="5203137" y="2698000"/>
                <a:ext cx="199385" cy="13318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32" name="文本框 331">
                <a:extLst>
                  <a:ext uri="{FF2B5EF4-FFF2-40B4-BE49-F238E27FC236}">
                    <a16:creationId xmlns:a16="http://schemas.microsoft.com/office/drawing/2014/main" id="{E526856E-7335-DBF9-F36D-A757DD5A048F}"/>
                  </a:ext>
                </a:extLst>
              </p:cNvPr>
              <p:cNvSpPr txBox="1"/>
              <p:nvPr/>
            </p:nvSpPr>
            <p:spPr>
              <a:xfrm>
                <a:off x="3698277" y="1731965"/>
                <a:ext cx="1426860" cy="370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000" b="1" dirty="0"/>
                  <a:t>3 x 3 x 3 </a:t>
                </a:r>
              </a:p>
              <a:p>
                <a:pPr algn="ctr"/>
                <a:r>
                  <a:rPr kumimoji="1" lang="zh-CN" altLang="en-US" sz="1000" b="1" dirty="0"/>
                  <a:t>一个</a:t>
                </a:r>
                <a:r>
                  <a:rPr kumimoji="1" lang="en" altLang="zh-CN" sz="1000" b="1" dirty="0"/>
                  <a:t>receptive field</a:t>
                </a:r>
                <a:endParaRPr kumimoji="1" lang="zh-CN" altLang="en-US" sz="1000" b="1" dirty="0"/>
              </a:p>
            </p:txBody>
          </p:sp>
        </p:grpSp>
        <p:grpSp>
          <p:nvGrpSpPr>
            <p:cNvPr id="285" name="组合 284">
              <a:extLst>
                <a:ext uri="{FF2B5EF4-FFF2-40B4-BE49-F238E27FC236}">
                  <a16:creationId xmlns:a16="http://schemas.microsoft.com/office/drawing/2014/main" id="{47EAED7E-60B5-DDD9-504B-C12C113E0F58}"/>
                </a:ext>
              </a:extLst>
            </p:cNvPr>
            <p:cNvGrpSpPr/>
            <p:nvPr/>
          </p:nvGrpSpPr>
          <p:grpSpPr>
            <a:xfrm>
              <a:off x="4064906" y="484642"/>
              <a:ext cx="360000" cy="360000"/>
              <a:chOff x="5308391" y="474484"/>
              <a:chExt cx="540000" cy="540000"/>
            </a:xfrm>
          </p:grpSpPr>
          <p:sp>
            <p:nvSpPr>
              <p:cNvPr id="317" name="椭圆 316">
                <a:extLst>
                  <a:ext uri="{FF2B5EF4-FFF2-40B4-BE49-F238E27FC236}">
                    <a16:creationId xmlns:a16="http://schemas.microsoft.com/office/drawing/2014/main" id="{0148A9D7-8F70-50B6-1C98-5F50895EE46F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318" name="图片 317">
                <a:extLst>
                  <a:ext uri="{FF2B5EF4-FFF2-40B4-BE49-F238E27FC236}">
                    <a16:creationId xmlns:a16="http://schemas.microsoft.com/office/drawing/2014/main" id="{12399519-E0A7-8532-0488-190AF64CC0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grpSp>
          <p:nvGrpSpPr>
            <p:cNvPr id="286" name="组合 285">
              <a:extLst>
                <a:ext uri="{FF2B5EF4-FFF2-40B4-BE49-F238E27FC236}">
                  <a16:creationId xmlns:a16="http://schemas.microsoft.com/office/drawing/2014/main" id="{06F12D80-D2AF-FDE6-1B19-A52EFCC468A1}"/>
                </a:ext>
              </a:extLst>
            </p:cNvPr>
            <p:cNvGrpSpPr/>
            <p:nvPr/>
          </p:nvGrpSpPr>
          <p:grpSpPr>
            <a:xfrm>
              <a:off x="4060763" y="936215"/>
              <a:ext cx="360000" cy="360000"/>
              <a:chOff x="5308391" y="474484"/>
              <a:chExt cx="540000" cy="540000"/>
            </a:xfrm>
          </p:grpSpPr>
          <p:sp>
            <p:nvSpPr>
              <p:cNvPr id="315" name="椭圆 314">
                <a:extLst>
                  <a:ext uri="{FF2B5EF4-FFF2-40B4-BE49-F238E27FC236}">
                    <a16:creationId xmlns:a16="http://schemas.microsoft.com/office/drawing/2014/main" id="{45BFFE06-8C14-4126-6CA1-0713F58200BE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432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316" name="图片 315">
                <a:extLst>
                  <a:ext uri="{FF2B5EF4-FFF2-40B4-BE49-F238E27FC236}">
                    <a16:creationId xmlns:a16="http://schemas.microsoft.com/office/drawing/2014/main" id="{DA02F57C-2A2C-619D-8808-62AE1E3EC2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sp>
          <p:nvSpPr>
            <p:cNvPr id="287" name="文本框 286">
              <a:extLst>
                <a:ext uri="{FF2B5EF4-FFF2-40B4-BE49-F238E27FC236}">
                  <a16:creationId xmlns:a16="http://schemas.microsoft.com/office/drawing/2014/main" id="{2FCE183F-ED09-F900-9086-520EB35345F6}"/>
                </a:ext>
              </a:extLst>
            </p:cNvPr>
            <p:cNvSpPr txBox="1"/>
            <p:nvPr/>
          </p:nvSpPr>
          <p:spPr>
            <a:xfrm>
              <a:off x="4048545" y="1298107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/>
                <a:t>…</a:t>
              </a:r>
              <a:endParaRPr kumimoji="1" lang="zh-CN" altLang="en-US" b="1" dirty="0"/>
            </a:p>
          </p:txBody>
        </p:sp>
        <p:cxnSp>
          <p:nvCxnSpPr>
            <p:cNvPr id="288" name="直线连接符 287">
              <a:extLst>
                <a:ext uri="{FF2B5EF4-FFF2-40B4-BE49-F238E27FC236}">
                  <a16:creationId xmlns:a16="http://schemas.microsoft.com/office/drawing/2014/main" id="{06EC0227-4314-75D9-A6C9-2D5DDDD76085}"/>
                </a:ext>
              </a:extLst>
            </p:cNvPr>
            <p:cNvCxnSpPr>
              <a:stCxn id="323" idx="3"/>
              <a:endCxn id="333" idx="2"/>
            </p:cNvCxnSpPr>
            <p:nvPr/>
          </p:nvCxnSpPr>
          <p:spPr>
            <a:xfrm>
              <a:off x="2856092" y="204352"/>
              <a:ext cx="1208043" cy="871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线连接符 288">
              <a:extLst>
                <a:ext uri="{FF2B5EF4-FFF2-40B4-BE49-F238E27FC236}">
                  <a16:creationId xmlns:a16="http://schemas.microsoft.com/office/drawing/2014/main" id="{7D9183D8-8BE8-1728-C25A-E07161D5E0B9}"/>
                </a:ext>
              </a:extLst>
            </p:cNvPr>
            <p:cNvCxnSpPr>
              <a:cxnSpLocks/>
              <a:stCxn id="331" idx="3"/>
              <a:endCxn id="333" idx="2"/>
            </p:cNvCxnSpPr>
            <p:nvPr/>
          </p:nvCxnSpPr>
          <p:spPr>
            <a:xfrm flipV="1">
              <a:off x="2856092" y="213069"/>
              <a:ext cx="1208043" cy="158126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线连接符 289">
              <a:extLst>
                <a:ext uri="{FF2B5EF4-FFF2-40B4-BE49-F238E27FC236}">
                  <a16:creationId xmlns:a16="http://schemas.microsoft.com/office/drawing/2014/main" id="{E6D19CAF-283E-69F0-76C4-4BA62EA826D5}"/>
                </a:ext>
              </a:extLst>
            </p:cNvPr>
            <p:cNvCxnSpPr>
              <a:cxnSpLocks/>
              <a:stCxn id="324" idx="3"/>
              <a:endCxn id="333" idx="2"/>
            </p:cNvCxnSpPr>
            <p:nvPr/>
          </p:nvCxnSpPr>
          <p:spPr>
            <a:xfrm flipV="1">
              <a:off x="2856092" y="213069"/>
              <a:ext cx="1208043" cy="15776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线连接符 290">
              <a:extLst>
                <a:ext uri="{FF2B5EF4-FFF2-40B4-BE49-F238E27FC236}">
                  <a16:creationId xmlns:a16="http://schemas.microsoft.com/office/drawing/2014/main" id="{46F3D280-7ADC-6FB0-3A9D-B77FD6D10298}"/>
                </a:ext>
              </a:extLst>
            </p:cNvPr>
            <p:cNvCxnSpPr>
              <a:cxnSpLocks/>
              <a:stCxn id="333" idx="2"/>
              <a:endCxn id="325" idx="3"/>
            </p:cNvCxnSpPr>
            <p:nvPr/>
          </p:nvCxnSpPr>
          <p:spPr>
            <a:xfrm flipH="1">
              <a:off x="2856092" y="213069"/>
              <a:ext cx="1208043" cy="39099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线连接符 291">
              <a:extLst>
                <a:ext uri="{FF2B5EF4-FFF2-40B4-BE49-F238E27FC236}">
                  <a16:creationId xmlns:a16="http://schemas.microsoft.com/office/drawing/2014/main" id="{370E9618-D38D-E250-AE59-01F4501C8775}"/>
                </a:ext>
              </a:extLst>
            </p:cNvPr>
            <p:cNvCxnSpPr>
              <a:cxnSpLocks/>
              <a:stCxn id="333" idx="2"/>
              <a:endCxn id="326" idx="3"/>
            </p:cNvCxnSpPr>
            <p:nvPr/>
          </p:nvCxnSpPr>
          <p:spPr>
            <a:xfrm flipH="1">
              <a:off x="2856092" y="213069"/>
              <a:ext cx="1208043" cy="58063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线连接符 292">
              <a:extLst>
                <a:ext uri="{FF2B5EF4-FFF2-40B4-BE49-F238E27FC236}">
                  <a16:creationId xmlns:a16="http://schemas.microsoft.com/office/drawing/2014/main" id="{A59EAF87-C133-2F15-EAE7-0D63219CB381}"/>
                </a:ext>
              </a:extLst>
            </p:cNvPr>
            <p:cNvCxnSpPr>
              <a:cxnSpLocks/>
              <a:stCxn id="333" idx="2"/>
              <a:endCxn id="327" idx="3"/>
            </p:cNvCxnSpPr>
            <p:nvPr/>
          </p:nvCxnSpPr>
          <p:spPr>
            <a:xfrm flipH="1">
              <a:off x="2856092" y="213069"/>
              <a:ext cx="1208043" cy="74710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线连接符 293">
              <a:extLst>
                <a:ext uri="{FF2B5EF4-FFF2-40B4-BE49-F238E27FC236}">
                  <a16:creationId xmlns:a16="http://schemas.microsoft.com/office/drawing/2014/main" id="{94D22E11-5B70-12D6-E919-9891B5A6204F}"/>
                </a:ext>
              </a:extLst>
            </p:cNvPr>
            <p:cNvCxnSpPr>
              <a:cxnSpLocks/>
              <a:stCxn id="333" idx="2"/>
              <a:endCxn id="328" idx="3"/>
            </p:cNvCxnSpPr>
            <p:nvPr/>
          </p:nvCxnSpPr>
          <p:spPr>
            <a:xfrm flipH="1">
              <a:off x="2856092" y="213069"/>
              <a:ext cx="1208043" cy="99192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线连接符 294">
              <a:extLst>
                <a:ext uri="{FF2B5EF4-FFF2-40B4-BE49-F238E27FC236}">
                  <a16:creationId xmlns:a16="http://schemas.microsoft.com/office/drawing/2014/main" id="{08F332AD-F892-560F-159A-9C2BAA693992}"/>
                </a:ext>
              </a:extLst>
            </p:cNvPr>
            <p:cNvCxnSpPr>
              <a:cxnSpLocks/>
              <a:stCxn id="333" idx="2"/>
              <a:endCxn id="329" idx="3"/>
            </p:cNvCxnSpPr>
            <p:nvPr/>
          </p:nvCxnSpPr>
          <p:spPr>
            <a:xfrm flipH="1">
              <a:off x="2856092" y="213069"/>
              <a:ext cx="1208043" cy="116997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线连接符 295">
              <a:extLst>
                <a:ext uri="{FF2B5EF4-FFF2-40B4-BE49-F238E27FC236}">
                  <a16:creationId xmlns:a16="http://schemas.microsoft.com/office/drawing/2014/main" id="{BECC3BE9-0C8F-315F-C8A6-DC8F80737130}"/>
                </a:ext>
              </a:extLst>
            </p:cNvPr>
            <p:cNvCxnSpPr>
              <a:cxnSpLocks/>
              <a:stCxn id="333" idx="2"/>
              <a:endCxn id="330" idx="3"/>
            </p:cNvCxnSpPr>
            <p:nvPr/>
          </p:nvCxnSpPr>
          <p:spPr>
            <a:xfrm flipH="1">
              <a:off x="2856092" y="213069"/>
              <a:ext cx="1208043" cy="133645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线连接符 296">
              <a:extLst>
                <a:ext uri="{FF2B5EF4-FFF2-40B4-BE49-F238E27FC236}">
                  <a16:creationId xmlns:a16="http://schemas.microsoft.com/office/drawing/2014/main" id="{7B9099D6-5A4F-29FD-808D-34F6EDA5175E}"/>
                </a:ext>
              </a:extLst>
            </p:cNvPr>
            <p:cNvCxnSpPr>
              <a:cxnSpLocks/>
              <a:stCxn id="323" idx="3"/>
              <a:endCxn id="317" idx="2"/>
            </p:cNvCxnSpPr>
            <p:nvPr/>
          </p:nvCxnSpPr>
          <p:spPr>
            <a:xfrm>
              <a:off x="2856092" y="204352"/>
              <a:ext cx="1208814" cy="46029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线连接符 297">
              <a:extLst>
                <a:ext uri="{FF2B5EF4-FFF2-40B4-BE49-F238E27FC236}">
                  <a16:creationId xmlns:a16="http://schemas.microsoft.com/office/drawing/2014/main" id="{4F664BE5-BF0D-A4FA-2310-12BF75983B1E}"/>
                </a:ext>
              </a:extLst>
            </p:cNvPr>
            <p:cNvCxnSpPr>
              <a:cxnSpLocks/>
              <a:stCxn id="324" idx="3"/>
              <a:endCxn id="317" idx="2"/>
            </p:cNvCxnSpPr>
            <p:nvPr/>
          </p:nvCxnSpPr>
          <p:spPr>
            <a:xfrm>
              <a:off x="2856092" y="370832"/>
              <a:ext cx="1208814" cy="29381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线连接符 298">
              <a:extLst>
                <a:ext uri="{FF2B5EF4-FFF2-40B4-BE49-F238E27FC236}">
                  <a16:creationId xmlns:a16="http://schemas.microsoft.com/office/drawing/2014/main" id="{35A51964-C09F-732F-C2E7-31F030684E06}"/>
                </a:ext>
              </a:extLst>
            </p:cNvPr>
            <p:cNvCxnSpPr>
              <a:cxnSpLocks/>
              <a:stCxn id="325" idx="3"/>
              <a:endCxn id="317" idx="2"/>
            </p:cNvCxnSpPr>
            <p:nvPr/>
          </p:nvCxnSpPr>
          <p:spPr>
            <a:xfrm>
              <a:off x="2856092" y="604068"/>
              <a:ext cx="1208814" cy="60574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线连接符 299">
              <a:extLst>
                <a:ext uri="{FF2B5EF4-FFF2-40B4-BE49-F238E27FC236}">
                  <a16:creationId xmlns:a16="http://schemas.microsoft.com/office/drawing/2014/main" id="{01EF0869-B490-BC13-2ED9-75333EAD9019}"/>
                </a:ext>
              </a:extLst>
            </p:cNvPr>
            <p:cNvCxnSpPr>
              <a:cxnSpLocks/>
              <a:stCxn id="326" idx="3"/>
              <a:endCxn id="317" idx="2"/>
            </p:cNvCxnSpPr>
            <p:nvPr/>
          </p:nvCxnSpPr>
          <p:spPr>
            <a:xfrm flipV="1">
              <a:off x="2856092" y="664642"/>
              <a:ext cx="1208814" cy="129057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线连接符 300">
              <a:extLst>
                <a:ext uri="{FF2B5EF4-FFF2-40B4-BE49-F238E27FC236}">
                  <a16:creationId xmlns:a16="http://schemas.microsoft.com/office/drawing/2014/main" id="{BC9AF824-9648-4E12-F81B-11A43897ADDC}"/>
                </a:ext>
              </a:extLst>
            </p:cNvPr>
            <p:cNvCxnSpPr>
              <a:cxnSpLocks/>
              <a:stCxn id="327" idx="3"/>
              <a:endCxn id="317" idx="2"/>
            </p:cNvCxnSpPr>
            <p:nvPr/>
          </p:nvCxnSpPr>
          <p:spPr>
            <a:xfrm flipV="1">
              <a:off x="2856092" y="664642"/>
              <a:ext cx="1208814" cy="295536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线连接符 301">
              <a:extLst>
                <a:ext uri="{FF2B5EF4-FFF2-40B4-BE49-F238E27FC236}">
                  <a16:creationId xmlns:a16="http://schemas.microsoft.com/office/drawing/2014/main" id="{6B44B256-6B84-ED78-BD1C-54F3F751C4DF}"/>
                </a:ext>
              </a:extLst>
            </p:cNvPr>
            <p:cNvCxnSpPr>
              <a:cxnSpLocks/>
              <a:stCxn id="328" idx="3"/>
              <a:endCxn id="317" idx="2"/>
            </p:cNvCxnSpPr>
            <p:nvPr/>
          </p:nvCxnSpPr>
          <p:spPr>
            <a:xfrm flipV="1">
              <a:off x="2856092" y="664642"/>
              <a:ext cx="1208814" cy="540347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线连接符 302">
              <a:extLst>
                <a:ext uri="{FF2B5EF4-FFF2-40B4-BE49-F238E27FC236}">
                  <a16:creationId xmlns:a16="http://schemas.microsoft.com/office/drawing/2014/main" id="{F960767E-CA40-E092-99DA-ACEF62841D09}"/>
                </a:ext>
              </a:extLst>
            </p:cNvPr>
            <p:cNvCxnSpPr>
              <a:cxnSpLocks/>
              <a:stCxn id="329" idx="3"/>
              <a:endCxn id="317" idx="2"/>
            </p:cNvCxnSpPr>
            <p:nvPr/>
          </p:nvCxnSpPr>
          <p:spPr>
            <a:xfrm flipV="1">
              <a:off x="2856092" y="664642"/>
              <a:ext cx="1208814" cy="718403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线连接符 303">
              <a:extLst>
                <a:ext uri="{FF2B5EF4-FFF2-40B4-BE49-F238E27FC236}">
                  <a16:creationId xmlns:a16="http://schemas.microsoft.com/office/drawing/2014/main" id="{4CCE2460-AEBF-CBAB-04DD-15B3EDAF5A5D}"/>
                </a:ext>
              </a:extLst>
            </p:cNvPr>
            <p:cNvCxnSpPr>
              <a:cxnSpLocks/>
              <a:stCxn id="330" idx="3"/>
              <a:endCxn id="317" idx="2"/>
            </p:cNvCxnSpPr>
            <p:nvPr/>
          </p:nvCxnSpPr>
          <p:spPr>
            <a:xfrm flipV="1">
              <a:off x="2856092" y="664642"/>
              <a:ext cx="1208814" cy="884882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线连接符 304">
              <a:extLst>
                <a:ext uri="{FF2B5EF4-FFF2-40B4-BE49-F238E27FC236}">
                  <a16:creationId xmlns:a16="http://schemas.microsoft.com/office/drawing/2014/main" id="{D56BBD95-72BE-7E6D-9969-4074418EBF90}"/>
                </a:ext>
              </a:extLst>
            </p:cNvPr>
            <p:cNvCxnSpPr>
              <a:cxnSpLocks/>
              <a:stCxn id="331" idx="3"/>
              <a:endCxn id="317" idx="2"/>
            </p:cNvCxnSpPr>
            <p:nvPr/>
          </p:nvCxnSpPr>
          <p:spPr>
            <a:xfrm flipV="1">
              <a:off x="2856092" y="664642"/>
              <a:ext cx="1208814" cy="1129694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线连接符 305">
              <a:extLst>
                <a:ext uri="{FF2B5EF4-FFF2-40B4-BE49-F238E27FC236}">
                  <a16:creationId xmlns:a16="http://schemas.microsoft.com/office/drawing/2014/main" id="{3D23BE29-630E-1215-DBC8-67C121BAEAF8}"/>
                </a:ext>
              </a:extLst>
            </p:cNvPr>
            <p:cNvCxnSpPr>
              <a:cxnSpLocks/>
              <a:stCxn id="331" idx="3"/>
              <a:endCxn id="315" idx="2"/>
            </p:cNvCxnSpPr>
            <p:nvPr/>
          </p:nvCxnSpPr>
          <p:spPr>
            <a:xfrm flipV="1">
              <a:off x="2856092" y="1116215"/>
              <a:ext cx="1204671" cy="678121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线连接符 306">
              <a:extLst>
                <a:ext uri="{FF2B5EF4-FFF2-40B4-BE49-F238E27FC236}">
                  <a16:creationId xmlns:a16="http://schemas.microsoft.com/office/drawing/2014/main" id="{C2128D16-0877-EFC3-E43B-54E7A3A7E64D}"/>
                </a:ext>
              </a:extLst>
            </p:cNvPr>
            <p:cNvCxnSpPr>
              <a:cxnSpLocks/>
              <a:stCxn id="330" idx="3"/>
              <a:endCxn id="315" idx="2"/>
            </p:cNvCxnSpPr>
            <p:nvPr/>
          </p:nvCxnSpPr>
          <p:spPr>
            <a:xfrm flipV="1">
              <a:off x="2856092" y="1116215"/>
              <a:ext cx="1204671" cy="433309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线连接符 307">
              <a:extLst>
                <a:ext uri="{FF2B5EF4-FFF2-40B4-BE49-F238E27FC236}">
                  <a16:creationId xmlns:a16="http://schemas.microsoft.com/office/drawing/2014/main" id="{01153541-09B5-4664-7E38-BA69FD4968B8}"/>
                </a:ext>
              </a:extLst>
            </p:cNvPr>
            <p:cNvCxnSpPr>
              <a:cxnSpLocks/>
              <a:stCxn id="329" idx="3"/>
              <a:endCxn id="315" idx="2"/>
            </p:cNvCxnSpPr>
            <p:nvPr/>
          </p:nvCxnSpPr>
          <p:spPr>
            <a:xfrm flipV="1">
              <a:off x="2856092" y="1116215"/>
              <a:ext cx="1204671" cy="266830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线连接符 308">
              <a:extLst>
                <a:ext uri="{FF2B5EF4-FFF2-40B4-BE49-F238E27FC236}">
                  <a16:creationId xmlns:a16="http://schemas.microsoft.com/office/drawing/2014/main" id="{5734FBF9-9DAF-A311-E799-46267B9E5BCC}"/>
                </a:ext>
              </a:extLst>
            </p:cNvPr>
            <p:cNvCxnSpPr>
              <a:cxnSpLocks/>
              <a:stCxn id="328" idx="3"/>
              <a:endCxn id="315" idx="2"/>
            </p:cNvCxnSpPr>
            <p:nvPr/>
          </p:nvCxnSpPr>
          <p:spPr>
            <a:xfrm flipV="1">
              <a:off x="2856092" y="1116215"/>
              <a:ext cx="1204671" cy="88774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线连接符 309">
              <a:extLst>
                <a:ext uri="{FF2B5EF4-FFF2-40B4-BE49-F238E27FC236}">
                  <a16:creationId xmlns:a16="http://schemas.microsoft.com/office/drawing/2014/main" id="{E2E34B00-57C1-FAFB-6A27-92F46EB7707B}"/>
                </a:ext>
              </a:extLst>
            </p:cNvPr>
            <p:cNvCxnSpPr>
              <a:cxnSpLocks/>
              <a:stCxn id="327" idx="3"/>
              <a:endCxn id="315" idx="2"/>
            </p:cNvCxnSpPr>
            <p:nvPr/>
          </p:nvCxnSpPr>
          <p:spPr>
            <a:xfrm>
              <a:off x="2856092" y="960178"/>
              <a:ext cx="1204671" cy="156037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线连接符 310">
              <a:extLst>
                <a:ext uri="{FF2B5EF4-FFF2-40B4-BE49-F238E27FC236}">
                  <a16:creationId xmlns:a16="http://schemas.microsoft.com/office/drawing/2014/main" id="{DA64A2F7-4DDF-92C0-FF9F-447639748923}"/>
                </a:ext>
              </a:extLst>
            </p:cNvPr>
            <p:cNvCxnSpPr>
              <a:cxnSpLocks/>
              <a:stCxn id="326" idx="3"/>
              <a:endCxn id="315" idx="2"/>
            </p:cNvCxnSpPr>
            <p:nvPr/>
          </p:nvCxnSpPr>
          <p:spPr>
            <a:xfrm>
              <a:off x="2856092" y="793699"/>
              <a:ext cx="1204671" cy="322516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线连接符 311">
              <a:extLst>
                <a:ext uri="{FF2B5EF4-FFF2-40B4-BE49-F238E27FC236}">
                  <a16:creationId xmlns:a16="http://schemas.microsoft.com/office/drawing/2014/main" id="{81E5243C-9E5C-91C4-4F58-C4B3E1071BB7}"/>
                </a:ext>
              </a:extLst>
            </p:cNvPr>
            <p:cNvCxnSpPr>
              <a:cxnSpLocks/>
              <a:stCxn id="325" idx="3"/>
              <a:endCxn id="315" idx="2"/>
            </p:cNvCxnSpPr>
            <p:nvPr/>
          </p:nvCxnSpPr>
          <p:spPr>
            <a:xfrm>
              <a:off x="2856092" y="604068"/>
              <a:ext cx="1204671" cy="512147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线连接符 312">
              <a:extLst>
                <a:ext uri="{FF2B5EF4-FFF2-40B4-BE49-F238E27FC236}">
                  <a16:creationId xmlns:a16="http://schemas.microsoft.com/office/drawing/2014/main" id="{8999E488-30F9-84F6-EC94-9F72FD845F7E}"/>
                </a:ext>
              </a:extLst>
            </p:cNvPr>
            <p:cNvCxnSpPr>
              <a:cxnSpLocks/>
              <a:stCxn id="324" idx="3"/>
              <a:endCxn id="315" idx="2"/>
            </p:cNvCxnSpPr>
            <p:nvPr/>
          </p:nvCxnSpPr>
          <p:spPr>
            <a:xfrm>
              <a:off x="2856092" y="370832"/>
              <a:ext cx="1204671" cy="745383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线连接符 313">
              <a:extLst>
                <a:ext uri="{FF2B5EF4-FFF2-40B4-BE49-F238E27FC236}">
                  <a16:creationId xmlns:a16="http://schemas.microsoft.com/office/drawing/2014/main" id="{E3EEEA1E-B4A0-B595-9B7C-32FE8BF82FF5}"/>
                </a:ext>
              </a:extLst>
            </p:cNvPr>
            <p:cNvCxnSpPr>
              <a:cxnSpLocks/>
              <a:stCxn id="323" idx="3"/>
              <a:endCxn id="315" idx="2"/>
            </p:cNvCxnSpPr>
            <p:nvPr/>
          </p:nvCxnSpPr>
          <p:spPr>
            <a:xfrm>
              <a:off x="2856092" y="204352"/>
              <a:ext cx="1204671" cy="911863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5" name="组合 334">
            <a:extLst>
              <a:ext uri="{FF2B5EF4-FFF2-40B4-BE49-F238E27FC236}">
                <a16:creationId xmlns:a16="http://schemas.microsoft.com/office/drawing/2014/main" id="{39534F65-C5BD-CC93-0AD0-31A26CA27CF1}"/>
              </a:ext>
            </a:extLst>
          </p:cNvPr>
          <p:cNvGrpSpPr/>
          <p:nvPr/>
        </p:nvGrpSpPr>
        <p:grpSpPr>
          <a:xfrm>
            <a:off x="476373" y="4379027"/>
            <a:ext cx="3273059" cy="1872206"/>
            <a:chOff x="1151847" y="33069"/>
            <a:chExt cx="3273059" cy="1872206"/>
          </a:xfrm>
        </p:grpSpPr>
        <p:grpSp>
          <p:nvGrpSpPr>
            <p:cNvPr id="336" name="组合 335">
              <a:extLst>
                <a:ext uri="{FF2B5EF4-FFF2-40B4-BE49-F238E27FC236}">
                  <a16:creationId xmlns:a16="http://schemas.microsoft.com/office/drawing/2014/main" id="{4E359718-15E8-DAD6-49D5-FDD5B07EF2C1}"/>
                </a:ext>
              </a:extLst>
            </p:cNvPr>
            <p:cNvGrpSpPr/>
            <p:nvPr/>
          </p:nvGrpSpPr>
          <p:grpSpPr>
            <a:xfrm>
              <a:off x="4064135" y="33069"/>
              <a:ext cx="360000" cy="360000"/>
              <a:chOff x="5308391" y="474484"/>
              <a:chExt cx="540000" cy="540000"/>
            </a:xfrm>
          </p:grpSpPr>
          <p:sp>
            <p:nvSpPr>
              <p:cNvPr id="386" name="椭圆 385">
                <a:extLst>
                  <a:ext uri="{FF2B5EF4-FFF2-40B4-BE49-F238E27FC236}">
                    <a16:creationId xmlns:a16="http://schemas.microsoft.com/office/drawing/2014/main" id="{5C8D1173-8EDE-B316-D6A7-ABBFC1418C04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387" name="图片 386">
                <a:extLst>
                  <a:ext uri="{FF2B5EF4-FFF2-40B4-BE49-F238E27FC236}">
                    <a16:creationId xmlns:a16="http://schemas.microsoft.com/office/drawing/2014/main" id="{7E6AAB15-4F45-0AE5-38EF-BFF13383F2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grpSp>
          <p:nvGrpSpPr>
            <p:cNvPr id="337" name="组合 336">
              <a:extLst>
                <a:ext uri="{FF2B5EF4-FFF2-40B4-BE49-F238E27FC236}">
                  <a16:creationId xmlns:a16="http://schemas.microsoft.com/office/drawing/2014/main" id="{82579DF2-0DEE-8D99-2E24-201BEFE6A663}"/>
                </a:ext>
              </a:extLst>
            </p:cNvPr>
            <p:cNvGrpSpPr/>
            <p:nvPr/>
          </p:nvGrpSpPr>
          <p:grpSpPr>
            <a:xfrm>
              <a:off x="1151847" y="63728"/>
              <a:ext cx="2065893" cy="1841547"/>
              <a:chOff x="3698277" y="1033984"/>
              <a:chExt cx="2065893" cy="1841547"/>
            </a:xfrm>
          </p:grpSpPr>
          <p:sp>
            <p:nvSpPr>
              <p:cNvPr id="372" name="文本框 371">
                <a:extLst>
                  <a:ext uri="{FF2B5EF4-FFF2-40B4-BE49-F238E27FC236}">
                    <a16:creationId xmlns:a16="http://schemas.microsoft.com/office/drawing/2014/main" id="{C40A18A0-CA73-1F1B-E6AD-C3F2EF5157A2}"/>
                  </a:ext>
                </a:extLst>
              </p:cNvPr>
              <p:cNvSpPr txBox="1"/>
              <p:nvPr/>
            </p:nvSpPr>
            <p:spPr>
              <a:xfrm>
                <a:off x="5108164" y="2550710"/>
                <a:ext cx="369332" cy="22925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…</a:t>
                </a:r>
                <a:endParaRPr kumimoji="1" lang="zh-CN" altLang="en-US" sz="1200" dirty="0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373" name="文本框 372">
                <a:extLst>
                  <a:ext uri="{FF2B5EF4-FFF2-40B4-BE49-F238E27FC236}">
                    <a16:creationId xmlns:a16="http://schemas.microsoft.com/office/drawing/2014/main" id="{3AD47D97-B961-5328-697C-83D81CB5C111}"/>
                  </a:ext>
                </a:extLst>
              </p:cNvPr>
              <p:cNvSpPr txBox="1"/>
              <p:nvPr/>
            </p:nvSpPr>
            <p:spPr>
              <a:xfrm>
                <a:off x="5108164" y="1961364"/>
                <a:ext cx="369332" cy="22925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…</a:t>
                </a:r>
                <a:endParaRPr kumimoji="1" lang="zh-CN" alt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374" name="文本框 373">
                <a:extLst>
                  <a:ext uri="{FF2B5EF4-FFF2-40B4-BE49-F238E27FC236}">
                    <a16:creationId xmlns:a16="http://schemas.microsoft.com/office/drawing/2014/main" id="{2F786D02-000F-D37B-10D1-FF5A92543419}"/>
                  </a:ext>
                </a:extLst>
              </p:cNvPr>
              <p:cNvSpPr txBox="1"/>
              <p:nvPr/>
            </p:nvSpPr>
            <p:spPr>
              <a:xfrm>
                <a:off x="5108164" y="1372131"/>
                <a:ext cx="369332" cy="252177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…</a:t>
                </a:r>
                <a:endParaRPr kumimoji="1" lang="zh-CN" altLang="en-US" sz="1200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375" name="圆角矩形 374">
                <a:extLst>
                  <a:ext uri="{FF2B5EF4-FFF2-40B4-BE49-F238E27FC236}">
                    <a16:creationId xmlns:a16="http://schemas.microsoft.com/office/drawing/2014/main" id="{A1ED6A9D-A0F9-B692-AE26-7EEA3D6981C5}"/>
                  </a:ext>
                </a:extLst>
              </p:cNvPr>
              <p:cNvSpPr/>
              <p:nvPr/>
            </p:nvSpPr>
            <p:spPr>
              <a:xfrm>
                <a:off x="3698277" y="1033984"/>
                <a:ext cx="2065893" cy="184154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76" name="矩形 375">
                <a:extLst>
                  <a:ext uri="{FF2B5EF4-FFF2-40B4-BE49-F238E27FC236}">
                    <a16:creationId xmlns:a16="http://schemas.microsoft.com/office/drawing/2014/main" id="{935C6FFF-0642-7604-60BD-C399D015A720}"/>
                  </a:ext>
                </a:extLst>
              </p:cNvPr>
              <p:cNvSpPr/>
              <p:nvPr/>
            </p:nvSpPr>
            <p:spPr>
              <a:xfrm>
                <a:off x="5203137" y="1108016"/>
                <a:ext cx="199385" cy="133184"/>
              </a:xfrm>
              <a:prstGeom prst="rect">
                <a:avLst/>
              </a:prstGeom>
              <a:solidFill>
                <a:srgbClr val="FFA99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77" name="矩形 376">
                <a:extLst>
                  <a:ext uri="{FF2B5EF4-FFF2-40B4-BE49-F238E27FC236}">
                    <a16:creationId xmlns:a16="http://schemas.microsoft.com/office/drawing/2014/main" id="{3B6455E3-F4B1-FCBB-D4CD-696BFDD50250}"/>
                  </a:ext>
                </a:extLst>
              </p:cNvPr>
              <p:cNvSpPr/>
              <p:nvPr/>
            </p:nvSpPr>
            <p:spPr>
              <a:xfrm>
                <a:off x="5203137" y="1274496"/>
                <a:ext cx="199385" cy="133184"/>
              </a:xfrm>
              <a:prstGeom prst="rect">
                <a:avLst/>
              </a:prstGeom>
              <a:solidFill>
                <a:srgbClr val="FFA99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78" name="矩形 377">
                <a:extLst>
                  <a:ext uri="{FF2B5EF4-FFF2-40B4-BE49-F238E27FC236}">
                    <a16:creationId xmlns:a16="http://schemas.microsoft.com/office/drawing/2014/main" id="{062DE4D6-878B-03A9-75D7-51DC0D351E9F}"/>
                  </a:ext>
                </a:extLst>
              </p:cNvPr>
              <p:cNvSpPr/>
              <p:nvPr/>
            </p:nvSpPr>
            <p:spPr>
              <a:xfrm>
                <a:off x="5203137" y="1507732"/>
                <a:ext cx="199385" cy="133184"/>
              </a:xfrm>
              <a:prstGeom prst="rect">
                <a:avLst/>
              </a:prstGeom>
              <a:solidFill>
                <a:srgbClr val="FFA99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79" name="矩形 378">
                <a:extLst>
                  <a:ext uri="{FF2B5EF4-FFF2-40B4-BE49-F238E27FC236}">
                    <a16:creationId xmlns:a16="http://schemas.microsoft.com/office/drawing/2014/main" id="{613AEFFC-A16A-3249-F193-995A421F7566}"/>
                  </a:ext>
                </a:extLst>
              </p:cNvPr>
              <p:cNvSpPr/>
              <p:nvPr/>
            </p:nvSpPr>
            <p:spPr>
              <a:xfrm>
                <a:off x="5203137" y="1697363"/>
                <a:ext cx="199385" cy="13318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80" name="矩形 379">
                <a:extLst>
                  <a:ext uri="{FF2B5EF4-FFF2-40B4-BE49-F238E27FC236}">
                    <a16:creationId xmlns:a16="http://schemas.microsoft.com/office/drawing/2014/main" id="{3B5BB863-85DE-29FB-761E-CD7DB390DC78}"/>
                  </a:ext>
                </a:extLst>
              </p:cNvPr>
              <p:cNvSpPr/>
              <p:nvPr/>
            </p:nvSpPr>
            <p:spPr>
              <a:xfrm>
                <a:off x="5203137" y="1863842"/>
                <a:ext cx="199385" cy="13318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81" name="矩形 380">
                <a:extLst>
                  <a:ext uri="{FF2B5EF4-FFF2-40B4-BE49-F238E27FC236}">
                    <a16:creationId xmlns:a16="http://schemas.microsoft.com/office/drawing/2014/main" id="{A2037AD2-8054-BDA2-67CF-4107C7F638B6}"/>
                  </a:ext>
                </a:extLst>
              </p:cNvPr>
              <p:cNvSpPr/>
              <p:nvPr/>
            </p:nvSpPr>
            <p:spPr>
              <a:xfrm>
                <a:off x="5203137" y="2108653"/>
                <a:ext cx="199385" cy="13318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82" name="矩形 381">
                <a:extLst>
                  <a:ext uri="{FF2B5EF4-FFF2-40B4-BE49-F238E27FC236}">
                    <a16:creationId xmlns:a16="http://schemas.microsoft.com/office/drawing/2014/main" id="{5D4537A8-A46E-D2C4-DA59-69D739BA7E54}"/>
                  </a:ext>
                </a:extLst>
              </p:cNvPr>
              <p:cNvSpPr/>
              <p:nvPr/>
            </p:nvSpPr>
            <p:spPr>
              <a:xfrm>
                <a:off x="5203137" y="2286709"/>
                <a:ext cx="199385" cy="13318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83" name="矩形 382">
                <a:extLst>
                  <a:ext uri="{FF2B5EF4-FFF2-40B4-BE49-F238E27FC236}">
                    <a16:creationId xmlns:a16="http://schemas.microsoft.com/office/drawing/2014/main" id="{7F75E1D1-F1C8-CE43-D822-2E67AEC0B034}"/>
                  </a:ext>
                </a:extLst>
              </p:cNvPr>
              <p:cNvSpPr/>
              <p:nvPr/>
            </p:nvSpPr>
            <p:spPr>
              <a:xfrm>
                <a:off x="5203137" y="2453188"/>
                <a:ext cx="199385" cy="13318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84" name="矩形 383">
                <a:extLst>
                  <a:ext uri="{FF2B5EF4-FFF2-40B4-BE49-F238E27FC236}">
                    <a16:creationId xmlns:a16="http://schemas.microsoft.com/office/drawing/2014/main" id="{536BD6F1-6F0E-FC40-1556-55A09DC5F86D}"/>
                  </a:ext>
                </a:extLst>
              </p:cNvPr>
              <p:cNvSpPr/>
              <p:nvPr/>
            </p:nvSpPr>
            <p:spPr>
              <a:xfrm>
                <a:off x="5203137" y="2698000"/>
                <a:ext cx="199385" cy="13318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F8753742-8FC9-251F-128C-6EAB6277B0AF}"/>
                  </a:ext>
                </a:extLst>
              </p:cNvPr>
              <p:cNvSpPr txBox="1"/>
              <p:nvPr/>
            </p:nvSpPr>
            <p:spPr>
              <a:xfrm>
                <a:off x="3698277" y="1731965"/>
                <a:ext cx="1426860" cy="370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000" b="1" dirty="0"/>
                  <a:t>3 x 3 x 3 </a:t>
                </a:r>
              </a:p>
              <a:p>
                <a:pPr algn="ctr"/>
                <a:r>
                  <a:rPr kumimoji="1" lang="zh-CN" altLang="en-US" sz="1000" b="1" dirty="0"/>
                  <a:t>一个</a:t>
                </a:r>
                <a:r>
                  <a:rPr kumimoji="1" lang="en" altLang="zh-CN" sz="1000" b="1" dirty="0"/>
                  <a:t>receptive field</a:t>
                </a:r>
                <a:endParaRPr kumimoji="1" lang="zh-CN" altLang="en-US" sz="1000" b="1" dirty="0"/>
              </a:p>
            </p:txBody>
          </p:sp>
        </p:grpSp>
        <p:grpSp>
          <p:nvGrpSpPr>
            <p:cNvPr id="338" name="组合 337">
              <a:extLst>
                <a:ext uri="{FF2B5EF4-FFF2-40B4-BE49-F238E27FC236}">
                  <a16:creationId xmlns:a16="http://schemas.microsoft.com/office/drawing/2014/main" id="{803F531A-444D-4D43-7E9A-DE84C02CEB16}"/>
                </a:ext>
              </a:extLst>
            </p:cNvPr>
            <p:cNvGrpSpPr/>
            <p:nvPr/>
          </p:nvGrpSpPr>
          <p:grpSpPr>
            <a:xfrm>
              <a:off x="4064906" y="484642"/>
              <a:ext cx="360000" cy="360000"/>
              <a:chOff x="5308391" y="474484"/>
              <a:chExt cx="540000" cy="540000"/>
            </a:xfrm>
          </p:grpSpPr>
          <p:sp>
            <p:nvSpPr>
              <p:cNvPr id="370" name="椭圆 369">
                <a:extLst>
                  <a:ext uri="{FF2B5EF4-FFF2-40B4-BE49-F238E27FC236}">
                    <a16:creationId xmlns:a16="http://schemas.microsoft.com/office/drawing/2014/main" id="{45DA10C7-6D22-2C5E-9443-8931E4751D58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371" name="图片 370">
                <a:extLst>
                  <a:ext uri="{FF2B5EF4-FFF2-40B4-BE49-F238E27FC236}">
                    <a16:creationId xmlns:a16="http://schemas.microsoft.com/office/drawing/2014/main" id="{12745428-E64E-DFD0-EC13-8F416BFF7A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grpSp>
          <p:nvGrpSpPr>
            <p:cNvPr id="339" name="组合 338">
              <a:extLst>
                <a:ext uri="{FF2B5EF4-FFF2-40B4-BE49-F238E27FC236}">
                  <a16:creationId xmlns:a16="http://schemas.microsoft.com/office/drawing/2014/main" id="{0676C462-D727-8098-15DF-6FD7C889BE49}"/>
                </a:ext>
              </a:extLst>
            </p:cNvPr>
            <p:cNvGrpSpPr/>
            <p:nvPr/>
          </p:nvGrpSpPr>
          <p:grpSpPr>
            <a:xfrm>
              <a:off x="4060763" y="936215"/>
              <a:ext cx="360000" cy="360000"/>
              <a:chOff x="5308391" y="474484"/>
              <a:chExt cx="540000" cy="540000"/>
            </a:xfrm>
          </p:grpSpPr>
          <p:sp>
            <p:nvSpPr>
              <p:cNvPr id="368" name="椭圆 367">
                <a:extLst>
                  <a:ext uri="{FF2B5EF4-FFF2-40B4-BE49-F238E27FC236}">
                    <a16:creationId xmlns:a16="http://schemas.microsoft.com/office/drawing/2014/main" id="{25CFC567-BD46-29EE-143D-17CF8E8ED104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432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369" name="图片 368">
                <a:extLst>
                  <a:ext uri="{FF2B5EF4-FFF2-40B4-BE49-F238E27FC236}">
                    <a16:creationId xmlns:a16="http://schemas.microsoft.com/office/drawing/2014/main" id="{DA441F1E-22E4-DB31-EFC9-E78FA8299D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sp>
          <p:nvSpPr>
            <p:cNvPr id="340" name="文本框 339">
              <a:extLst>
                <a:ext uri="{FF2B5EF4-FFF2-40B4-BE49-F238E27FC236}">
                  <a16:creationId xmlns:a16="http://schemas.microsoft.com/office/drawing/2014/main" id="{C61D1E02-2F1C-A9D1-A9A5-D71692683819}"/>
                </a:ext>
              </a:extLst>
            </p:cNvPr>
            <p:cNvSpPr txBox="1"/>
            <p:nvPr/>
          </p:nvSpPr>
          <p:spPr>
            <a:xfrm>
              <a:off x="4048545" y="1298107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/>
                <a:t>…</a:t>
              </a:r>
              <a:endParaRPr kumimoji="1" lang="zh-CN" altLang="en-US" b="1" dirty="0"/>
            </a:p>
          </p:txBody>
        </p:sp>
        <p:cxnSp>
          <p:nvCxnSpPr>
            <p:cNvPr id="341" name="直线连接符 340">
              <a:extLst>
                <a:ext uri="{FF2B5EF4-FFF2-40B4-BE49-F238E27FC236}">
                  <a16:creationId xmlns:a16="http://schemas.microsoft.com/office/drawing/2014/main" id="{BB69824E-E9DE-520B-3DDB-E8ED92D7337E}"/>
                </a:ext>
              </a:extLst>
            </p:cNvPr>
            <p:cNvCxnSpPr>
              <a:stCxn id="376" idx="3"/>
              <a:endCxn id="386" idx="2"/>
            </p:cNvCxnSpPr>
            <p:nvPr/>
          </p:nvCxnSpPr>
          <p:spPr>
            <a:xfrm>
              <a:off x="2856092" y="204352"/>
              <a:ext cx="1208043" cy="871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直线连接符 341">
              <a:extLst>
                <a:ext uri="{FF2B5EF4-FFF2-40B4-BE49-F238E27FC236}">
                  <a16:creationId xmlns:a16="http://schemas.microsoft.com/office/drawing/2014/main" id="{4A56CA54-7400-5933-2611-55ADC04ADD38}"/>
                </a:ext>
              </a:extLst>
            </p:cNvPr>
            <p:cNvCxnSpPr>
              <a:cxnSpLocks/>
              <a:stCxn id="384" idx="3"/>
              <a:endCxn id="386" idx="2"/>
            </p:cNvCxnSpPr>
            <p:nvPr/>
          </p:nvCxnSpPr>
          <p:spPr>
            <a:xfrm flipV="1">
              <a:off x="2856092" y="213069"/>
              <a:ext cx="1208043" cy="158126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直线连接符 342">
              <a:extLst>
                <a:ext uri="{FF2B5EF4-FFF2-40B4-BE49-F238E27FC236}">
                  <a16:creationId xmlns:a16="http://schemas.microsoft.com/office/drawing/2014/main" id="{30A21FB3-7D68-5A92-1416-174253216AEA}"/>
                </a:ext>
              </a:extLst>
            </p:cNvPr>
            <p:cNvCxnSpPr>
              <a:cxnSpLocks/>
              <a:stCxn id="377" idx="3"/>
              <a:endCxn id="386" idx="2"/>
            </p:cNvCxnSpPr>
            <p:nvPr/>
          </p:nvCxnSpPr>
          <p:spPr>
            <a:xfrm flipV="1">
              <a:off x="2856092" y="213069"/>
              <a:ext cx="1208043" cy="15776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直线连接符 343">
              <a:extLst>
                <a:ext uri="{FF2B5EF4-FFF2-40B4-BE49-F238E27FC236}">
                  <a16:creationId xmlns:a16="http://schemas.microsoft.com/office/drawing/2014/main" id="{A6D9A6A9-80D4-3BD7-FCFB-B93455E79D98}"/>
                </a:ext>
              </a:extLst>
            </p:cNvPr>
            <p:cNvCxnSpPr>
              <a:cxnSpLocks/>
              <a:stCxn id="386" idx="2"/>
              <a:endCxn id="378" idx="3"/>
            </p:cNvCxnSpPr>
            <p:nvPr/>
          </p:nvCxnSpPr>
          <p:spPr>
            <a:xfrm flipH="1">
              <a:off x="2856092" y="213069"/>
              <a:ext cx="1208043" cy="39099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直线连接符 344">
              <a:extLst>
                <a:ext uri="{FF2B5EF4-FFF2-40B4-BE49-F238E27FC236}">
                  <a16:creationId xmlns:a16="http://schemas.microsoft.com/office/drawing/2014/main" id="{213FAE85-A8B9-40A4-E1C6-D21AB9A96C0F}"/>
                </a:ext>
              </a:extLst>
            </p:cNvPr>
            <p:cNvCxnSpPr>
              <a:cxnSpLocks/>
              <a:stCxn id="386" idx="2"/>
              <a:endCxn id="379" idx="3"/>
            </p:cNvCxnSpPr>
            <p:nvPr/>
          </p:nvCxnSpPr>
          <p:spPr>
            <a:xfrm flipH="1">
              <a:off x="2856092" y="213069"/>
              <a:ext cx="1208043" cy="58063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直线连接符 345">
              <a:extLst>
                <a:ext uri="{FF2B5EF4-FFF2-40B4-BE49-F238E27FC236}">
                  <a16:creationId xmlns:a16="http://schemas.microsoft.com/office/drawing/2014/main" id="{76241498-89A2-506B-2BBD-710207DA0A5A}"/>
                </a:ext>
              </a:extLst>
            </p:cNvPr>
            <p:cNvCxnSpPr>
              <a:cxnSpLocks/>
              <a:stCxn id="386" idx="2"/>
              <a:endCxn id="380" idx="3"/>
            </p:cNvCxnSpPr>
            <p:nvPr/>
          </p:nvCxnSpPr>
          <p:spPr>
            <a:xfrm flipH="1">
              <a:off x="2856092" y="213069"/>
              <a:ext cx="1208043" cy="74710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直线连接符 346">
              <a:extLst>
                <a:ext uri="{FF2B5EF4-FFF2-40B4-BE49-F238E27FC236}">
                  <a16:creationId xmlns:a16="http://schemas.microsoft.com/office/drawing/2014/main" id="{97D01A4D-5F70-487A-D2EB-70A5D1F994E3}"/>
                </a:ext>
              </a:extLst>
            </p:cNvPr>
            <p:cNvCxnSpPr>
              <a:cxnSpLocks/>
              <a:stCxn id="386" idx="2"/>
              <a:endCxn id="381" idx="3"/>
            </p:cNvCxnSpPr>
            <p:nvPr/>
          </p:nvCxnSpPr>
          <p:spPr>
            <a:xfrm flipH="1">
              <a:off x="2856092" y="213069"/>
              <a:ext cx="1208043" cy="99192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直线连接符 347">
              <a:extLst>
                <a:ext uri="{FF2B5EF4-FFF2-40B4-BE49-F238E27FC236}">
                  <a16:creationId xmlns:a16="http://schemas.microsoft.com/office/drawing/2014/main" id="{80B3B087-EFF5-CC77-8B9F-522514348750}"/>
                </a:ext>
              </a:extLst>
            </p:cNvPr>
            <p:cNvCxnSpPr>
              <a:cxnSpLocks/>
              <a:stCxn id="386" idx="2"/>
              <a:endCxn id="382" idx="3"/>
            </p:cNvCxnSpPr>
            <p:nvPr/>
          </p:nvCxnSpPr>
          <p:spPr>
            <a:xfrm flipH="1">
              <a:off x="2856092" y="213069"/>
              <a:ext cx="1208043" cy="116997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直线连接符 348">
              <a:extLst>
                <a:ext uri="{FF2B5EF4-FFF2-40B4-BE49-F238E27FC236}">
                  <a16:creationId xmlns:a16="http://schemas.microsoft.com/office/drawing/2014/main" id="{7441A2E8-7FBB-6841-DC2A-CBCE408B779F}"/>
                </a:ext>
              </a:extLst>
            </p:cNvPr>
            <p:cNvCxnSpPr>
              <a:cxnSpLocks/>
              <a:stCxn id="386" idx="2"/>
              <a:endCxn id="383" idx="3"/>
            </p:cNvCxnSpPr>
            <p:nvPr/>
          </p:nvCxnSpPr>
          <p:spPr>
            <a:xfrm flipH="1">
              <a:off x="2856092" y="213069"/>
              <a:ext cx="1208043" cy="133645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直线连接符 349">
              <a:extLst>
                <a:ext uri="{FF2B5EF4-FFF2-40B4-BE49-F238E27FC236}">
                  <a16:creationId xmlns:a16="http://schemas.microsoft.com/office/drawing/2014/main" id="{7E7B632A-3B36-E251-B206-B99D5231D1C1}"/>
                </a:ext>
              </a:extLst>
            </p:cNvPr>
            <p:cNvCxnSpPr>
              <a:cxnSpLocks/>
              <a:stCxn id="376" idx="3"/>
              <a:endCxn id="370" idx="2"/>
            </p:cNvCxnSpPr>
            <p:nvPr/>
          </p:nvCxnSpPr>
          <p:spPr>
            <a:xfrm>
              <a:off x="2856092" y="204352"/>
              <a:ext cx="1208814" cy="46029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直线连接符 350">
              <a:extLst>
                <a:ext uri="{FF2B5EF4-FFF2-40B4-BE49-F238E27FC236}">
                  <a16:creationId xmlns:a16="http://schemas.microsoft.com/office/drawing/2014/main" id="{BD2DE8CF-0F4C-C233-6CE1-BDB4AF3F6D3F}"/>
                </a:ext>
              </a:extLst>
            </p:cNvPr>
            <p:cNvCxnSpPr>
              <a:cxnSpLocks/>
              <a:stCxn id="377" idx="3"/>
              <a:endCxn id="370" idx="2"/>
            </p:cNvCxnSpPr>
            <p:nvPr/>
          </p:nvCxnSpPr>
          <p:spPr>
            <a:xfrm>
              <a:off x="2856092" y="370832"/>
              <a:ext cx="1208814" cy="29381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直线连接符 351">
              <a:extLst>
                <a:ext uri="{FF2B5EF4-FFF2-40B4-BE49-F238E27FC236}">
                  <a16:creationId xmlns:a16="http://schemas.microsoft.com/office/drawing/2014/main" id="{2390DA0D-8394-96A0-6D23-905527864364}"/>
                </a:ext>
              </a:extLst>
            </p:cNvPr>
            <p:cNvCxnSpPr>
              <a:cxnSpLocks/>
              <a:stCxn id="378" idx="3"/>
              <a:endCxn id="370" idx="2"/>
            </p:cNvCxnSpPr>
            <p:nvPr/>
          </p:nvCxnSpPr>
          <p:spPr>
            <a:xfrm>
              <a:off x="2856092" y="604068"/>
              <a:ext cx="1208814" cy="60574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直线连接符 352">
              <a:extLst>
                <a:ext uri="{FF2B5EF4-FFF2-40B4-BE49-F238E27FC236}">
                  <a16:creationId xmlns:a16="http://schemas.microsoft.com/office/drawing/2014/main" id="{B07B250E-D735-60A9-6DDE-CB751599BEFD}"/>
                </a:ext>
              </a:extLst>
            </p:cNvPr>
            <p:cNvCxnSpPr>
              <a:cxnSpLocks/>
              <a:stCxn id="379" idx="3"/>
              <a:endCxn id="370" idx="2"/>
            </p:cNvCxnSpPr>
            <p:nvPr/>
          </p:nvCxnSpPr>
          <p:spPr>
            <a:xfrm flipV="1">
              <a:off x="2856092" y="664642"/>
              <a:ext cx="1208814" cy="129057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直线连接符 353">
              <a:extLst>
                <a:ext uri="{FF2B5EF4-FFF2-40B4-BE49-F238E27FC236}">
                  <a16:creationId xmlns:a16="http://schemas.microsoft.com/office/drawing/2014/main" id="{78D234FA-8A9E-3D13-816B-CE8EFBA3B1AD}"/>
                </a:ext>
              </a:extLst>
            </p:cNvPr>
            <p:cNvCxnSpPr>
              <a:cxnSpLocks/>
              <a:stCxn id="380" idx="3"/>
              <a:endCxn id="370" idx="2"/>
            </p:cNvCxnSpPr>
            <p:nvPr/>
          </p:nvCxnSpPr>
          <p:spPr>
            <a:xfrm flipV="1">
              <a:off x="2856092" y="664642"/>
              <a:ext cx="1208814" cy="295536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直线连接符 354">
              <a:extLst>
                <a:ext uri="{FF2B5EF4-FFF2-40B4-BE49-F238E27FC236}">
                  <a16:creationId xmlns:a16="http://schemas.microsoft.com/office/drawing/2014/main" id="{23AE612D-0167-9B43-AD61-412370BF96A9}"/>
                </a:ext>
              </a:extLst>
            </p:cNvPr>
            <p:cNvCxnSpPr>
              <a:cxnSpLocks/>
              <a:stCxn id="381" idx="3"/>
              <a:endCxn id="370" idx="2"/>
            </p:cNvCxnSpPr>
            <p:nvPr/>
          </p:nvCxnSpPr>
          <p:spPr>
            <a:xfrm flipV="1">
              <a:off x="2856092" y="664642"/>
              <a:ext cx="1208814" cy="540347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直线连接符 355">
              <a:extLst>
                <a:ext uri="{FF2B5EF4-FFF2-40B4-BE49-F238E27FC236}">
                  <a16:creationId xmlns:a16="http://schemas.microsoft.com/office/drawing/2014/main" id="{1340DB39-B8EC-7008-B806-6F94ACC1C3BB}"/>
                </a:ext>
              </a:extLst>
            </p:cNvPr>
            <p:cNvCxnSpPr>
              <a:cxnSpLocks/>
              <a:stCxn id="382" idx="3"/>
              <a:endCxn id="370" idx="2"/>
            </p:cNvCxnSpPr>
            <p:nvPr/>
          </p:nvCxnSpPr>
          <p:spPr>
            <a:xfrm flipV="1">
              <a:off x="2856092" y="664642"/>
              <a:ext cx="1208814" cy="718403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直线连接符 356">
              <a:extLst>
                <a:ext uri="{FF2B5EF4-FFF2-40B4-BE49-F238E27FC236}">
                  <a16:creationId xmlns:a16="http://schemas.microsoft.com/office/drawing/2014/main" id="{74CC9DD6-0E48-6348-BBDE-B37B181B36D7}"/>
                </a:ext>
              </a:extLst>
            </p:cNvPr>
            <p:cNvCxnSpPr>
              <a:cxnSpLocks/>
              <a:stCxn id="383" idx="3"/>
              <a:endCxn id="370" idx="2"/>
            </p:cNvCxnSpPr>
            <p:nvPr/>
          </p:nvCxnSpPr>
          <p:spPr>
            <a:xfrm flipV="1">
              <a:off x="2856092" y="664642"/>
              <a:ext cx="1208814" cy="884882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直线连接符 357">
              <a:extLst>
                <a:ext uri="{FF2B5EF4-FFF2-40B4-BE49-F238E27FC236}">
                  <a16:creationId xmlns:a16="http://schemas.microsoft.com/office/drawing/2014/main" id="{C2D3F950-5BD2-9F09-3759-1EA515B159FC}"/>
                </a:ext>
              </a:extLst>
            </p:cNvPr>
            <p:cNvCxnSpPr>
              <a:cxnSpLocks/>
              <a:stCxn id="384" idx="3"/>
              <a:endCxn id="370" idx="2"/>
            </p:cNvCxnSpPr>
            <p:nvPr/>
          </p:nvCxnSpPr>
          <p:spPr>
            <a:xfrm flipV="1">
              <a:off x="2856092" y="664642"/>
              <a:ext cx="1208814" cy="1129694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直线连接符 358">
              <a:extLst>
                <a:ext uri="{FF2B5EF4-FFF2-40B4-BE49-F238E27FC236}">
                  <a16:creationId xmlns:a16="http://schemas.microsoft.com/office/drawing/2014/main" id="{66580A65-3DAA-2170-EC56-005D87F8A3AB}"/>
                </a:ext>
              </a:extLst>
            </p:cNvPr>
            <p:cNvCxnSpPr>
              <a:cxnSpLocks/>
              <a:stCxn id="384" idx="3"/>
              <a:endCxn id="368" idx="2"/>
            </p:cNvCxnSpPr>
            <p:nvPr/>
          </p:nvCxnSpPr>
          <p:spPr>
            <a:xfrm flipV="1">
              <a:off x="2856092" y="1116215"/>
              <a:ext cx="1204671" cy="678121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直线连接符 359">
              <a:extLst>
                <a:ext uri="{FF2B5EF4-FFF2-40B4-BE49-F238E27FC236}">
                  <a16:creationId xmlns:a16="http://schemas.microsoft.com/office/drawing/2014/main" id="{F7889DDF-31D9-0EBF-F394-C554A5A27B73}"/>
                </a:ext>
              </a:extLst>
            </p:cNvPr>
            <p:cNvCxnSpPr>
              <a:cxnSpLocks/>
              <a:stCxn id="383" idx="3"/>
              <a:endCxn id="368" idx="2"/>
            </p:cNvCxnSpPr>
            <p:nvPr/>
          </p:nvCxnSpPr>
          <p:spPr>
            <a:xfrm flipV="1">
              <a:off x="2856092" y="1116215"/>
              <a:ext cx="1204671" cy="433309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直线连接符 360">
              <a:extLst>
                <a:ext uri="{FF2B5EF4-FFF2-40B4-BE49-F238E27FC236}">
                  <a16:creationId xmlns:a16="http://schemas.microsoft.com/office/drawing/2014/main" id="{AE74BFAE-5FE3-0B18-8D7F-E019A7F0C878}"/>
                </a:ext>
              </a:extLst>
            </p:cNvPr>
            <p:cNvCxnSpPr>
              <a:cxnSpLocks/>
              <a:stCxn id="382" idx="3"/>
              <a:endCxn id="368" idx="2"/>
            </p:cNvCxnSpPr>
            <p:nvPr/>
          </p:nvCxnSpPr>
          <p:spPr>
            <a:xfrm flipV="1">
              <a:off x="2856092" y="1116215"/>
              <a:ext cx="1204671" cy="266830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直线连接符 361">
              <a:extLst>
                <a:ext uri="{FF2B5EF4-FFF2-40B4-BE49-F238E27FC236}">
                  <a16:creationId xmlns:a16="http://schemas.microsoft.com/office/drawing/2014/main" id="{AA173489-30EA-EBD6-C7E7-45233347E32C}"/>
                </a:ext>
              </a:extLst>
            </p:cNvPr>
            <p:cNvCxnSpPr>
              <a:cxnSpLocks/>
              <a:stCxn id="381" idx="3"/>
              <a:endCxn id="368" idx="2"/>
            </p:cNvCxnSpPr>
            <p:nvPr/>
          </p:nvCxnSpPr>
          <p:spPr>
            <a:xfrm flipV="1">
              <a:off x="2856092" y="1116215"/>
              <a:ext cx="1204671" cy="88774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直线连接符 362">
              <a:extLst>
                <a:ext uri="{FF2B5EF4-FFF2-40B4-BE49-F238E27FC236}">
                  <a16:creationId xmlns:a16="http://schemas.microsoft.com/office/drawing/2014/main" id="{C0C85997-31DD-243F-6098-8D6C7F7D0752}"/>
                </a:ext>
              </a:extLst>
            </p:cNvPr>
            <p:cNvCxnSpPr>
              <a:cxnSpLocks/>
              <a:stCxn id="380" idx="3"/>
              <a:endCxn id="368" idx="2"/>
            </p:cNvCxnSpPr>
            <p:nvPr/>
          </p:nvCxnSpPr>
          <p:spPr>
            <a:xfrm>
              <a:off x="2856092" y="960178"/>
              <a:ext cx="1204671" cy="156037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直线连接符 363">
              <a:extLst>
                <a:ext uri="{FF2B5EF4-FFF2-40B4-BE49-F238E27FC236}">
                  <a16:creationId xmlns:a16="http://schemas.microsoft.com/office/drawing/2014/main" id="{3FA2B708-8407-F9B9-DF44-AA37198CAB01}"/>
                </a:ext>
              </a:extLst>
            </p:cNvPr>
            <p:cNvCxnSpPr>
              <a:cxnSpLocks/>
              <a:stCxn id="379" idx="3"/>
              <a:endCxn id="368" idx="2"/>
            </p:cNvCxnSpPr>
            <p:nvPr/>
          </p:nvCxnSpPr>
          <p:spPr>
            <a:xfrm>
              <a:off x="2856092" y="793699"/>
              <a:ext cx="1204671" cy="322516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直线连接符 364">
              <a:extLst>
                <a:ext uri="{FF2B5EF4-FFF2-40B4-BE49-F238E27FC236}">
                  <a16:creationId xmlns:a16="http://schemas.microsoft.com/office/drawing/2014/main" id="{DCBBB606-E33F-8F14-6AF2-8646DC61CD73}"/>
                </a:ext>
              </a:extLst>
            </p:cNvPr>
            <p:cNvCxnSpPr>
              <a:cxnSpLocks/>
              <a:stCxn id="378" idx="3"/>
              <a:endCxn id="368" idx="2"/>
            </p:cNvCxnSpPr>
            <p:nvPr/>
          </p:nvCxnSpPr>
          <p:spPr>
            <a:xfrm>
              <a:off x="2856092" y="604068"/>
              <a:ext cx="1204671" cy="512147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线连接符 365">
              <a:extLst>
                <a:ext uri="{FF2B5EF4-FFF2-40B4-BE49-F238E27FC236}">
                  <a16:creationId xmlns:a16="http://schemas.microsoft.com/office/drawing/2014/main" id="{0F58CF49-B96A-449E-6D72-0534B3E8C4DA}"/>
                </a:ext>
              </a:extLst>
            </p:cNvPr>
            <p:cNvCxnSpPr>
              <a:cxnSpLocks/>
              <a:stCxn id="377" idx="3"/>
              <a:endCxn id="368" idx="2"/>
            </p:cNvCxnSpPr>
            <p:nvPr/>
          </p:nvCxnSpPr>
          <p:spPr>
            <a:xfrm>
              <a:off x="2856092" y="370832"/>
              <a:ext cx="1204671" cy="745383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线连接符 366">
              <a:extLst>
                <a:ext uri="{FF2B5EF4-FFF2-40B4-BE49-F238E27FC236}">
                  <a16:creationId xmlns:a16="http://schemas.microsoft.com/office/drawing/2014/main" id="{FEB9161E-90F7-706C-E316-A36182462C7D}"/>
                </a:ext>
              </a:extLst>
            </p:cNvPr>
            <p:cNvCxnSpPr>
              <a:cxnSpLocks/>
              <a:stCxn id="376" idx="3"/>
              <a:endCxn id="368" idx="2"/>
            </p:cNvCxnSpPr>
            <p:nvPr/>
          </p:nvCxnSpPr>
          <p:spPr>
            <a:xfrm>
              <a:off x="2856092" y="204352"/>
              <a:ext cx="1204671" cy="911863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8" name="文本框 387">
            <a:extLst>
              <a:ext uri="{FF2B5EF4-FFF2-40B4-BE49-F238E27FC236}">
                <a16:creationId xmlns:a16="http://schemas.microsoft.com/office/drawing/2014/main" id="{E6285192-5626-7B19-A53F-DA54A73A8BF1}"/>
              </a:ext>
            </a:extLst>
          </p:cNvPr>
          <p:cNvSpPr txBox="1"/>
          <p:nvPr/>
        </p:nvSpPr>
        <p:spPr>
          <a:xfrm>
            <a:off x="1018314" y="3912245"/>
            <a:ext cx="768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……</a:t>
            </a:r>
            <a:endParaRPr kumimoji="1" lang="zh-CN" altLang="en-US" sz="2800" b="1" dirty="0"/>
          </a:p>
        </p:txBody>
      </p:sp>
      <p:sp>
        <p:nvSpPr>
          <p:cNvPr id="563" name="文本框 562">
            <a:extLst>
              <a:ext uri="{FF2B5EF4-FFF2-40B4-BE49-F238E27FC236}">
                <a16:creationId xmlns:a16="http://schemas.microsoft.com/office/drawing/2014/main" id="{9E27203A-28A9-AA9A-7DBB-BB79F2C8AD48}"/>
              </a:ext>
            </a:extLst>
          </p:cNvPr>
          <p:cNvSpPr txBox="1"/>
          <p:nvPr/>
        </p:nvSpPr>
        <p:spPr>
          <a:xfrm>
            <a:off x="6668687" y="4510950"/>
            <a:ext cx="768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/>
              <a:t>……</a:t>
            </a:r>
            <a:endParaRPr kumimoji="1" lang="zh-CN" altLang="en-US" sz="2800" b="1" dirty="0"/>
          </a:p>
        </p:txBody>
      </p:sp>
      <p:sp>
        <p:nvSpPr>
          <p:cNvPr id="564" name="文本框 563">
            <a:extLst>
              <a:ext uri="{FF2B5EF4-FFF2-40B4-BE49-F238E27FC236}">
                <a16:creationId xmlns:a16="http://schemas.microsoft.com/office/drawing/2014/main" id="{8A3D0D26-80DF-EB57-5AB9-80A25023E41B}"/>
              </a:ext>
            </a:extLst>
          </p:cNvPr>
          <p:cNvSpPr txBox="1"/>
          <p:nvPr/>
        </p:nvSpPr>
        <p:spPr>
          <a:xfrm>
            <a:off x="6038933" y="6300872"/>
            <a:ext cx="2305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/>
              <a:t>96 x 96 </a:t>
            </a:r>
            <a:r>
              <a:rPr kumimoji="1" lang="zh-CN" altLang="en-US" sz="1200" b="1" dirty="0"/>
              <a:t>个</a:t>
            </a:r>
            <a:endParaRPr kumimoji="1" lang="en-US" altLang="zh-CN" sz="1200" b="1" dirty="0"/>
          </a:p>
          <a:p>
            <a:pPr algn="ctr"/>
            <a:r>
              <a:rPr kumimoji="1" lang="zh-CN" altLang="en-US" sz="1200" b="1" dirty="0"/>
              <a:t> </a:t>
            </a:r>
            <a:r>
              <a:rPr kumimoji="1" lang="en" altLang="zh-CN" sz="1200" b="1" dirty="0"/>
              <a:t>receptive field</a:t>
            </a:r>
            <a:endParaRPr kumimoji="1" lang="zh-CN" altLang="en-US" sz="1200" b="1" dirty="0"/>
          </a:p>
        </p:txBody>
      </p:sp>
      <p:grpSp>
        <p:nvGrpSpPr>
          <p:cNvPr id="565" name="组合 564">
            <a:extLst>
              <a:ext uri="{FF2B5EF4-FFF2-40B4-BE49-F238E27FC236}">
                <a16:creationId xmlns:a16="http://schemas.microsoft.com/office/drawing/2014/main" id="{35860230-F599-75BD-9B5D-F279DC30AF26}"/>
              </a:ext>
            </a:extLst>
          </p:cNvPr>
          <p:cNvGrpSpPr/>
          <p:nvPr/>
        </p:nvGrpSpPr>
        <p:grpSpPr>
          <a:xfrm>
            <a:off x="6130389" y="68633"/>
            <a:ext cx="3058306" cy="1538064"/>
            <a:chOff x="6672970" y="1322457"/>
            <a:chExt cx="3058306" cy="1538064"/>
          </a:xfrm>
        </p:grpSpPr>
        <p:grpSp>
          <p:nvGrpSpPr>
            <p:cNvPr id="566" name="组合 565">
              <a:extLst>
                <a:ext uri="{FF2B5EF4-FFF2-40B4-BE49-F238E27FC236}">
                  <a16:creationId xmlns:a16="http://schemas.microsoft.com/office/drawing/2014/main" id="{9605A359-E182-AE14-5C47-AFE3CF00FD20}"/>
                </a:ext>
              </a:extLst>
            </p:cNvPr>
            <p:cNvGrpSpPr/>
            <p:nvPr/>
          </p:nvGrpSpPr>
          <p:grpSpPr>
            <a:xfrm>
              <a:off x="6672970" y="1525802"/>
              <a:ext cx="1973320" cy="1020923"/>
              <a:chOff x="6672970" y="1525802"/>
              <a:chExt cx="1973320" cy="1020923"/>
            </a:xfrm>
          </p:grpSpPr>
          <p:sp>
            <p:nvSpPr>
              <p:cNvPr id="589" name="文本框 588">
                <a:extLst>
                  <a:ext uri="{FF2B5EF4-FFF2-40B4-BE49-F238E27FC236}">
                    <a16:creationId xmlns:a16="http://schemas.microsoft.com/office/drawing/2014/main" id="{23FA8573-E628-E8CD-1BA4-6232528F3DFA}"/>
                  </a:ext>
                </a:extLst>
              </p:cNvPr>
              <p:cNvSpPr txBox="1"/>
              <p:nvPr/>
            </p:nvSpPr>
            <p:spPr>
              <a:xfrm>
                <a:off x="8163881" y="2101054"/>
                <a:ext cx="369332" cy="22925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…</a:t>
                </a:r>
                <a:endParaRPr kumimoji="1" lang="zh-CN" alt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590" name="圆角矩形 589">
                <a:extLst>
                  <a:ext uri="{FF2B5EF4-FFF2-40B4-BE49-F238E27FC236}">
                    <a16:creationId xmlns:a16="http://schemas.microsoft.com/office/drawing/2014/main" id="{42A27854-166F-0EDC-A065-689EB6812E3D}"/>
                  </a:ext>
                </a:extLst>
              </p:cNvPr>
              <p:cNvSpPr/>
              <p:nvPr/>
            </p:nvSpPr>
            <p:spPr>
              <a:xfrm>
                <a:off x="6672970" y="1525802"/>
                <a:ext cx="1973320" cy="102092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591" name="矩形 590">
                <a:extLst>
                  <a:ext uri="{FF2B5EF4-FFF2-40B4-BE49-F238E27FC236}">
                    <a16:creationId xmlns:a16="http://schemas.microsoft.com/office/drawing/2014/main" id="{690FCC17-0D24-2B7D-9F93-2409059C3611}"/>
                  </a:ext>
                </a:extLst>
              </p:cNvPr>
              <p:cNvSpPr/>
              <p:nvPr/>
            </p:nvSpPr>
            <p:spPr>
              <a:xfrm>
                <a:off x="8258854" y="1651797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592" name="矩形 591">
                <a:extLst>
                  <a:ext uri="{FF2B5EF4-FFF2-40B4-BE49-F238E27FC236}">
                    <a16:creationId xmlns:a16="http://schemas.microsoft.com/office/drawing/2014/main" id="{45526925-756D-D926-3A52-845013E49465}"/>
                  </a:ext>
                </a:extLst>
              </p:cNvPr>
              <p:cNvSpPr/>
              <p:nvPr/>
            </p:nvSpPr>
            <p:spPr>
              <a:xfrm>
                <a:off x="8258854" y="1825480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593" name="矩形 592">
                <a:extLst>
                  <a:ext uri="{FF2B5EF4-FFF2-40B4-BE49-F238E27FC236}">
                    <a16:creationId xmlns:a16="http://schemas.microsoft.com/office/drawing/2014/main" id="{2D05D2BD-A292-73F9-066D-C9C4E3220E45}"/>
                  </a:ext>
                </a:extLst>
              </p:cNvPr>
              <p:cNvSpPr/>
              <p:nvPr/>
            </p:nvSpPr>
            <p:spPr>
              <a:xfrm>
                <a:off x="8258854" y="1991957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594" name="矩形 593">
                <a:extLst>
                  <a:ext uri="{FF2B5EF4-FFF2-40B4-BE49-F238E27FC236}">
                    <a16:creationId xmlns:a16="http://schemas.microsoft.com/office/drawing/2014/main" id="{FC4CE074-C986-14C2-6EF4-910C1F00393A}"/>
                  </a:ext>
                </a:extLst>
              </p:cNvPr>
              <p:cNvSpPr/>
              <p:nvPr/>
            </p:nvSpPr>
            <p:spPr>
              <a:xfrm>
                <a:off x="8258854" y="2271493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595" name="文本框 594">
                <a:extLst>
                  <a:ext uri="{FF2B5EF4-FFF2-40B4-BE49-F238E27FC236}">
                    <a16:creationId xmlns:a16="http://schemas.microsoft.com/office/drawing/2014/main" id="{FF6E8E11-3B45-980E-A979-1CF3BA90C0D8}"/>
                  </a:ext>
                </a:extLst>
              </p:cNvPr>
              <p:cNvSpPr txBox="1"/>
              <p:nvPr/>
            </p:nvSpPr>
            <p:spPr>
              <a:xfrm>
                <a:off x="6752482" y="1827898"/>
                <a:ext cx="14268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000" b="1" dirty="0"/>
                  <a:t>3 x 3 x 64 </a:t>
                </a:r>
              </a:p>
              <a:p>
                <a:pPr algn="ctr"/>
                <a:r>
                  <a:rPr kumimoji="1" lang="zh-CN" altLang="en-US" sz="1000" b="1" dirty="0"/>
                  <a:t>一个</a:t>
                </a:r>
                <a:r>
                  <a:rPr kumimoji="1" lang="en" altLang="zh-CN" sz="1000" b="1" dirty="0"/>
                  <a:t>receptive field</a:t>
                </a:r>
                <a:endParaRPr kumimoji="1" lang="zh-CN" altLang="en-US" sz="1000" b="1" dirty="0"/>
              </a:p>
            </p:txBody>
          </p:sp>
        </p:grpSp>
        <p:grpSp>
          <p:nvGrpSpPr>
            <p:cNvPr id="567" name="组合 566">
              <a:extLst>
                <a:ext uri="{FF2B5EF4-FFF2-40B4-BE49-F238E27FC236}">
                  <a16:creationId xmlns:a16="http://schemas.microsoft.com/office/drawing/2014/main" id="{4AAE3907-82B0-53F3-736F-760B8EB48489}"/>
                </a:ext>
              </a:extLst>
            </p:cNvPr>
            <p:cNvGrpSpPr/>
            <p:nvPr/>
          </p:nvGrpSpPr>
          <p:grpSpPr>
            <a:xfrm>
              <a:off x="9355695" y="1322457"/>
              <a:ext cx="360000" cy="360000"/>
              <a:chOff x="5308391" y="474484"/>
              <a:chExt cx="540000" cy="540000"/>
            </a:xfrm>
          </p:grpSpPr>
          <p:sp>
            <p:nvSpPr>
              <p:cNvPr id="587" name="椭圆 586">
                <a:extLst>
                  <a:ext uri="{FF2B5EF4-FFF2-40B4-BE49-F238E27FC236}">
                    <a16:creationId xmlns:a16="http://schemas.microsoft.com/office/drawing/2014/main" id="{6E833109-32E4-5689-50C7-3982C5240890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588" name="图片 587">
                <a:extLst>
                  <a:ext uri="{FF2B5EF4-FFF2-40B4-BE49-F238E27FC236}">
                    <a16:creationId xmlns:a16="http://schemas.microsoft.com/office/drawing/2014/main" id="{5B6B29D6-B977-7029-D2AC-39B2D79F28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cxnSp>
          <p:nvCxnSpPr>
            <p:cNvPr id="568" name="直线连接符 567">
              <a:extLst>
                <a:ext uri="{FF2B5EF4-FFF2-40B4-BE49-F238E27FC236}">
                  <a16:creationId xmlns:a16="http://schemas.microsoft.com/office/drawing/2014/main" id="{EDD4F661-FEBC-0358-FFEC-92AE2A101BEF}"/>
                </a:ext>
              </a:extLst>
            </p:cNvPr>
            <p:cNvCxnSpPr>
              <a:cxnSpLocks/>
              <a:stCxn id="591" idx="3"/>
              <a:endCxn id="587" idx="2"/>
            </p:cNvCxnSpPr>
            <p:nvPr/>
          </p:nvCxnSpPr>
          <p:spPr>
            <a:xfrm flipV="1">
              <a:off x="8458239" y="1502457"/>
              <a:ext cx="897456" cy="215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直线连接符 568">
              <a:extLst>
                <a:ext uri="{FF2B5EF4-FFF2-40B4-BE49-F238E27FC236}">
                  <a16:creationId xmlns:a16="http://schemas.microsoft.com/office/drawing/2014/main" id="{7CC312DB-A059-5C07-A339-34D8DCEDE759}"/>
                </a:ext>
              </a:extLst>
            </p:cNvPr>
            <p:cNvCxnSpPr>
              <a:cxnSpLocks/>
              <a:stCxn id="592" idx="3"/>
              <a:endCxn id="587" idx="2"/>
            </p:cNvCxnSpPr>
            <p:nvPr/>
          </p:nvCxnSpPr>
          <p:spPr>
            <a:xfrm flipV="1">
              <a:off x="8458239" y="1502457"/>
              <a:ext cx="897456" cy="3896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直线连接符 569">
              <a:extLst>
                <a:ext uri="{FF2B5EF4-FFF2-40B4-BE49-F238E27FC236}">
                  <a16:creationId xmlns:a16="http://schemas.microsoft.com/office/drawing/2014/main" id="{6982193C-ED7D-3293-1825-D209FE5F9C5D}"/>
                </a:ext>
              </a:extLst>
            </p:cNvPr>
            <p:cNvCxnSpPr>
              <a:cxnSpLocks/>
              <a:stCxn id="593" idx="3"/>
              <a:endCxn id="587" idx="2"/>
            </p:cNvCxnSpPr>
            <p:nvPr/>
          </p:nvCxnSpPr>
          <p:spPr>
            <a:xfrm flipV="1">
              <a:off x="8458239" y="1502457"/>
              <a:ext cx="897456" cy="5560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直线连接符 570">
              <a:extLst>
                <a:ext uri="{FF2B5EF4-FFF2-40B4-BE49-F238E27FC236}">
                  <a16:creationId xmlns:a16="http://schemas.microsoft.com/office/drawing/2014/main" id="{9EF9D518-5079-0A5C-CE87-C22AA03A58AF}"/>
                </a:ext>
              </a:extLst>
            </p:cNvPr>
            <p:cNvCxnSpPr>
              <a:cxnSpLocks/>
              <a:stCxn id="594" idx="3"/>
              <a:endCxn id="587" idx="2"/>
            </p:cNvCxnSpPr>
            <p:nvPr/>
          </p:nvCxnSpPr>
          <p:spPr>
            <a:xfrm flipV="1">
              <a:off x="8458239" y="1502457"/>
              <a:ext cx="897456" cy="8356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2" name="组合 571">
              <a:extLst>
                <a:ext uri="{FF2B5EF4-FFF2-40B4-BE49-F238E27FC236}">
                  <a16:creationId xmlns:a16="http://schemas.microsoft.com/office/drawing/2014/main" id="{0EA7C8FF-F95A-A9DC-18F7-598272163DC0}"/>
                </a:ext>
              </a:extLst>
            </p:cNvPr>
            <p:cNvGrpSpPr/>
            <p:nvPr/>
          </p:nvGrpSpPr>
          <p:grpSpPr>
            <a:xfrm>
              <a:off x="9355695" y="1717119"/>
              <a:ext cx="360000" cy="360000"/>
              <a:chOff x="5308391" y="474484"/>
              <a:chExt cx="540000" cy="540000"/>
            </a:xfrm>
          </p:grpSpPr>
          <p:sp>
            <p:nvSpPr>
              <p:cNvPr id="585" name="椭圆 584">
                <a:extLst>
                  <a:ext uri="{FF2B5EF4-FFF2-40B4-BE49-F238E27FC236}">
                    <a16:creationId xmlns:a16="http://schemas.microsoft.com/office/drawing/2014/main" id="{0D1C12BA-17FF-A3F3-81F7-19ABE7D4B3A1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586" name="图片 585">
                <a:extLst>
                  <a:ext uri="{FF2B5EF4-FFF2-40B4-BE49-F238E27FC236}">
                    <a16:creationId xmlns:a16="http://schemas.microsoft.com/office/drawing/2014/main" id="{531CA390-B2BA-F6D3-2943-6C882D7D2A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cxnSp>
          <p:nvCxnSpPr>
            <p:cNvPr id="573" name="直线连接符 572">
              <a:extLst>
                <a:ext uri="{FF2B5EF4-FFF2-40B4-BE49-F238E27FC236}">
                  <a16:creationId xmlns:a16="http://schemas.microsoft.com/office/drawing/2014/main" id="{CA2FDA3E-72EA-4B8A-38C7-75D9F87D7DFE}"/>
                </a:ext>
              </a:extLst>
            </p:cNvPr>
            <p:cNvCxnSpPr>
              <a:cxnSpLocks/>
              <a:stCxn id="591" idx="3"/>
              <a:endCxn id="585" idx="2"/>
            </p:cNvCxnSpPr>
            <p:nvPr/>
          </p:nvCxnSpPr>
          <p:spPr>
            <a:xfrm>
              <a:off x="8458239" y="1718389"/>
              <a:ext cx="897456" cy="1787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直线连接符 573">
              <a:extLst>
                <a:ext uri="{FF2B5EF4-FFF2-40B4-BE49-F238E27FC236}">
                  <a16:creationId xmlns:a16="http://schemas.microsoft.com/office/drawing/2014/main" id="{792DBB32-0406-5A96-1484-9CDB833E0DE4}"/>
                </a:ext>
              </a:extLst>
            </p:cNvPr>
            <p:cNvCxnSpPr>
              <a:cxnSpLocks/>
              <a:stCxn id="592" idx="3"/>
              <a:endCxn id="585" idx="2"/>
            </p:cNvCxnSpPr>
            <p:nvPr/>
          </p:nvCxnSpPr>
          <p:spPr>
            <a:xfrm>
              <a:off x="8458239" y="1892072"/>
              <a:ext cx="897456" cy="50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直线连接符 574">
              <a:extLst>
                <a:ext uri="{FF2B5EF4-FFF2-40B4-BE49-F238E27FC236}">
                  <a16:creationId xmlns:a16="http://schemas.microsoft.com/office/drawing/2014/main" id="{883BAEAF-214D-9313-0762-F34CD941FCF5}"/>
                </a:ext>
              </a:extLst>
            </p:cNvPr>
            <p:cNvCxnSpPr>
              <a:cxnSpLocks/>
              <a:stCxn id="593" idx="3"/>
              <a:endCxn id="585" idx="2"/>
            </p:cNvCxnSpPr>
            <p:nvPr/>
          </p:nvCxnSpPr>
          <p:spPr>
            <a:xfrm flipV="1">
              <a:off x="8458239" y="1897119"/>
              <a:ext cx="897456" cy="1614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直线连接符 575">
              <a:extLst>
                <a:ext uri="{FF2B5EF4-FFF2-40B4-BE49-F238E27FC236}">
                  <a16:creationId xmlns:a16="http://schemas.microsoft.com/office/drawing/2014/main" id="{7542C587-DEB1-1999-E23F-C6D1BC59187A}"/>
                </a:ext>
              </a:extLst>
            </p:cNvPr>
            <p:cNvCxnSpPr>
              <a:cxnSpLocks/>
              <a:stCxn id="594" idx="3"/>
              <a:endCxn id="585" idx="2"/>
            </p:cNvCxnSpPr>
            <p:nvPr/>
          </p:nvCxnSpPr>
          <p:spPr>
            <a:xfrm flipV="1">
              <a:off x="8458239" y="1897119"/>
              <a:ext cx="897456" cy="4409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7" name="组合 576">
              <a:extLst>
                <a:ext uri="{FF2B5EF4-FFF2-40B4-BE49-F238E27FC236}">
                  <a16:creationId xmlns:a16="http://schemas.microsoft.com/office/drawing/2014/main" id="{5A1ABDD0-02ED-4241-A37C-54E8C9471523}"/>
                </a:ext>
              </a:extLst>
            </p:cNvPr>
            <p:cNvGrpSpPr/>
            <p:nvPr/>
          </p:nvGrpSpPr>
          <p:grpSpPr>
            <a:xfrm>
              <a:off x="9355695" y="2108602"/>
              <a:ext cx="360000" cy="360000"/>
              <a:chOff x="5308391" y="474484"/>
              <a:chExt cx="540000" cy="540000"/>
            </a:xfrm>
          </p:grpSpPr>
          <p:sp>
            <p:nvSpPr>
              <p:cNvPr id="583" name="椭圆 582">
                <a:extLst>
                  <a:ext uri="{FF2B5EF4-FFF2-40B4-BE49-F238E27FC236}">
                    <a16:creationId xmlns:a16="http://schemas.microsoft.com/office/drawing/2014/main" id="{4F788E9A-CA15-88C4-6CDA-BEF2389BB276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584" name="图片 583">
                <a:extLst>
                  <a:ext uri="{FF2B5EF4-FFF2-40B4-BE49-F238E27FC236}">
                    <a16:creationId xmlns:a16="http://schemas.microsoft.com/office/drawing/2014/main" id="{821996AD-CFFD-3707-3EA2-BB213295AB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cxnSp>
          <p:nvCxnSpPr>
            <p:cNvPr id="578" name="直线连接符 577">
              <a:extLst>
                <a:ext uri="{FF2B5EF4-FFF2-40B4-BE49-F238E27FC236}">
                  <a16:creationId xmlns:a16="http://schemas.microsoft.com/office/drawing/2014/main" id="{1212FC63-41B4-BCCD-E8D7-4EEA910B7C4C}"/>
                </a:ext>
              </a:extLst>
            </p:cNvPr>
            <p:cNvCxnSpPr>
              <a:cxnSpLocks/>
              <a:stCxn id="591" idx="3"/>
              <a:endCxn id="583" idx="2"/>
            </p:cNvCxnSpPr>
            <p:nvPr/>
          </p:nvCxnSpPr>
          <p:spPr>
            <a:xfrm>
              <a:off x="8458239" y="1718389"/>
              <a:ext cx="897456" cy="5702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直线连接符 578">
              <a:extLst>
                <a:ext uri="{FF2B5EF4-FFF2-40B4-BE49-F238E27FC236}">
                  <a16:creationId xmlns:a16="http://schemas.microsoft.com/office/drawing/2014/main" id="{428C43A5-B947-B2C9-6B61-DD301F9099BC}"/>
                </a:ext>
              </a:extLst>
            </p:cNvPr>
            <p:cNvCxnSpPr>
              <a:cxnSpLocks/>
              <a:stCxn id="592" idx="3"/>
              <a:endCxn id="583" idx="2"/>
            </p:cNvCxnSpPr>
            <p:nvPr/>
          </p:nvCxnSpPr>
          <p:spPr>
            <a:xfrm>
              <a:off x="8458239" y="1892072"/>
              <a:ext cx="897456" cy="3965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直线连接符 579">
              <a:extLst>
                <a:ext uri="{FF2B5EF4-FFF2-40B4-BE49-F238E27FC236}">
                  <a16:creationId xmlns:a16="http://schemas.microsoft.com/office/drawing/2014/main" id="{777E7F0A-8AD5-6C37-7572-E8C350E4A9CF}"/>
                </a:ext>
              </a:extLst>
            </p:cNvPr>
            <p:cNvCxnSpPr>
              <a:cxnSpLocks/>
              <a:stCxn id="593" idx="3"/>
              <a:endCxn id="583" idx="2"/>
            </p:cNvCxnSpPr>
            <p:nvPr/>
          </p:nvCxnSpPr>
          <p:spPr>
            <a:xfrm>
              <a:off x="8458239" y="2058549"/>
              <a:ext cx="897456" cy="2300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直线连接符 580">
              <a:extLst>
                <a:ext uri="{FF2B5EF4-FFF2-40B4-BE49-F238E27FC236}">
                  <a16:creationId xmlns:a16="http://schemas.microsoft.com/office/drawing/2014/main" id="{6F0D43D2-D2AB-D0EC-F34B-F2A069892D86}"/>
                </a:ext>
              </a:extLst>
            </p:cNvPr>
            <p:cNvCxnSpPr>
              <a:cxnSpLocks/>
              <a:stCxn id="594" idx="3"/>
              <a:endCxn id="583" idx="2"/>
            </p:cNvCxnSpPr>
            <p:nvPr/>
          </p:nvCxnSpPr>
          <p:spPr>
            <a:xfrm flipV="1">
              <a:off x="8458239" y="2288602"/>
              <a:ext cx="897456" cy="494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2" name="文本框 581">
              <a:extLst>
                <a:ext uri="{FF2B5EF4-FFF2-40B4-BE49-F238E27FC236}">
                  <a16:creationId xmlns:a16="http://schemas.microsoft.com/office/drawing/2014/main" id="{D7365205-D883-FA4C-D7FD-6F2AA176C4D9}"/>
                </a:ext>
              </a:extLst>
            </p:cNvPr>
            <p:cNvSpPr txBox="1"/>
            <p:nvPr/>
          </p:nvSpPr>
          <p:spPr>
            <a:xfrm>
              <a:off x="9359058" y="2491189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/>
                <a:t>…</a:t>
              </a:r>
              <a:endParaRPr kumimoji="1" lang="zh-CN" altLang="en-US" b="1" dirty="0"/>
            </a:p>
          </p:txBody>
        </p:sp>
      </p:grpSp>
      <p:grpSp>
        <p:nvGrpSpPr>
          <p:cNvPr id="596" name="组合 595">
            <a:extLst>
              <a:ext uri="{FF2B5EF4-FFF2-40B4-BE49-F238E27FC236}">
                <a16:creationId xmlns:a16="http://schemas.microsoft.com/office/drawing/2014/main" id="{6B4095B7-90FA-C968-E0F9-611BD76E1930}"/>
              </a:ext>
            </a:extLst>
          </p:cNvPr>
          <p:cNvGrpSpPr/>
          <p:nvPr/>
        </p:nvGrpSpPr>
        <p:grpSpPr>
          <a:xfrm>
            <a:off x="6130389" y="1632004"/>
            <a:ext cx="3058306" cy="1538064"/>
            <a:chOff x="6672970" y="1322457"/>
            <a:chExt cx="3058306" cy="1538064"/>
          </a:xfrm>
        </p:grpSpPr>
        <p:grpSp>
          <p:nvGrpSpPr>
            <p:cNvPr id="597" name="组合 596">
              <a:extLst>
                <a:ext uri="{FF2B5EF4-FFF2-40B4-BE49-F238E27FC236}">
                  <a16:creationId xmlns:a16="http://schemas.microsoft.com/office/drawing/2014/main" id="{AA35D7AE-BC11-2753-6DB5-2E8FAB681FD7}"/>
                </a:ext>
              </a:extLst>
            </p:cNvPr>
            <p:cNvGrpSpPr/>
            <p:nvPr/>
          </p:nvGrpSpPr>
          <p:grpSpPr>
            <a:xfrm>
              <a:off x="6672970" y="1525802"/>
              <a:ext cx="1973320" cy="1020923"/>
              <a:chOff x="6672970" y="1525802"/>
              <a:chExt cx="1973320" cy="1020923"/>
            </a:xfrm>
          </p:grpSpPr>
          <p:sp>
            <p:nvSpPr>
              <p:cNvPr id="620" name="文本框 619">
                <a:extLst>
                  <a:ext uri="{FF2B5EF4-FFF2-40B4-BE49-F238E27FC236}">
                    <a16:creationId xmlns:a16="http://schemas.microsoft.com/office/drawing/2014/main" id="{99A1D310-C249-F954-2666-1B987366869D}"/>
                  </a:ext>
                </a:extLst>
              </p:cNvPr>
              <p:cNvSpPr txBox="1"/>
              <p:nvPr/>
            </p:nvSpPr>
            <p:spPr>
              <a:xfrm>
                <a:off x="8163881" y="2101054"/>
                <a:ext cx="369332" cy="22925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…</a:t>
                </a:r>
                <a:endParaRPr kumimoji="1" lang="zh-CN" alt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621" name="圆角矩形 620">
                <a:extLst>
                  <a:ext uri="{FF2B5EF4-FFF2-40B4-BE49-F238E27FC236}">
                    <a16:creationId xmlns:a16="http://schemas.microsoft.com/office/drawing/2014/main" id="{2ABBD285-D77E-E4C4-D4DC-735CB105778C}"/>
                  </a:ext>
                </a:extLst>
              </p:cNvPr>
              <p:cNvSpPr/>
              <p:nvPr/>
            </p:nvSpPr>
            <p:spPr>
              <a:xfrm>
                <a:off x="6672970" y="1525802"/>
                <a:ext cx="1973320" cy="102092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622" name="矩形 621">
                <a:extLst>
                  <a:ext uri="{FF2B5EF4-FFF2-40B4-BE49-F238E27FC236}">
                    <a16:creationId xmlns:a16="http://schemas.microsoft.com/office/drawing/2014/main" id="{E4DF5AB4-83D2-BC5E-1920-3F01885EBA9F}"/>
                  </a:ext>
                </a:extLst>
              </p:cNvPr>
              <p:cNvSpPr/>
              <p:nvPr/>
            </p:nvSpPr>
            <p:spPr>
              <a:xfrm>
                <a:off x="8258854" y="1651797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623" name="矩形 622">
                <a:extLst>
                  <a:ext uri="{FF2B5EF4-FFF2-40B4-BE49-F238E27FC236}">
                    <a16:creationId xmlns:a16="http://schemas.microsoft.com/office/drawing/2014/main" id="{D0E96FE4-8B38-9431-C249-5EE940AD0D11}"/>
                  </a:ext>
                </a:extLst>
              </p:cNvPr>
              <p:cNvSpPr/>
              <p:nvPr/>
            </p:nvSpPr>
            <p:spPr>
              <a:xfrm>
                <a:off x="8258854" y="1825480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624" name="矩形 623">
                <a:extLst>
                  <a:ext uri="{FF2B5EF4-FFF2-40B4-BE49-F238E27FC236}">
                    <a16:creationId xmlns:a16="http://schemas.microsoft.com/office/drawing/2014/main" id="{FAEF9769-8859-1886-8F24-F05BFF1A74EE}"/>
                  </a:ext>
                </a:extLst>
              </p:cNvPr>
              <p:cNvSpPr/>
              <p:nvPr/>
            </p:nvSpPr>
            <p:spPr>
              <a:xfrm>
                <a:off x="8258854" y="1991957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625" name="矩形 624">
                <a:extLst>
                  <a:ext uri="{FF2B5EF4-FFF2-40B4-BE49-F238E27FC236}">
                    <a16:creationId xmlns:a16="http://schemas.microsoft.com/office/drawing/2014/main" id="{40EE6F58-3176-0DCB-7BA5-5EE0722B50C9}"/>
                  </a:ext>
                </a:extLst>
              </p:cNvPr>
              <p:cNvSpPr/>
              <p:nvPr/>
            </p:nvSpPr>
            <p:spPr>
              <a:xfrm>
                <a:off x="8258854" y="2271493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6068EA0E-0713-BFDD-CFF9-07C62BE6DBDB}"/>
                  </a:ext>
                </a:extLst>
              </p:cNvPr>
              <p:cNvSpPr txBox="1"/>
              <p:nvPr/>
            </p:nvSpPr>
            <p:spPr>
              <a:xfrm>
                <a:off x="6752482" y="1827898"/>
                <a:ext cx="14268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000" b="1" dirty="0"/>
                  <a:t>3 x 3 x 64 </a:t>
                </a:r>
              </a:p>
              <a:p>
                <a:pPr algn="ctr"/>
                <a:r>
                  <a:rPr kumimoji="1" lang="zh-CN" altLang="en-US" sz="1000" b="1" dirty="0"/>
                  <a:t>一个</a:t>
                </a:r>
                <a:r>
                  <a:rPr kumimoji="1" lang="en" altLang="zh-CN" sz="1000" b="1" dirty="0"/>
                  <a:t>receptive field</a:t>
                </a:r>
                <a:endParaRPr kumimoji="1" lang="zh-CN" altLang="en-US" sz="1000" b="1" dirty="0"/>
              </a:p>
            </p:txBody>
          </p:sp>
        </p:grpSp>
        <p:grpSp>
          <p:nvGrpSpPr>
            <p:cNvPr id="598" name="组合 597">
              <a:extLst>
                <a:ext uri="{FF2B5EF4-FFF2-40B4-BE49-F238E27FC236}">
                  <a16:creationId xmlns:a16="http://schemas.microsoft.com/office/drawing/2014/main" id="{C29CA134-CADB-CB6F-8F70-9287CB3C7377}"/>
                </a:ext>
              </a:extLst>
            </p:cNvPr>
            <p:cNvGrpSpPr/>
            <p:nvPr/>
          </p:nvGrpSpPr>
          <p:grpSpPr>
            <a:xfrm>
              <a:off x="9355695" y="1322457"/>
              <a:ext cx="360000" cy="360000"/>
              <a:chOff x="5308391" y="474484"/>
              <a:chExt cx="540000" cy="540000"/>
            </a:xfrm>
          </p:grpSpPr>
          <p:sp>
            <p:nvSpPr>
              <p:cNvPr id="618" name="椭圆 617">
                <a:extLst>
                  <a:ext uri="{FF2B5EF4-FFF2-40B4-BE49-F238E27FC236}">
                    <a16:creationId xmlns:a16="http://schemas.microsoft.com/office/drawing/2014/main" id="{D41AA54F-2F59-B3D7-C107-4415BD3160E2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619" name="图片 618">
                <a:extLst>
                  <a:ext uri="{FF2B5EF4-FFF2-40B4-BE49-F238E27FC236}">
                    <a16:creationId xmlns:a16="http://schemas.microsoft.com/office/drawing/2014/main" id="{1E8BFE9B-8C9C-43BA-857E-146CA5688E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cxnSp>
          <p:nvCxnSpPr>
            <p:cNvPr id="599" name="直线连接符 598">
              <a:extLst>
                <a:ext uri="{FF2B5EF4-FFF2-40B4-BE49-F238E27FC236}">
                  <a16:creationId xmlns:a16="http://schemas.microsoft.com/office/drawing/2014/main" id="{2A394FB6-724B-6805-5FEF-B7261A6A8EE9}"/>
                </a:ext>
              </a:extLst>
            </p:cNvPr>
            <p:cNvCxnSpPr>
              <a:cxnSpLocks/>
              <a:stCxn id="622" idx="3"/>
              <a:endCxn id="618" idx="2"/>
            </p:cNvCxnSpPr>
            <p:nvPr/>
          </p:nvCxnSpPr>
          <p:spPr>
            <a:xfrm flipV="1">
              <a:off x="8458239" y="1502457"/>
              <a:ext cx="897456" cy="215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直线连接符 599">
              <a:extLst>
                <a:ext uri="{FF2B5EF4-FFF2-40B4-BE49-F238E27FC236}">
                  <a16:creationId xmlns:a16="http://schemas.microsoft.com/office/drawing/2014/main" id="{9BF8129B-CA3A-4443-2FC8-3BCF64B8AE98}"/>
                </a:ext>
              </a:extLst>
            </p:cNvPr>
            <p:cNvCxnSpPr>
              <a:cxnSpLocks/>
              <a:stCxn id="623" idx="3"/>
              <a:endCxn id="618" idx="2"/>
            </p:cNvCxnSpPr>
            <p:nvPr/>
          </p:nvCxnSpPr>
          <p:spPr>
            <a:xfrm flipV="1">
              <a:off x="8458239" y="1502457"/>
              <a:ext cx="897456" cy="3896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直线连接符 600">
              <a:extLst>
                <a:ext uri="{FF2B5EF4-FFF2-40B4-BE49-F238E27FC236}">
                  <a16:creationId xmlns:a16="http://schemas.microsoft.com/office/drawing/2014/main" id="{D82BC519-796B-84BB-C63A-C7D089050320}"/>
                </a:ext>
              </a:extLst>
            </p:cNvPr>
            <p:cNvCxnSpPr>
              <a:cxnSpLocks/>
              <a:stCxn id="624" idx="3"/>
              <a:endCxn id="618" idx="2"/>
            </p:cNvCxnSpPr>
            <p:nvPr/>
          </p:nvCxnSpPr>
          <p:spPr>
            <a:xfrm flipV="1">
              <a:off x="8458239" y="1502457"/>
              <a:ext cx="897456" cy="5560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直线连接符 601">
              <a:extLst>
                <a:ext uri="{FF2B5EF4-FFF2-40B4-BE49-F238E27FC236}">
                  <a16:creationId xmlns:a16="http://schemas.microsoft.com/office/drawing/2014/main" id="{6B63AC9D-9E71-D8F9-3FD9-5EE87026D706}"/>
                </a:ext>
              </a:extLst>
            </p:cNvPr>
            <p:cNvCxnSpPr>
              <a:cxnSpLocks/>
              <a:stCxn id="625" idx="3"/>
              <a:endCxn id="618" idx="2"/>
            </p:cNvCxnSpPr>
            <p:nvPr/>
          </p:nvCxnSpPr>
          <p:spPr>
            <a:xfrm flipV="1">
              <a:off x="8458239" y="1502457"/>
              <a:ext cx="897456" cy="8356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3" name="组合 602">
              <a:extLst>
                <a:ext uri="{FF2B5EF4-FFF2-40B4-BE49-F238E27FC236}">
                  <a16:creationId xmlns:a16="http://schemas.microsoft.com/office/drawing/2014/main" id="{7E9FFF57-9829-B64C-7618-27DF346EA2DF}"/>
                </a:ext>
              </a:extLst>
            </p:cNvPr>
            <p:cNvGrpSpPr/>
            <p:nvPr/>
          </p:nvGrpSpPr>
          <p:grpSpPr>
            <a:xfrm>
              <a:off x="9355695" y="1717119"/>
              <a:ext cx="360000" cy="360000"/>
              <a:chOff x="5308391" y="474484"/>
              <a:chExt cx="540000" cy="540000"/>
            </a:xfrm>
          </p:grpSpPr>
          <p:sp>
            <p:nvSpPr>
              <p:cNvPr id="616" name="椭圆 615">
                <a:extLst>
                  <a:ext uri="{FF2B5EF4-FFF2-40B4-BE49-F238E27FC236}">
                    <a16:creationId xmlns:a16="http://schemas.microsoft.com/office/drawing/2014/main" id="{3FE52EAA-970C-93B5-483D-72FD84165B73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617" name="图片 616">
                <a:extLst>
                  <a:ext uri="{FF2B5EF4-FFF2-40B4-BE49-F238E27FC236}">
                    <a16:creationId xmlns:a16="http://schemas.microsoft.com/office/drawing/2014/main" id="{22D5456E-8B39-095D-F3C0-10ADE89886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cxnSp>
          <p:nvCxnSpPr>
            <p:cNvPr id="604" name="直线连接符 603">
              <a:extLst>
                <a:ext uri="{FF2B5EF4-FFF2-40B4-BE49-F238E27FC236}">
                  <a16:creationId xmlns:a16="http://schemas.microsoft.com/office/drawing/2014/main" id="{EE813EAD-F2A5-6F19-949C-63610464B7AC}"/>
                </a:ext>
              </a:extLst>
            </p:cNvPr>
            <p:cNvCxnSpPr>
              <a:cxnSpLocks/>
              <a:stCxn id="622" idx="3"/>
              <a:endCxn id="616" idx="2"/>
            </p:cNvCxnSpPr>
            <p:nvPr/>
          </p:nvCxnSpPr>
          <p:spPr>
            <a:xfrm>
              <a:off x="8458239" y="1718389"/>
              <a:ext cx="897456" cy="1787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直线连接符 604">
              <a:extLst>
                <a:ext uri="{FF2B5EF4-FFF2-40B4-BE49-F238E27FC236}">
                  <a16:creationId xmlns:a16="http://schemas.microsoft.com/office/drawing/2014/main" id="{3F7C4F0B-D8FD-F938-53EB-83BC2F1A8846}"/>
                </a:ext>
              </a:extLst>
            </p:cNvPr>
            <p:cNvCxnSpPr>
              <a:cxnSpLocks/>
              <a:stCxn id="623" idx="3"/>
              <a:endCxn id="616" idx="2"/>
            </p:cNvCxnSpPr>
            <p:nvPr/>
          </p:nvCxnSpPr>
          <p:spPr>
            <a:xfrm>
              <a:off x="8458239" y="1892072"/>
              <a:ext cx="897456" cy="50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直线连接符 605">
              <a:extLst>
                <a:ext uri="{FF2B5EF4-FFF2-40B4-BE49-F238E27FC236}">
                  <a16:creationId xmlns:a16="http://schemas.microsoft.com/office/drawing/2014/main" id="{250DE6CE-D271-ED7E-A7D9-977A8CC9BEE2}"/>
                </a:ext>
              </a:extLst>
            </p:cNvPr>
            <p:cNvCxnSpPr>
              <a:cxnSpLocks/>
              <a:stCxn id="624" idx="3"/>
              <a:endCxn id="616" idx="2"/>
            </p:cNvCxnSpPr>
            <p:nvPr/>
          </p:nvCxnSpPr>
          <p:spPr>
            <a:xfrm flipV="1">
              <a:off x="8458239" y="1897119"/>
              <a:ext cx="897456" cy="1614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直线连接符 606">
              <a:extLst>
                <a:ext uri="{FF2B5EF4-FFF2-40B4-BE49-F238E27FC236}">
                  <a16:creationId xmlns:a16="http://schemas.microsoft.com/office/drawing/2014/main" id="{86A297A5-406C-E0FB-46CB-C17C2FF21FCE}"/>
                </a:ext>
              </a:extLst>
            </p:cNvPr>
            <p:cNvCxnSpPr>
              <a:cxnSpLocks/>
              <a:stCxn id="625" idx="3"/>
              <a:endCxn id="616" idx="2"/>
            </p:cNvCxnSpPr>
            <p:nvPr/>
          </p:nvCxnSpPr>
          <p:spPr>
            <a:xfrm flipV="1">
              <a:off x="8458239" y="1897119"/>
              <a:ext cx="897456" cy="4409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8" name="组合 607">
              <a:extLst>
                <a:ext uri="{FF2B5EF4-FFF2-40B4-BE49-F238E27FC236}">
                  <a16:creationId xmlns:a16="http://schemas.microsoft.com/office/drawing/2014/main" id="{39DA7514-ED0A-92CF-D52E-A9375509F33C}"/>
                </a:ext>
              </a:extLst>
            </p:cNvPr>
            <p:cNvGrpSpPr/>
            <p:nvPr/>
          </p:nvGrpSpPr>
          <p:grpSpPr>
            <a:xfrm>
              <a:off x="9355695" y="2108602"/>
              <a:ext cx="360000" cy="360000"/>
              <a:chOff x="5308391" y="474484"/>
              <a:chExt cx="540000" cy="540000"/>
            </a:xfrm>
          </p:grpSpPr>
          <p:sp>
            <p:nvSpPr>
              <p:cNvPr id="614" name="椭圆 613">
                <a:extLst>
                  <a:ext uri="{FF2B5EF4-FFF2-40B4-BE49-F238E27FC236}">
                    <a16:creationId xmlns:a16="http://schemas.microsoft.com/office/drawing/2014/main" id="{A1843EBA-C215-80FC-9860-744209DB99FF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615" name="图片 614">
                <a:extLst>
                  <a:ext uri="{FF2B5EF4-FFF2-40B4-BE49-F238E27FC236}">
                    <a16:creationId xmlns:a16="http://schemas.microsoft.com/office/drawing/2014/main" id="{63F38ED4-5C61-8E4E-961E-F171B5B078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cxnSp>
          <p:nvCxnSpPr>
            <p:cNvPr id="609" name="直线连接符 608">
              <a:extLst>
                <a:ext uri="{FF2B5EF4-FFF2-40B4-BE49-F238E27FC236}">
                  <a16:creationId xmlns:a16="http://schemas.microsoft.com/office/drawing/2014/main" id="{9AF38FBC-F3FC-137F-E679-FDEEB88CE409}"/>
                </a:ext>
              </a:extLst>
            </p:cNvPr>
            <p:cNvCxnSpPr>
              <a:cxnSpLocks/>
              <a:stCxn id="622" idx="3"/>
              <a:endCxn id="614" idx="2"/>
            </p:cNvCxnSpPr>
            <p:nvPr/>
          </p:nvCxnSpPr>
          <p:spPr>
            <a:xfrm>
              <a:off x="8458239" y="1718389"/>
              <a:ext cx="897456" cy="5702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直线连接符 609">
              <a:extLst>
                <a:ext uri="{FF2B5EF4-FFF2-40B4-BE49-F238E27FC236}">
                  <a16:creationId xmlns:a16="http://schemas.microsoft.com/office/drawing/2014/main" id="{F3093382-09FF-E968-D00F-E0F9567EE2CF}"/>
                </a:ext>
              </a:extLst>
            </p:cNvPr>
            <p:cNvCxnSpPr>
              <a:cxnSpLocks/>
              <a:stCxn id="623" idx="3"/>
              <a:endCxn id="614" idx="2"/>
            </p:cNvCxnSpPr>
            <p:nvPr/>
          </p:nvCxnSpPr>
          <p:spPr>
            <a:xfrm>
              <a:off x="8458239" y="1892072"/>
              <a:ext cx="897456" cy="3965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直线连接符 610">
              <a:extLst>
                <a:ext uri="{FF2B5EF4-FFF2-40B4-BE49-F238E27FC236}">
                  <a16:creationId xmlns:a16="http://schemas.microsoft.com/office/drawing/2014/main" id="{206F7260-D734-36D2-FF96-3C4CADFC2BD1}"/>
                </a:ext>
              </a:extLst>
            </p:cNvPr>
            <p:cNvCxnSpPr>
              <a:cxnSpLocks/>
              <a:stCxn id="624" idx="3"/>
              <a:endCxn id="614" idx="2"/>
            </p:cNvCxnSpPr>
            <p:nvPr/>
          </p:nvCxnSpPr>
          <p:spPr>
            <a:xfrm>
              <a:off x="8458239" y="2058549"/>
              <a:ext cx="897456" cy="2300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直线连接符 611">
              <a:extLst>
                <a:ext uri="{FF2B5EF4-FFF2-40B4-BE49-F238E27FC236}">
                  <a16:creationId xmlns:a16="http://schemas.microsoft.com/office/drawing/2014/main" id="{3A619D12-7005-E069-465F-C7F0800BC878}"/>
                </a:ext>
              </a:extLst>
            </p:cNvPr>
            <p:cNvCxnSpPr>
              <a:cxnSpLocks/>
              <a:stCxn id="625" idx="3"/>
              <a:endCxn id="614" idx="2"/>
            </p:cNvCxnSpPr>
            <p:nvPr/>
          </p:nvCxnSpPr>
          <p:spPr>
            <a:xfrm flipV="1">
              <a:off x="8458239" y="2288602"/>
              <a:ext cx="897456" cy="494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3" name="文本框 612">
              <a:extLst>
                <a:ext uri="{FF2B5EF4-FFF2-40B4-BE49-F238E27FC236}">
                  <a16:creationId xmlns:a16="http://schemas.microsoft.com/office/drawing/2014/main" id="{3EDF5C9B-8381-25A7-3495-3607EC10AD90}"/>
                </a:ext>
              </a:extLst>
            </p:cNvPr>
            <p:cNvSpPr txBox="1"/>
            <p:nvPr/>
          </p:nvSpPr>
          <p:spPr>
            <a:xfrm>
              <a:off x="9359058" y="2491189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/>
                <a:t>…</a:t>
              </a:r>
              <a:endParaRPr kumimoji="1" lang="zh-CN" altLang="en-US" b="1" dirty="0"/>
            </a:p>
          </p:txBody>
        </p:sp>
      </p:grpSp>
      <p:grpSp>
        <p:nvGrpSpPr>
          <p:cNvPr id="627" name="组合 626">
            <a:extLst>
              <a:ext uri="{FF2B5EF4-FFF2-40B4-BE49-F238E27FC236}">
                <a16:creationId xmlns:a16="http://schemas.microsoft.com/office/drawing/2014/main" id="{2B22841A-232C-04F9-276F-8E5AB181C1AF}"/>
              </a:ext>
            </a:extLst>
          </p:cNvPr>
          <p:cNvGrpSpPr/>
          <p:nvPr/>
        </p:nvGrpSpPr>
        <p:grpSpPr>
          <a:xfrm>
            <a:off x="6130389" y="3160156"/>
            <a:ext cx="3058306" cy="1538064"/>
            <a:chOff x="6672970" y="1322457"/>
            <a:chExt cx="3058306" cy="1538064"/>
          </a:xfrm>
        </p:grpSpPr>
        <p:grpSp>
          <p:nvGrpSpPr>
            <p:cNvPr id="628" name="组合 627">
              <a:extLst>
                <a:ext uri="{FF2B5EF4-FFF2-40B4-BE49-F238E27FC236}">
                  <a16:creationId xmlns:a16="http://schemas.microsoft.com/office/drawing/2014/main" id="{E9F3BD64-742A-894C-7669-08B3C599C161}"/>
                </a:ext>
              </a:extLst>
            </p:cNvPr>
            <p:cNvGrpSpPr/>
            <p:nvPr/>
          </p:nvGrpSpPr>
          <p:grpSpPr>
            <a:xfrm>
              <a:off x="6672970" y="1525802"/>
              <a:ext cx="1973320" cy="1020923"/>
              <a:chOff x="6672970" y="1525802"/>
              <a:chExt cx="1973320" cy="1020923"/>
            </a:xfrm>
          </p:grpSpPr>
          <p:sp>
            <p:nvSpPr>
              <p:cNvPr id="651" name="文本框 650">
                <a:extLst>
                  <a:ext uri="{FF2B5EF4-FFF2-40B4-BE49-F238E27FC236}">
                    <a16:creationId xmlns:a16="http://schemas.microsoft.com/office/drawing/2014/main" id="{F05CF032-CA70-C4B6-7E5E-3A7A2ED5D2C6}"/>
                  </a:ext>
                </a:extLst>
              </p:cNvPr>
              <p:cNvSpPr txBox="1"/>
              <p:nvPr/>
            </p:nvSpPr>
            <p:spPr>
              <a:xfrm>
                <a:off x="8163881" y="2101054"/>
                <a:ext cx="369332" cy="22925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…</a:t>
                </a:r>
                <a:endParaRPr kumimoji="1" lang="zh-CN" alt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652" name="圆角矩形 651">
                <a:extLst>
                  <a:ext uri="{FF2B5EF4-FFF2-40B4-BE49-F238E27FC236}">
                    <a16:creationId xmlns:a16="http://schemas.microsoft.com/office/drawing/2014/main" id="{BD678654-6988-F487-F941-B91AB49A8E81}"/>
                  </a:ext>
                </a:extLst>
              </p:cNvPr>
              <p:cNvSpPr/>
              <p:nvPr/>
            </p:nvSpPr>
            <p:spPr>
              <a:xfrm>
                <a:off x="6672970" y="1525802"/>
                <a:ext cx="1973320" cy="102092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653" name="矩形 652">
                <a:extLst>
                  <a:ext uri="{FF2B5EF4-FFF2-40B4-BE49-F238E27FC236}">
                    <a16:creationId xmlns:a16="http://schemas.microsoft.com/office/drawing/2014/main" id="{8702235B-2104-9475-06DE-9A181D0C4AE1}"/>
                  </a:ext>
                </a:extLst>
              </p:cNvPr>
              <p:cNvSpPr/>
              <p:nvPr/>
            </p:nvSpPr>
            <p:spPr>
              <a:xfrm>
                <a:off x="8258854" y="1651797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654" name="矩形 653">
                <a:extLst>
                  <a:ext uri="{FF2B5EF4-FFF2-40B4-BE49-F238E27FC236}">
                    <a16:creationId xmlns:a16="http://schemas.microsoft.com/office/drawing/2014/main" id="{8C9E4D6A-EED5-8F30-ECE1-6CA3BC1F64FD}"/>
                  </a:ext>
                </a:extLst>
              </p:cNvPr>
              <p:cNvSpPr/>
              <p:nvPr/>
            </p:nvSpPr>
            <p:spPr>
              <a:xfrm>
                <a:off x="8258854" y="1825480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655" name="矩形 654">
                <a:extLst>
                  <a:ext uri="{FF2B5EF4-FFF2-40B4-BE49-F238E27FC236}">
                    <a16:creationId xmlns:a16="http://schemas.microsoft.com/office/drawing/2014/main" id="{FE06270F-C9FB-99F7-D539-6A060BE121DA}"/>
                  </a:ext>
                </a:extLst>
              </p:cNvPr>
              <p:cNvSpPr/>
              <p:nvPr/>
            </p:nvSpPr>
            <p:spPr>
              <a:xfrm>
                <a:off x="8258854" y="1991957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656" name="矩形 655">
                <a:extLst>
                  <a:ext uri="{FF2B5EF4-FFF2-40B4-BE49-F238E27FC236}">
                    <a16:creationId xmlns:a16="http://schemas.microsoft.com/office/drawing/2014/main" id="{3F097927-7B0F-BF9C-EA55-238E5F6DA4A7}"/>
                  </a:ext>
                </a:extLst>
              </p:cNvPr>
              <p:cNvSpPr/>
              <p:nvPr/>
            </p:nvSpPr>
            <p:spPr>
              <a:xfrm>
                <a:off x="8258854" y="2271493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657" name="文本框 656">
                <a:extLst>
                  <a:ext uri="{FF2B5EF4-FFF2-40B4-BE49-F238E27FC236}">
                    <a16:creationId xmlns:a16="http://schemas.microsoft.com/office/drawing/2014/main" id="{5F2684A2-7C44-B8E8-1F31-316008A8FDCC}"/>
                  </a:ext>
                </a:extLst>
              </p:cNvPr>
              <p:cNvSpPr txBox="1"/>
              <p:nvPr/>
            </p:nvSpPr>
            <p:spPr>
              <a:xfrm>
                <a:off x="6752482" y="1827898"/>
                <a:ext cx="14268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000" b="1" dirty="0"/>
                  <a:t>3 x 3 x 64 </a:t>
                </a:r>
              </a:p>
              <a:p>
                <a:pPr algn="ctr"/>
                <a:r>
                  <a:rPr kumimoji="1" lang="zh-CN" altLang="en-US" sz="1000" b="1" dirty="0"/>
                  <a:t>一个</a:t>
                </a:r>
                <a:r>
                  <a:rPr kumimoji="1" lang="en" altLang="zh-CN" sz="1000" b="1" dirty="0"/>
                  <a:t>receptive field</a:t>
                </a:r>
                <a:endParaRPr kumimoji="1" lang="zh-CN" altLang="en-US" sz="1000" b="1" dirty="0"/>
              </a:p>
            </p:txBody>
          </p:sp>
        </p:grpSp>
        <p:grpSp>
          <p:nvGrpSpPr>
            <p:cNvPr id="629" name="组合 628">
              <a:extLst>
                <a:ext uri="{FF2B5EF4-FFF2-40B4-BE49-F238E27FC236}">
                  <a16:creationId xmlns:a16="http://schemas.microsoft.com/office/drawing/2014/main" id="{3D007E47-8D81-5873-4CB7-298C5403B78F}"/>
                </a:ext>
              </a:extLst>
            </p:cNvPr>
            <p:cNvGrpSpPr/>
            <p:nvPr/>
          </p:nvGrpSpPr>
          <p:grpSpPr>
            <a:xfrm>
              <a:off x="9355695" y="1322457"/>
              <a:ext cx="360000" cy="360000"/>
              <a:chOff x="5308391" y="474484"/>
              <a:chExt cx="540000" cy="540000"/>
            </a:xfrm>
          </p:grpSpPr>
          <p:sp>
            <p:nvSpPr>
              <p:cNvPr id="649" name="椭圆 648">
                <a:extLst>
                  <a:ext uri="{FF2B5EF4-FFF2-40B4-BE49-F238E27FC236}">
                    <a16:creationId xmlns:a16="http://schemas.microsoft.com/office/drawing/2014/main" id="{0725F077-2064-FC09-3FA8-C81E47C080BF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650" name="图片 649">
                <a:extLst>
                  <a:ext uri="{FF2B5EF4-FFF2-40B4-BE49-F238E27FC236}">
                    <a16:creationId xmlns:a16="http://schemas.microsoft.com/office/drawing/2014/main" id="{5F37F494-C93C-CB24-B9F4-6943A28A7F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cxnSp>
          <p:nvCxnSpPr>
            <p:cNvPr id="630" name="直线连接符 629">
              <a:extLst>
                <a:ext uri="{FF2B5EF4-FFF2-40B4-BE49-F238E27FC236}">
                  <a16:creationId xmlns:a16="http://schemas.microsoft.com/office/drawing/2014/main" id="{7258D210-F731-F500-367C-B719C5F804CD}"/>
                </a:ext>
              </a:extLst>
            </p:cNvPr>
            <p:cNvCxnSpPr>
              <a:cxnSpLocks/>
              <a:stCxn id="653" idx="3"/>
              <a:endCxn id="649" idx="2"/>
            </p:cNvCxnSpPr>
            <p:nvPr/>
          </p:nvCxnSpPr>
          <p:spPr>
            <a:xfrm flipV="1">
              <a:off x="8458239" y="1502457"/>
              <a:ext cx="897456" cy="215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直线连接符 630">
              <a:extLst>
                <a:ext uri="{FF2B5EF4-FFF2-40B4-BE49-F238E27FC236}">
                  <a16:creationId xmlns:a16="http://schemas.microsoft.com/office/drawing/2014/main" id="{AC9DF145-87E2-AEE2-133F-F08D92B78CBB}"/>
                </a:ext>
              </a:extLst>
            </p:cNvPr>
            <p:cNvCxnSpPr>
              <a:cxnSpLocks/>
              <a:stCxn id="654" idx="3"/>
              <a:endCxn id="649" idx="2"/>
            </p:cNvCxnSpPr>
            <p:nvPr/>
          </p:nvCxnSpPr>
          <p:spPr>
            <a:xfrm flipV="1">
              <a:off x="8458239" y="1502457"/>
              <a:ext cx="897456" cy="3896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直线连接符 631">
              <a:extLst>
                <a:ext uri="{FF2B5EF4-FFF2-40B4-BE49-F238E27FC236}">
                  <a16:creationId xmlns:a16="http://schemas.microsoft.com/office/drawing/2014/main" id="{38BC6E25-6B28-146B-25C7-65A243A58EAA}"/>
                </a:ext>
              </a:extLst>
            </p:cNvPr>
            <p:cNvCxnSpPr>
              <a:cxnSpLocks/>
              <a:stCxn id="655" idx="3"/>
              <a:endCxn id="649" idx="2"/>
            </p:cNvCxnSpPr>
            <p:nvPr/>
          </p:nvCxnSpPr>
          <p:spPr>
            <a:xfrm flipV="1">
              <a:off x="8458239" y="1502457"/>
              <a:ext cx="897456" cy="5560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直线连接符 632">
              <a:extLst>
                <a:ext uri="{FF2B5EF4-FFF2-40B4-BE49-F238E27FC236}">
                  <a16:creationId xmlns:a16="http://schemas.microsoft.com/office/drawing/2014/main" id="{4470817C-0109-CA83-D5D9-586DB8987800}"/>
                </a:ext>
              </a:extLst>
            </p:cNvPr>
            <p:cNvCxnSpPr>
              <a:cxnSpLocks/>
              <a:stCxn id="656" idx="3"/>
              <a:endCxn id="649" idx="2"/>
            </p:cNvCxnSpPr>
            <p:nvPr/>
          </p:nvCxnSpPr>
          <p:spPr>
            <a:xfrm flipV="1">
              <a:off x="8458239" y="1502457"/>
              <a:ext cx="897456" cy="8356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4" name="组合 633">
              <a:extLst>
                <a:ext uri="{FF2B5EF4-FFF2-40B4-BE49-F238E27FC236}">
                  <a16:creationId xmlns:a16="http://schemas.microsoft.com/office/drawing/2014/main" id="{ED299E6A-5F8D-FA5B-25EF-B1B4DABC3018}"/>
                </a:ext>
              </a:extLst>
            </p:cNvPr>
            <p:cNvGrpSpPr/>
            <p:nvPr/>
          </p:nvGrpSpPr>
          <p:grpSpPr>
            <a:xfrm>
              <a:off x="9355695" y="1717119"/>
              <a:ext cx="360000" cy="360000"/>
              <a:chOff x="5308391" y="474484"/>
              <a:chExt cx="540000" cy="540000"/>
            </a:xfrm>
          </p:grpSpPr>
          <p:sp>
            <p:nvSpPr>
              <p:cNvPr id="647" name="椭圆 646">
                <a:extLst>
                  <a:ext uri="{FF2B5EF4-FFF2-40B4-BE49-F238E27FC236}">
                    <a16:creationId xmlns:a16="http://schemas.microsoft.com/office/drawing/2014/main" id="{E4DF3C82-05A5-4A4C-92EE-30D19BB2B2AE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648" name="图片 647">
                <a:extLst>
                  <a:ext uri="{FF2B5EF4-FFF2-40B4-BE49-F238E27FC236}">
                    <a16:creationId xmlns:a16="http://schemas.microsoft.com/office/drawing/2014/main" id="{D73498DF-8371-7054-E7E4-D1F6B6AE5E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cxnSp>
          <p:nvCxnSpPr>
            <p:cNvPr id="635" name="直线连接符 634">
              <a:extLst>
                <a:ext uri="{FF2B5EF4-FFF2-40B4-BE49-F238E27FC236}">
                  <a16:creationId xmlns:a16="http://schemas.microsoft.com/office/drawing/2014/main" id="{1C559DE5-24E5-B6EE-64D9-9C73CB953705}"/>
                </a:ext>
              </a:extLst>
            </p:cNvPr>
            <p:cNvCxnSpPr>
              <a:cxnSpLocks/>
              <a:stCxn id="653" idx="3"/>
              <a:endCxn id="647" idx="2"/>
            </p:cNvCxnSpPr>
            <p:nvPr/>
          </p:nvCxnSpPr>
          <p:spPr>
            <a:xfrm>
              <a:off x="8458239" y="1718389"/>
              <a:ext cx="897456" cy="1787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直线连接符 635">
              <a:extLst>
                <a:ext uri="{FF2B5EF4-FFF2-40B4-BE49-F238E27FC236}">
                  <a16:creationId xmlns:a16="http://schemas.microsoft.com/office/drawing/2014/main" id="{3C656D93-207E-3583-4CD5-658F2B7ADA02}"/>
                </a:ext>
              </a:extLst>
            </p:cNvPr>
            <p:cNvCxnSpPr>
              <a:cxnSpLocks/>
              <a:stCxn id="654" idx="3"/>
              <a:endCxn id="647" idx="2"/>
            </p:cNvCxnSpPr>
            <p:nvPr/>
          </p:nvCxnSpPr>
          <p:spPr>
            <a:xfrm>
              <a:off x="8458239" y="1892072"/>
              <a:ext cx="897456" cy="50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直线连接符 636">
              <a:extLst>
                <a:ext uri="{FF2B5EF4-FFF2-40B4-BE49-F238E27FC236}">
                  <a16:creationId xmlns:a16="http://schemas.microsoft.com/office/drawing/2014/main" id="{68FD8721-3933-0243-DB64-3B6AB4E784D4}"/>
                </a:ext>
              </a:extLst>
            </p:cNvPr>
            <p:cNvCxnSpPr>
              <a:cxnSpLocks/>
              <a:stCxn id="655" idx="3"/>
              <a:endCxn id="647" idx="2"/>
            </p:cNvCxnSpPr>
            <p:nvPr/>
          </p:nvCxnSpPr>
          <p:spPr>
            <a:xfrm flipV="1">
              <a:off x="8458239" y="1897119"/>
              <a:ext cx="897456" cy="1614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直线连接符 637">
              <a:extLst>
                <a:ext uri="{FF2B5EF4-FFF2-40B4-BE49-F238E27FC236}">
                  <a16:creationId xmlns:a16="http://schemas.microsoft.com/office/drawing/2014/main" id="{75695F95-9EE9-483B-8249-B5687DA6E0EC}"/>
                </a:ext>
              </a:extLst>
            </p:cNvPr>
            <p:cNvCxnSpPr>
              <a:cxnSpLocks/>
              <a:stCxn id="656" idx="3"/>
              <a:endCxn id="647" idx="2"/>
            </p:cNvCxnSpPr>
            <p:nvPr/>
          </p:nvCxnSpPr>
          <p:spPr>
            <a:xfrm flipV="1">
              <a:off x="8458239" y="1897119"/>
              <a:ext cx="897456" cy="4409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9" name="组合 638">
              <a:extLst>
                <a:ext uri="{FF2B5EF4-FFF2-40B4-BE49-F238E27FC236}">
                  <a16:creationId xmlns:a16="http://schemas.microsoft.com/office/drawing/2014/main" id="{15CED320-326F-DB24-EF1B-37ABCEDE7146}"/>
                </a:ext>
              </a:extLst>
            </p:cNvPr>
            <p:cNvGrpSpPr/>
            <p:nvPr/>
          </p:nvGrpSpPr>
          <p:grpSpPr>
            <a:xfrm>
              <a:off x="9355695" y="2108602"/>
              <a:ext cx="360000" cy="360000"/>
              <a:chOff x="5308391" y="474484"/>
              <a:chExt cx="540000" cy="540000"/>
            </a:xfrm>
          </p:grpSpPr>
          <p:sp>
            <p:nvSpPr>
              <p:cNvPr id="645" name="椭圆 644">
                <a:extLst>
                  <a:ext uri="{FF2B5EF4-FFF2-40B4-BE49-F238E27FC236}">
                    <a16:creationId xmlns:a16="http://schemas.microsoft.com/office/drawing/2014/main" id="{C55CC464-2322-9C7C-DB8B-2B1CE98FF6BF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646" name="图片 645">
                <a:extLst>
                  <a:ext uri="{FF2B5EF4-FFF2-40B4-BE49-F238E27FC236}">
                    <a16:creationId xmlns:a16="http://schemas.microsoft.com/office/drawing/2014/main" id="{59E4C881-9F14-E81C-711A-A985FA66FE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cxnSp>
          <p:nvCxnSpPr>
            <p:cNvPr id="640" name="直线连接符 639">
              <a:extLst>
                <a:ext uri="{FF2B5EF4-FFF2-40B4-BE49-F238E27FC236}">
                  <a16:creationId xmlns:a16="http://schemas.microsoft.com/office/drawing/2014/main" id="{61AB1ED3-85A6-A067-0780-FCCE55BAF698}"/>
                </a:ext>
              </a:extLst>
            </p:cNvPr>
            <p:cNvCxnSpPr>
              <a:cxnSpLocks/>
              <a:stCxn id="653" idx="3"/>
              <a:endCxn id="645" idx="2"/>
            </p:cNvCxnSpPr>
            <p:nvPr/>
          </p:nvCxnSpPr>
          <p:spPr>
            <a:xfrm>
              <a:off x="8458239" y="1718389"/>
              <a:ext cx="897456" cy="5702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直线连接符 640">
              <a:extLst>
                <a:ext uri="{FF2B5EF4-FFF2-40B4-BE49-F238E27FC236}">
                  <a16:creationId xmlns:a16="http://schemas.microsoft.com/office/drawing/2014/main" id="{D800D3A0-C01E-93C1-FFC5-3BDDD0D040FB}"/>
                </a:ext>
              </a:extLst>
            </p:cNvPr>
            <p:cNvCxnSpPr>
              <a:cxnSpLocks/>
              <a:stCxn id="654" idx="3"/>
              <a:endCxn id="645" idx="2"/>
            </p:cNvCxnSpPr>
            <p:nvPr/>
          </p:nvCxnSpPr>
          <p:spPr>
            <a:xfrm>
              <a:off x="8458239" y="1892072"/>
              <a:ext cx="897456" cy="3965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直线连接符 641">
              <a:extLst>
                <a:ext uri="{FF2B5EF4-FFF2-40B4-BE49-F238E27FC236}">
                  <a16:creationId xmlns:a16="http://schemas.microsoft.com/office/drawing/2014/main" id="{D21AEF64-B1D5-DACE-F5EB-08AEEB85B4F1}"/>
                </a:ext>
              </a:extLst>
            </p:cNvPr>
            <p:cNvCxnSpPr>
              <a:cxnSpLocks/>
              <a:stCxn id="655" idx="3"/>
              <a:endCxn id="645" idx="2"/>
            </p:cNvCxnSpPr>
            <p:nvPr/>
          </p:nvCxnSpPr>
          <p:spPr>
            <a:xfrm>
              <a:off x="8458239" y="2058549"/>
              <a:ext cx="897456" cy="2300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直线连接符 642">
              <a:extLst>
                <a:ext uri="{FF2B5EF4-FFF2-40B4-BE49-F238E27FC236}">
                  <a16:creationId xmlns:a16="http://schemas.microsoft.com/office/drawing/2014/main" id="{06714130-E516-B712-B5EC-75243BF65978}"/>
                </a:ext>
              </a:extLst>
            </p:cNvPr>
            <p:cNvCxnSpPr>
              <a:cxnSpLocks/>
              <a:stCxn id="656" idx="3"/>
              <a:endCxn id="645" idx="2"/>
            </p:cNvCxnSpPr>
            <p:nvPr/>
          </p:nvCxnSpPr>
          <p:spPr>
            <a:xfrm flipV="1">
              <a:off x="8458239" y="2288602"/>
              <a:ext cx="897456" cy="494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4" name="文本框 643">
              <a:extLst>
                <a:ext uri="{FF2B5EF4-FFF2-40B4-BE49-F238E27FC236}">
                  <a16:creationId xmlns:a16="http://schemas.microsoft.com/office/drawing/2014/main" id="{E6A6B608-886B-2124-268C-F0BA78E37F6A}"/>
                </a:ext>
              </a:extLst>
            </p:cNvPr>
            <p:cNvSpPr txBox="1"/>
            <p:nvPr/>
          </p:nvSpPr>
          <p:spPr>
            <a:xfrm>
              <a:off x="9359058" y="2491189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/>
                <a:t>…</a:t>
              </a:r>
              <a:endParaRPr kumimoji="1" lang="zh-CN" altLang="en-US" b="1" dirty="0"/>
            </a:p>
          </p:txBody>
        </p:sp>
      </p:grpSp>
      <p:grpSp>
        <p:nvGrpSpPr>
          <p:cNvPr id="658" name="组合 657">
            <a:extLst>
              <a:ext uri="{FF2B5EF4-FFF2-40B4-BE49-F238E27FC236}">
                <a16:creationId xmlns:a16="http://schemas.microsoft.com/office/drawing/2014/main" id="{27F6E31A-080C-751B-805B-4C234B427B91}"/>
              </a:ext>
            </a:extLst>
          </p:cNvPr>
          <p:cNvGrpSpPr/>
          <p:nvPr/>
        </p:nvGrpSpPr>
        <p:grpSpPr>
          <a:xfrm>
            <a:off x="6130389" y="4810220"/>
            <a:ext cx="3058306" cy="1538064"/>
            <a:chOff x="6672970" y="1322457"/>
            <a:chExt cx="3058306" cy="1538064"/>
          </a:xfrm>
        </p:grpSpPr>
        <p:grpSp>
          <p:nvGrpSpPr>
            <p:cNvPr id="659" name="组合 658">
              <a:extLst>
                <a:ext uri="{FF2B5EF4-FFF2-40B4-BE49-F238E27FC236}">
                  <a16:creationId xmlns:a16="http://schemas.microsoft.com/office/drawing/2014/main" id="{9EB77A78-7835-6A79-9AEA-851349A84B39}"/>
                </a:ext>
              </a:extLst>
            </p:cNvPr>
            <p:cNvGrpSpPr/>
            <p:nvPr/>
          </p:nvGrpSpPr>
          <p:grpSpPr>
            <a:xfrm>
              <a:off x="6672970" y="1525802"/>
              <a:ext cx="1973320" cy="1020923"/>
              <a:chOff x="6672970" y="1525802"/>
              <a:chExt cx="1973320" cy="1020923"/>
            </a:xfrm>
          </p:grpSpPr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3271B2F8-1ED5-775D-5212-A5EB3C8356DE}"/>
                  </a:ext>
                </a:extLst>
              </p:cNvPr>
              <p:cNvSpPr txBox="1"/>
              <p:nvPr/>
            </p:nvSpPr>
            <p:spPr>
              <a:xfrm>
                <a:off x="8163881" y="2101054"/>
                <a:ext cx="369332" cy="22925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…</a:t>
                </a:r>
                <a:endParaRPr kumimoji="1" lang="zh-CN" alt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683" name="圆角矩形 682">
                <a:extLst>
                  <a:ext uri="{FF2B5EF4-FFF2-40B4-BE49-F238E27FC236}">
                    <a16:creationId xmlns:a16="http://schemas.microsoft.com/office/drawing/2014/main" id="{2F6558EA-4B5B-CF83-510F-5A67CE7F8399}"/>
                  </a:ext>
                </a:extLst>
              </p:cNvPr>
              <p:cNvSpPr/>
              <p:nvPr/>
            </p:nvSpPr>
            <p:spPr>
              <a:xfrm>
                <a:off x="6672970" y="1525802"/>
                <a:ext cx="1973320" cy="102092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684" name="矩形 683">
                <a:extLst>
                  <a:ext uri="{FF2B5EF4-FFF2-40B4-BE49-F238E27FC236}">
                    <a16:creationId xmlns:a16="http://schemas.microsoft.com/office/drawing/2014/main" id="{CEC80E5D-F9C4-1CA1-ED37-680BCF61E408}"/>
                  </a:ext>
                </a:extLst>
              </p:cNvPr>
              <p:cNvSpPr/>
              <p:nvPr/>
            </p:nvSpPr>
            <p:spPr>
              <a:xfrm>
                <a:off x="8258854" y="1651797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685" name="矩形 684">
                <a:extLst>
                  <a:ext uri="{FF2B5EF4-FFF2-40B4-BE49-F238E27FC236}">
                    <a16:creationId xmlns:a16="http://schemas.microsoft.com/office/drawing/2014/main" id="{9515FFA0-F4D0-C397-591E-534DD553A06D}"/>
                  </a:ext>
                </a:extLst>
              </p:cNvPr>
              <p:cNvSpPr/>
              <p:nvPr/>
            </p:nvSpPr>
            <p:spPr>
              <a:xfrm>
                <a:off x="8258854" y="1825480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686" name="矩形 685">
                <a:extLst>
                  <a:ext uri="{FF2B5EF4-FFF2-40B4-BE49-F238E27FC236}">
                    <a16:creationId xmlns:a16="http://schemas.microsoft.com/office/drawing/2014/main" id="{77DDCB1D-8928-021E-D6F6-4A322ECFA02B}"/>
                  </a:ext>
                </a:extLst>
              </p:cNvPr>
              <p:cNvSpPr/>
              <p:nvPr/>
            </p:nvSpPr>
            <p:spPr>
              <a:xfrm>
                <a:off x="8258854" y="1991957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687" name="矩形 686">
                <a:extLst>
                  <a:ext uri="{FF2B5EF4-FFF2-40B4-BE49-F238E27FC236}">
                    <a16:creationId xmlns:a16="http://schemas.microsoft.com/office/drawing/2014/main" id="{6A470B8E-56A2-D8B9-294E-6D1748476811}"/>
                  </a:ext>
                </a:extLst>
              </p:cNvPr>
              <p:cNvSpPr/>
              <p:nvPr/>
            </p:nvSpPr>
            <p:spPr>
              <a:xfrm>
                <a:off x="8258854" y="2271493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688" name="文本框 687">
                <a:extLst>
                  <a:ext uri="{FF2B5EF4-FFF2-40B4-BE49-F238E27FC236}">
                    <a16:creationId xmlns:a16="http://schemas.microsoft.com/office/drawing/2014/main" id="{F4A92BD2-F2EF-E3C3-588F-F60E91FD6B65}"/>
                  </a:ext>
                </a:extLst>
              </p:cNvPr>
              <p:cNvSpPr txBox="1"/>
              <p:nvPr/>
            </p:nvSpPr>
            <p:spPr>
              <a:xfrm>
                <a:off x="6752482" y="1827898"/>
                <a:ext cx="14268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000" b="1" dirty="0"/>
                  <a:t>3 x 3 x 64 </a:t>
                </a:r>
              </a:p>
              <a:p>
                <a:pPr algn="ctr"/>
                <a:r>
                  <a:rPr kumimoji="1" lang="zh-CN" altLang="en-US" sz="1000" b="1" dirty="0"/>
                  <a:t>一个</a:t>
                </a:r>
                <a:r>
                  <a:rPr kumimoji="1" lang="en" altLang="zh-CN" sz="1000" b="1" dirty="0"/>
                  <a:t>receptive field</a:t>
                </a:r>
                <a:endParaRPr kumimoji="1" lang="zh-CN" altLang="en-US" sz="1000" b="1" dirty="0"/>
              </a:p>
            </p:txBody>
          </p:sp>
        </p:grpSp>
        <p:grpSp>
          <p:nvGrpSpPr>
            <p:cNvPr id="660" name="组合 659">
              <a:extLst>
                <a:ext uri="{FF2B5EF4-FFF2-40B4-BE49-F238E27FC236}">
                  <a16:creationId xmlns:a16="http://schemas.microsoft.com/office/drawing/2014/main" id="{3FE55169-4B37-9BD1-6A1E-6C3FA7D41CF3}"/>
                </a:ext>
              </a:extLst>
            </p:cNvPr>
            <p:cNvGrpSpPr/>
            <p:nvPr/>
          </p:nvGrpSpPr>
          <p:grpSpPr>
            <a:xfrm>
              <a:off x="9355695" y="1322457"/>
              <a:ext cx="360000" cy="360000"/>
              <a:chOff x="5308391" y="474484"/>
              <a:chExt cx="540000" cy="540000"/>
            </a:xfrm>
          </p:grpSpPr>
          <p:sp>
            <p:nvSpPr>
              <p:cNvPr id="680" name="椭圆 679">
                <a:extLst>
                  <a:ext uri="{FF2B5EF4-FFF2-40B4-BE49-F238E27FC236}">
                    <a16:creationId xmlns:a16="http://schemas.microsoft.com/office/drawing/2014/main" id="{E57584E7-5708-2FDA-ED2A-AF37D1705904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681" name="图片 680">
                <a:extLst>
                  <a:ext uri="{FF2B5EF4-FFF2-40B4-BE49-F238E27FC236}">
                    <a16:creationId xmlns:a16="http://schemas.microsoft.com/office/drawing/2014/main" id="{AD83A53C-82E8-3ECF-7DBE-7D029E36C3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cxnSp>
          <p:nvCxnSpPr>
            <p:cNvPr id="661" name="直线连接符 660">
              <a:extLst>
                <a:ext uri="{FF2B5EF4-FFF2-40B4-BE49-F238E27FC236}">
                  <a16:creationId xmlns:a16="http://schemas.microsoft.com/office/drawing/2014/main" id="{CBC1746F-A157-9A18-0E41-C4D354F9DFA2}"/>
                </a:ext>
              </a:extLst>
            </p:cNvPr>
            <p:cNvCxnSpPr>
              <a:cxnSpLocks/>
              <a:stCxn id="684" idx="3"/>
              <a:endCxn id="680" idx="2"/>
            </p:cNvCxnSpPr>
            <p:nvPr/>
          </p:nvCxnSpPr>
          <p:spPr>
            <a:xfrm flipV="1">
              <a:off x="8458239" y="1502457"/>
              <a:ext cx="897456" cy="215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直线连接符 661">
              <a:extLst>
                <a:ext uri="{FF2B5EF4-FFF2-40B4-BE49-F238E27FC236}">
                  <a16:creationId xmlns:a16="http://schemas.microsoft.com/office/drawing/2014/main" id="{69191A9F-B066-565E-8011-92719C31D56A}"/>
                </a:ext>
              </a:extLst>
            </p:cNvPr>
            <p:cNvCxnSpPr>
              <a:cxnSpLocks/>
              <a:stCxn id="685" idx="3"/>
              <a:endCxn id="680" idx="2"/>
            </p:cNvCxnSpPr>
            <p:nvPr/>
          </p:nvCxnSpPr>
          <p:spPr>
            <a:xfrm flipV="1">
              <a:off x="8458239" y="1502457"/>
              <a:ext cx="897456" cy="3896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直线连接符 662">
              <a:extLst>
                <a:ext uri="{FF2B5EF4-FFF2-40B4-BE49-F238E27FC236}">
                  <a16:creationId xmlns:a16="http://schemas.microsoft.com/office/drawing/2014/main" id="{9EE950A7-C875-3A32-9E45-B8E47233B591}"/>
                </a:ext>
              </a:extLst>
            </p:cNvPr>
            <p:cNvCxnSpPr>
              <a:cxnSpLocks/>
              <a:stCxn id="686" idx="3"/>
              <a:endCxn id="680" idx="2"/>
            </p:cNvCxnSpPr>
            <p:nvPr/>
          </p:nvCxnSpPr>
          <p:spPr>
            <a:xfrm flipV="1">
              <a:off x="8458239" y="1502457"/>
              <a:ext cx="897456" cy="5560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直线连接符 663">
              <a:extLst>
                <a:ext uri="{FF2B5EF4-FFF2-40B4-BE49-F238E27FC236}">
                  <a16:creationId xmlns:a16="http://schemas.microsoft.com/office/drawing/2014/main" id="{2CC96E95-E6D9-0C69-791E-8B0D8978F73C}"/>
                </a:ext>
              </a:extLst>
            </p:cNvPr>
            <p:cNvCxnSpPr>
              <a:cxnSpLocks/>
              <a:stCxn id="687" idx="3"/>
              <a:endCxn id="680" idx="2"/>
            </p:cNvCxnSpPr>
            <p:nvPr/>
          </p:nvCxnSpPr>
          <p:spPr>
            <a:xfrm flipV="1">
              <a:off x="8458239" y="1502457"/>
              <a:ext cx="897456" cy="8356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5" name="组合 664">
              <a:extLst>
                <a:ext uri="{FF2B5EF4-FFF2-40B4-BE49-F238E27FC236}">
                  <a16:creationId xmlns:a16="http://schemas.microsoft.com/office/drawing/2014/main" id="{5AF1479E-9EF4-A088-8183-84D9022FC783}"/>
                </a:ext>
              </a:extLst>
            </p:cNvPr>
            <p:cNvGrpSpPr/>
            <p:nvPr/>
          </p:nvGrpSpPr>
          <p:grpSpPr>
            <a:xfrm>
              <a:off x="9355695" y="1717119"/>
              <a:ext cx="360000" cy="360000"/>
              <a:chOff x="5308391" y="474484"/>
              <a:chExt cx="540000" cy="540000"/>
            </a:xfrm>
          </p:grpSpPr>
          <p:sp>
            <p:nvSpPr>
              <p:cNvPr id="678" name="椭圆 677">
                <a:extLst>
                  <a:ext uri="{FF2B5EF4-FFF2-40B4-BE49-F238E27FC236}">
                    <a16:creationId xmlns:a16="http://schemas.microsoft.com/office/drawing/2014/main" id="{20779FD0-1AC2-34DB-CD29-E03D53A02BC2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679" name="图片 678">
                <a:extLst>
                  <a:ext uri="{FF2B5EF4-FFF2-40B4-BE49-F238E27FC236}">
                    <a16:creationId xmlns:a16="http://schemas.microsoft.com/office/drawing/2014/main" id="{34DBA5AC-C01D-60FB-5730-83E4920C3F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cxnSp>
          <p:nvCxnSpPr>
            <p:cNvPr id="666" name="直线连接符 665">
              <a:extLst>
                <a:ext uri="{FF2B5EF4-FFF2-40B4-BE49-F238E27FC236}">
                  <a16:creationId xmlns:a16="http://schemas.microsoft.com/office/drawing/2014/main" id="{6BA41D59-F52E-1CFB-86D7-8042BA15D0F4}"/>
                </a:ext>
              </a:extLst>
            </p:cNvPr>
            <p:cNvCxnSpPr>
              <a:cxnSpLocks/>
              <a:stCxn id="684" idx="3"/>
              <a:endCxn id="678" idx="2"/>
            </p:cNvCxnSpPr>
            <p:nvPr/>
          </p:nvCxnSpPr>
          <p:spPr>
            <a:xfrm>
              <a:off x="8458239" y="1718389"/>
              <a:ext cx="897456" cy="1787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直线连接符 666">
              <a:extLst>
                <a:ext uri="{FF2B5EF4-FFF2-40B4-BE49-F238E27FC236}">
                  <a16:creationId xmlns:a16="http://schemas.microsoft.com/office/drawing/2014/main" id="{3800428A-B4D3-D40E-F390-C7E8C188121D}"/>
                </a:ext>
              </a:extLst>
            </p:cNvPr>
            <p:cNvCxnSpPr>
              <a:cxnSpLocks/>
              <a:stCxn id="685" idx="3"/>
              <a:endCxn id="678" idx="2"/>
            </p:cNvCxnSpPr>
            <p:nvPr/>
          </p:nvCxnSpPr>
          <p:spPr>
            <a:xfrm>
              <a:off x="8458239" y="1892072"/>
              <a:ext cx="897456" cy="50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直线连接符 667">
              <a:extLst>
                <a:ext uri="{FF2B5EF4-FFF2-40B4-BE49-F238E27FC236}">
                  <a16:creationId xmlns:a16="http://schemas.microsoft.com/office/drawing/2014/main" id="{706AECF7-A6E2-CF59-2515-504CBD4F180A}"/>
                </a:ext>
              </a:extLst>
            </p:cNvPr>
            <p:cNvCxnSpPr>
              <a:cxnSpLocks/>
              <a:stCxn id="686" idx="3"/>
              <a:endCxn id="678" idx="2"/>
            </p:cNvCxnSpPr>
            <p:nvPr/>
          </p:nvCxnSpPr>
          <p:spPr>
            <a:xfrm flipV="1">
              <a:off x="8458239" y="1897119"/>
              <a:ext cx="897456" cy="1614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直线连接符 668">
              <a:extLst>
                <a:ext uri="{FF2B5EF4-FFF2-40B4-BE49-F238E27FC236}">
                  <a16:creationId xmlns:a16="http://schemas.microsoft.com/office/drawing/2014/main" id="{8BC6661F-521C-EF3C-B285-7F8306380E71}"/>
                </a:ext>
              </a:extLst>
            </p:cNvPr>
            <p:cNvCxnSpPr>
              <a:cxnSpLocks/>
              <a:stCxn id="687" idx="3"/>
              <a:endCxn id="678" idx="2"/>
            </p:cNvCxnSpPr>
            <p:nvPr/>
          </p:nvCxnSpPr>
          <p:spPr>
            <a:xfrm flipV="1">
              <a:off x="8458239" y="1897119"/>
              <a:ext cx="897456" cy="4409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0" name="组合 669">
              <a:extLst>
                <a:ext uri="{FF2B5EF4-FFF2-40B4-BE49-F238E27FC236}">
                  <a16:creationId xmlns:a16="http://schemas.microsoft.com/office/drawing/2014/main" id="{3B258BB2-EC51-3A59-0E1A-1F36CB083FBC}"/>
                </a:ext>
              </a:extLst>
            </p:cNvPr>
            <p:cNvGrpSpPr/>
            <p:nvPr/>
          </p:nvGrpSpPr>
          <p:grpSpPr>
            <a:xfrm>
              <a:off x="9355695" y="2108602"/>
              <a:ext cx="360000" cy="360000"/>
              <a:chOff x="5308391" y="474484"/>
              <a:chExt cx="540000" cy="540000"/>
            </a:xfrm>
          </p:grpSpPr>
          <p:sp>
            <p:nvSpPr>
              <p:cNvPr id="676" name="椭圆 675">
                <a:extLst>
                  <a:ext uri="{FF2B5EF4-FFF2-40B4-BE49-F238E27FC236}">
                    <a16:creationId xmlns:a16="http://schemas.microsoft.com/office/drawing/2014/main" id="{E32BAB6C-AF60-90D3-13B7-88610434DC91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677" name="图片 676">
                <a:extLst>
                  <a:ext uri="{FF2B5EF4-FFF2-40B4-BE49-F238E27FC236}">
                    <a16:creationId xmlns:a16="http://schemas.microsoft.com/office/drawing/2014/main" id="{4CF9C155-2647-CB79-B552-ADB4F3BB0C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cxnSp>
          <p:nvCxnSpPr>
            <p:cNvPr id="671" name="直线连接符 670">
              <a:extLst>
                <a:ext uri="{FF2B5EF4-FFF2-40B4-BE49-F238E27FC236}">
                  <a16:creationId xmlns:a16="http://schemas.microsoft.com/office/drawing/2014/main" id="{0F766740-4170-7DEC-3511-6D256EF902FA}"/>
                </a:ext>
              </a:extLst>
            </p:cNvPr>
            <p:cNvCxnSpPr>
              <a:cxnSpLocks/>
              <a:stCxn id="684" idx="3"/>
              <a:endCxn id="676" idx="2"/>
            </p:cNvCxnSpPr>
            <p:nvPr/>
          </p:nvCxnSpPr>
          <p:spPr>
            <a:xfrm>
              <a:off x="8458239" y="1718389"/>
              <a:ext cx="897456" cy="5702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直线连接符 671">
              <a:extLst>
                <a:ext uri="{FF2B5EF4-FFF2-40B4-BE49-F238E27FC236}">
                  <a16:creationId xmlns:a16="http://schemas.microsoft.com/office/drawing/2014/main" id="{75438AFD-EEC9-856D-E274-86CCD44D64BB}"/>
                </a:ext>
              </a:extLst>
            </p:cNvPr>
            <p:cNvCxnSpPr>
              <a:cxnSpLocks/>
              <a:stCxn id="685" idx="3"/>
              <a:endCxn id="676" idx="2"/>
            </p:cNvCxnSpPr>
            <p:nvPr/>
          </p:nvCxnSpPr>
          <p:spPr>
            <a:xfrm>
              <a:off x="8458239" y="1892072"/>
              <a:ext cx="897456" cy="3965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直线连接符 672">
              <a:extLst>
                <a:ext uri="{FF2B5EF4-FFF2-40B4-BE49-F238E27FC236}">
                  <a16:creationId xmlns:a16="http://schemas.microsoft.com/office/drawing/2014/main" id="{255B657E-1327-E8A5-B4BA-3435BA2A6533}"/>
                </a:ext>
              </a:extLst>
            </p:cNvPr>
            <p:cNvCxnSpPr>
              <a:cxnSpLocks/>
              <a:stCxn id="686" idx="3"/>
              <a:endCxn id="676" idx="2"/>
            </p:cNvCxnSpPr>
            <p:nvPr/>
          </p:nvCxnSpPr>
          <p:spPr>
            <a:xfrm>
              <a:off x="8458239" y="2058549"/>
              <a:ext cx="897456" cy="2300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直线连接符 673">
              <a:extLst>
                <a:ext uri="{FF2B5EF4-FFF2-40B4-BE49-F238E27FC236}">
                  <a16:creationId xmlns:a16="http://schemas.microsoft.com/office/drawing/2014/main" id="{0CAEAB76-7C74-4696-4D7A-ADFBDD7FECD7}"/>
                </a:ext>
              </a:extLst>
            </p:cNvPr>
            <p:cNvCxnSpPr>
              <a:cxnSpLocks/>
              <a:stCxn id="687" idx="3"/>
              <a:endCxn id="676" idx="2"/>
            </p:cNvCxnSpPr>
            <p:nvPr/>
          </p:nvCxnSpPr>
          <p:spPr>
            <a:xfrm flipV="1">
              <a:off x="8458239" y="2288602"/>
              <a:ext cx="897456" cy="494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5" name="文本框 674">
              <a:extLst>
                <a:ext uri="{FF2B5EF4-FFF2-40B4-BE49-F238E27FC236}">
                  <a16:creationId xmlns:a16="http://schemas.microsoft.com/office/drawing/2014/main" id="{DFC9C9FE-0DCD-6AF2-FEF5-41C7775DAEEC}"/>
                </a:ext>
              </a:extLst>
            </p:cNvPr>
            <p:cNvSpPr txBox="1"/>
            <p:nvPr/>
          </p:nvSpPr>
          <p:spPr>
            <a:xfrm>
              <a:off x="9359058" y="2491189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/>
                <a:t>…</a:t>
              </a:r>
              <a:endParaRPr kumimoji="1" lang="zh-CN" altLang="en-US" b="1" dirty="0"/>
            </a:p>
          </p:txBody>
        </p:sp>
      </p:grpSp>
      <p:sp>
        <p:nvSpPr>
          <p:cNvPr id="689" name="文本框 688">
            <a:extLst>
              <a:ext uri="{FF2B5EF4-FFF2-40B4-BE49-F238E27FC236}">
                <a16:creationId xmlns:a16="http://schemas.microsoft.com/office/drawing/2014/main" id="{1050222C-96CB-A854-BB83-F1F0929827E2}"/>
              </a:ext>
            </a:extLst>
          </p:cNvPr>
          <p:cNvSpPr txBox="1"/>
          <p:nvPr/>
        </p:nvSpPr>
        <p:spPr>
          <a:xfrm>
            <a:off x="7806322" y="6300872"/>
            <a:ext cx="2798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/>
              <a:t>96 x 96 x 128 </a:t>
            </a:r>
            <a:r>
              <a:rPr kumimoji="1" lang="zh-CN" altLang="en-US" sz="1200" b="1" dirty="0"/>
              <a:t>个 </a:t>
            </a:r>
            <a:r>
              <a:rPr kumimoji="1" lang="en" altLang="zh-CN" sz="1200" b="1" dirty="0"/>
              <a:t>neuron</a:t>
            </a:r>
          </a:p>
          <a:p>
            <a:pPr algn="ctr"/>
            <a:r>
              <a:rPr kumimoji="1" lang="zh-CN" altLang="en" sz="1200" b="1" dirty="0"/>
              <a:t>输出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96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x 96 x 128 feature map</a:t>
            </a:r>
            <a:endParaRPr kumimoji="1" lang="zh-CN" altLang="en-US" sz="1200" b="1" dirty="0"/>
          </a:p>
        </p:txBody>
      </p:sp>
      <p:sp>
        <p:nvSpPr>
          <p:cNvPr id="698" name="文本框 697">
            <a:extLst>
              <a:ext uri="{FF2B5EF4-FFF2-40B4-BE49-F238E27FC236}">
                <a16:creationId xmlns:a16="http://schemas.microsoft.com/office/drawing/2014/main" id="{3772D384-A6CE-CB80-EAE4-2B5AE4E246E4}"/>
              </a:ext>
            </a:extLst>
          </p:cNvPr>
          <p:cNvSpPr txBox="1"/>
          <p:nvPr/>
        </p:nvSpPr>
        <p:spPr>
          <a:xfrm>
            <a:off x="4038289" y="4111290"/>
            <a:ext cx="19818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dirty="0"/>
              <a:t>98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x 98 x 64 feature map</a:t>
            </a:r>
            <a:endParaRPr kumimoji="1" lang="zh-CN" altLang="en-US" sz="1000" dirty="0"/>
          </a:p>
        </p:txBody>
      </p:sp>
      <p:sp>
        <p:nvSpPr>
          <p:cNvPr id="700" name="文本框 699">
            <a:extLst>
              <a:ext uri="{FF2B5EF4-FFF2-40B4-BE49-F238E27FC236}">
                <a16:creationId xmlns:a16="http://schemas.microsoft.com/office/drawing/2014/main" id="{2E726010-16DC-A230-CF69-5394A0194993}"/>
              </a:ext>
            </a:extLst>
          </p:cNvPr>
          <p:cNvSpPr txBox="1"/>
          <p:nvPr/>
        </p:nvSpPr>
        <p:spPr>
          <a:xfrm>
            <a:off x="9779863" y="4189244"/>
            <a:ext cx="19818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dirty="0"/>
              <a:t>96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x 96 x 128 feature map</a:t>
            </a:r>
            <a:endParaRPr kumimoji="1" lang="zh-CN" altLang="en-US" sz="1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943B88F-50D4-1120-E537-9E987C158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289" y="2043784"/>
            <a:ext cx="1972471" cy="1980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78F5379-BC45-D4B8-D270-1D5D7A106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9664" y="1810409"/>
            <a:ext cx="2322205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91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8610E-47BE-F542-B436-29AB8337B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组合 458">
            <a:extLst>
              <a:ext uri="{FF2B5EF4-FFF2-40B4-BE49-F238E27FC236}">
                <a16:creationId xmlns:a16="http://schemas.microsoft.com/office/drawing/2014/main" id="{AE0DFE64-836F-827F-687C-D8AB730F2BA9}"/>
              </a:ext>
            </a:extLst>
          </p:cNvPr>
          <p:cNvGrpSpPr/>
          <p:nvPr/>
        </p:nvGrpSpPr>
        <p:grpSpPr>
          <a:xfrm>
            <a:off x="6672970" y="1322457"/>
            <a:ext cx="3058306" cy="1538064"/>
            <a:chOff x="6672970" y="1322457"/>
            <a:chExt cx="3058306" cy="153806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CFC7CCB-7ED2-9019-A657-8FD4C52F008B}"/>
                </a:ext>
              </a:extLst>
            </p:cNvPr>
            <p:cNvGrpSpPr/>
            <p:nvPr/>
          </p:nvGrpSpPr>
          <p:grpSpPr>
            <a:xfrm>
              <a:off x="6672970" y="1525802"/>
              <a:ext cx="1973320" cy="1020923"/>
              <a:chOff x="6672970" y="1525802"/>
              <a:chExt cx="1973320" cy="1020923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A6AD313-CAC0-91B4-2268-B7B947D01E37}"/>
                  </a:ext>
                </a:extLst>
              </p:cNvPr>
              <p:cNvSpPr txBox="1"/>
              <p:nvPr/>
            </p:nvSpPr>
            <p:spPr>
              <a:xfrm>
                <a:off x="8163881" y="2101054"/>
                <a:ext cx="369332" cy="22925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…</a:t>
                </a:r>
                <a:endParaRPr kumimoji="1" lang="zh-CN" alt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68" name="圆角矩形 67">
                <a:extLst>
                  <a:ext uri="{FF2B5EF4-FFF2-40B4-BE49-F238E27FC236}">
                    <a16:creationId xmlns:a16="http://schemas.microsoft.com/office/drawing/2014/main" id="{9A6FF820-1FC4-BFF2-6D41-246CE0758543}"/>
                  </a:ext>
                </a:extLst>
              </p:cNvPr>
              <p:cNvSpPr/>
              <p:nvPr/>
            </p:nvSpPr>
            <p:spPr>
              <a:xfrm>
                <a:off x="6672970" y="1525802"/>
                <a:ext cx="1973320" cy="102092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397A8CE-28FA-BCD7-8068-F7BFFC804B35}"/>
                  </a:ext>
                </a:extLst>
              </p:cNvPr>
              <p:cNvSpPr/>
              <p:nvPr/>
            </p:nvSpPr>
            <p:spPr>
              <a:xfrm>
                <a:off x="8258854" y="1651797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45B74E1-82A4-6219-D142-CDA0447B78E4}"/>
                  </a:ext>
                </a:extLst>
              </p:cNvPr>
              <p:cNvSpPr/>
              <p:nvPr/>
            </p:nvSpPr>
            <p:spPr>
              <a:xfrm>
                <a:off x="8258854" y="1825480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71594757-5A90-F520-6CA6-A720B3D893B5}"/>
                  </a:ext>
                </a:extLst>
              </p:cNvPr>
              <p:cNvSpPr/>
              <p:nvPr/>
            </p:nvSpPr>
            <p:spPr>
              <a:xfrm>
                <a:off x="8258854" y="1991957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A7510FB-5AA6-4526-4B67-CD1DB373E52F}"/>
                  </a:ext>
                </a:extLst>
              </p:cNvPr>
              <p:cNvSpPr/>
              <p:nvPr/>
            </p:nvSpPr>
            <p:spPr>
              <a:xfrm>
                <a:off x="8258854" y="2271493"/>
                <a:ext cx="199385" cy="13318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9309605-E74F-C359-AAA7-463E2133C2A4}"/>
                  </a:ext>
                </a:extLst>
              </p:cNvPr>
              <p:cNvSpPr txBox="1"/>
              <p:nvPr/>
            </p:nvSpPr>
            <p:spPr>
              <a:xfrm>
                <a:off x="6752482" y="1827898"/>
                <a:ext cx="14268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000" b="1" dirty="0"/>
                  <a:t>3 x 3 x 64 </a:t>
                </a:r>
              </a:p>
              <a:p>
                <a:pPr algn="ctr"/>
                <a:r>
                  <a:rPr kumimoji="1" lang="zh-CN" altLang="en-US" sz="1000" b="1" dirty="0"/>
                  <a:t>一个</a:t>
                </a:r>
                <a:r>
                  <a:rPr kumimoji="1" lang="en" altLang="zh-CN" sz="1000" b="1" dirty="0"/>
                  <a:t>receptive field</a:t>
                </a:r>
                <a:endParaRPr kumimoji="1" lang="zh-CN" altLang="en-US" sz="1000" b="1" dirty="0"/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74AEC15B-99B9-89C0-1DCA-2ED264D298FF}"/>
                </a:ext>
              </a:extLst>
            </p:cNvPr>
            <p:cNvGrpSpPr/>
            <p:nvPr/>
          </p:nvGrpSpPr>
          <p:grpSpPr>
            <a:xfrm>
              <a:off x="9355695" y="1322457"/>
              <a:ext cx="360000" cy="360000"/>
              <a:chOff x="5308391" y="474484"/>
              <a:chExt cx="540000" cy="540000"/>
            </a:xfrm>
          </p:grpSpPr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A746885A-E6FB-4474-7F36-64C328D854AF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AD179AEE-ACDA-12ED-5001-25C4189398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D6784511-A392-5C17-0F68-5C2C8D954B21}"/>
                </a:ext>
              </a:extLst>
            </p:cNvPr>
            <p:cNvCxnSpPr>
              <a:cxnSpLocks/>
              <a:stCxn id="12" idx="3"/>
              <a:endCxn id="22" idx="2"/>
            </p:cNvCxnSpPr>
            <p:nvPr/>
          </p:nvCxnSpPr>
          <p:spPr>
            <a:xfrm flipV="1">
              <a:off x="8458239" y="1502457"/>
              <a:ext cx="897456" cy="2159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85CDB487-739E-7989-9000-C75C6170806A}"/>
                </a:ext>
              </a:extLst>
            </p:cNvPr>
            <p:cNvCxnSpPr>
              <a:cxnSpLocks/>
              <a:stCxn id="14" idx="3"/>
              <a:endCxn id="22" idx="2"/>
            </p:cNvCxnSpPr>
            <p:nvPr/>
          </p:nvCxnSpPr>
          <p:spPr>
            <a:xfrm flipV="1">
              <a:off x="8458239" y="1502457"/>
              <a:ext cx="897456" cy="3896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连接符 29">
              <a:extLst>
                <a:ext uri="{FF2B5EF4-FFF2-40B4-BE49-F238E27FC236}">
                  <a16:creationId xmlns:a16="http://schemas.microsoft.com/office/drawing/2014/main" id="{20BF0915-CAA8-BABB-A557-ED6F7D3C4638}"/>
                </a:ext>
              </a:extLst>
            </p:cNvPr>
            <p:cNvCxnSpPr>
              <a:cxnSpLocks/>
              <a:stCxn id="15" idx="3"/>
              <a:endCxn id="22" idx="2"/>
            </p:cNvCxnSpPr>
            <p:nvPr/>
          </p:nvCxnSpPr>
          <p:spPr>
            <a:xfrm flipV="1">
              <a:off x="8458239" y="1502457"/>
              <a:ext cx="897456" cy="5560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线连接符 32">
              <a:extLst>
                <a:ext uri="{FF2B5EF4-FFF2-40B4-BE49-F238E27FC236}">
                  <a16:creationId xmlns:a16="http://schemas.microsoft.com/office/drawing/2014/main" id="{70C3A653-2DE1-3438-E235-B335EC323ADD}"/>
                </a:ext>
              </a:extLst>
            </p:cNvPr>
            <p:cNvCxnSpPr>
              <a:cxnSpLocks/>
              <a:stCxn id="16" idx="3"/>
              <a:endCxn id="22" idx="2"/>
            </p:cNvCxnSpPr>
            <p:nvPr/>
          </p:nvCxnSpPr>
          <p:spPr>
            <a:xfrm flipV="1">
              <a:off x="8458239" y="1502457"/>
              <a:ext cx="897456" cy="8356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C21CBD57-C2A6-21C9-DE8A-1448F2FA03A7}"/>
                </a:ext>
              </a:extLst>
            </p:cNvPr>
            <p:cNvGrpSpPr/>
            <p:nvPr/>
          </p:nvGrpSpPr>
          <p:grpSpPr>
            <a:xfrm>
              <a:off x="9355695" y="1717119"/>
              <a:ext cx="360000" cy="360000"/>
              <a:chOff x="5308391" y="474484"/>
              <a:chExt cx="540000" cy="540000"/>
            </a:xfrm>
          </p:grpSpPr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49D73AF7-FD00-A483-7037-73A510BBB736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39" name="图片 38">
                <a:extLst>
                  <a:ext uri="{FF2B5EF4-FFF2-40B4-BE49-F238E27FC236}">
                    <a16:creationId xmlns:a16="http://schemas.microsoft.com/office/drawing/2014/main" id="{EE8380EF-D25A-BB07-DBF1-20D6FE075E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54061D0B-9993-9B91-490E-B5F3C2E9DF58}"/>
                </a:ext>
              </a:extLst>
            </p:cNvPr>
            <p:cNvCxnSpPr>
              <a:cxnSpLocks/>
              <a:stCxn id="12" idx="3"/>
              <a:endCxn id="38" idx="2"/>
            </p:cNvCxnSpPr>
            <p:nvPr/>
          </p:nvCxnSpPr>
          <p:spPr>
            <a:xfrm>
              <a:off x="8458239" y="1718389"/>
              <a:ext cx="897456" cy="1787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线连接符 42">
              <a:extLst>
                <a:ext uri="{FF2B5EF4-FFF2-40B4-BE49-F238E27FC236}">
                  <a16:creationId xmlns:a16="http://schemas.microsoft.com/office/drawing/2014/main" id="{D1655E97-0C77-2343-0490-EC2E82BB213F}"/>
                </a:ext>
              </a:extLst>
            </p:cNvPr>
            <p:cNvCxnSpPr>
              <a:cxnSpLocks/>
              <a:stCxn id="14" idx="3"/>
              <a:endCxn id="38" idx="2"/>
            </p:cNvCxnSpPr>
            <p:nvPr/>
          </p:nvCxnSpPr>
          <p:spPr>
            <a:xfrm>
              <a:off x="8458239" y="1892072"/>
              <a:ext cx="897456" cy="50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5FACBB19-E482-1A7F-1E8D-2145A0B08620}"/>
                </a:ext>
              </a:extLst>
            </p:cNvPr>
            <p:cNvCxnSpPr>
              <a:cxnSpLocks/>
              <a:stCxn id="15" idx="3"/>
              <a:endCxn id="38" idx="2"/>
            </p:cNvCxnSpPr>
            <p:nvPr/>
          </p:nvCxnSpPr>
          <p:spPr>
            <a:xfrm flipV="1">
              <a:off x="8458239" y="1897119"/>
              <a:ext cx="897456" cy="1614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线连接符 49">
              <a:extLst>
                <a:ext uri="{FF2B5EF4-FFF2-40B4-BE49-F238E27FC236}">
                  <a16:creationId xmlns:a16="http://schemas.microsoft.com/office/drawing/2014/main" id="{F8D7A6EE-3864-0BFA-E8B3-B30DA6CBB1B8}"/>
                </a:ext>
              </a:extLst>
            </p:cNvPr>
            <p:cNvCxnSpPr>
              <a:cxnSpLocks/>
              <a:stCxn id="16" idx="3"/>
              <a:endCxn id="38" idx="2"/>
            </p:cNvCxnSpPr>
            <p:nvPr/>
          </p:nvCxnSpPr>
          <p:spPr>
            <a:xfrm flipV="1">
              <a:off x="8458239" y="1897119"/>
              <a:ext cx="897456" cy="4409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26F7C675-61B5-BDA5-6B7B-E4397E50A594}"/>
                </a:ext>
              </a:extLst>
            </p:cNvPr>
            <p:cNvGrpSpPr/>
            <p:nvPr/>
          </p:nvGrpSpPr>
          <p:grpSpPr>
            <a:xfrm>
              <a:off x="9355695" y="2108602"/>
              <a:ext cx="360000" cy="360000"/>
              <a:chOff x="5308391" y="474484"/>
              <a:chExt cx="540000" cy="540000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F2A5BFB3-7D67-83B6-8314-3643E2280518}"/>
                  </a:ext>
                </a:extLst>
              </p:cNvPr>
              <p:cNvSpPr/>
              <p:nvPr/>
            </p:nvSpPr>
            <p:spPr>
              <a:xfrm>
                <a:off x="5308391" y="474484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pic>
            <p:nvPicPr>
              <p:cNvPr id="60" name="图片 59">
                <a:extLst>
                  <a:ext uri="{FF2B5EF4-FFF2-40B4-BE49-F238E27FC236}">
                    <a16:creationId xmlns:a16="http://schemas.microsoft.com/office/drawing/2014/main" id="{3ED746D6-CF64-602A-038C-31A2FD2503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6202" y="545599"/>
                <a:ext cx="364378" cy="393442"/>
              </a:xfrm>
              <a:prstGeom prst="rect">
                <a:avLst/>
              </a:prstGeom>
            </p:spPr>
          </p:pic>
        </p:grpSp>
        <p:cxnSp>
          <p:nvCxnSpPr>
            <p:cNvPr id="61" name="直线连接符 60">
              <a:extLst>
                <a:ext uri="{FF2B5EF4-FFF2-40B4-BE49-F238E27FC236}">
                  <a16:creationId xmlns:a16="http://schemas.microsoft.com/office/drawing/2014/main" id="{01ABE7A8-5A2D-A7CC-FB07-B790D2B1C976}"/>
                </a:ext>
              </a:extLst>
            </p:cNvPr>
            <p:cNvCxnSpPr>
              <a:cxnSpLocks/>
              <a:stCxn id="12" idx="3"/>
              <a:endCxn id="59" idx="2"/>
            </p:cNvCxnSpPr>
            <p:nvPr/>
          </p:nvCxnSpPr>
          <p:spPr>
            <a:xfrm>
              <a:off x="8458239" y="1718389"/>
              <a:ext cx="897456" cy="5702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直线连接符 447">
              <a:extLst>
                <a:ext uri="{FF2B5EF4-FFF2-40B4-BE49-F238E27FC236}">
                  <a16:creationId xmlns:a16="http://schemas.microsoft.com/office/drawing/2014/main" id="{A54A7FBF-3BCA-7656-2BD5-5044CCABB076}"/>
                </a:ext>
              </a:extLst>
            </p:cNvPr>
            <p:cNvCxnSpPr>
              <a:cxnSpLocks/>
              <a:stCxn id="14" idx="3"/>
              <a:endCxn id="59" idx="2"/>
            </p:cNvCxnSpPr>
            <p:nvPr/>
          </p:nvCxnSpPr>
          <p:spPr>
            <a:xfrm>
              <a:off x="8458239" y="1892072"/>
              <a:ext cx="897456" cy="3965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直线连接符 450">
              <a:extLst>
                <a:ext uri="{FF2B5EF4-FFF2-40B4-BE49-F238E27FC236}">
                  <a16:creationId xmlns:a16="http://schemas.microsoft.com/office/drawing/2014/main" id="{094213FE-03F2-83D6-D27E-CD218E2FC6F3}"/>
                </a:ext>
              </a:extLst>
            </p:cNvPr>
            <p:cNvCxnSpPr>
              <a:cxnSpLocks/>
              <a:stCxn id="15" idx="3"/>
              <a:endCxn id="59" idx="2"/>
            </p:cNvCxnSpPr>
            <p:nvPr/>
          </p:nvCxnSpPr>
          <p:spPr>
            <a:xfrm>
              <a:off x="8458239" y="2058549"/>
              <a:ext cx="897456" cy="2300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直线连接符 453">
              <a:extLst>
                <a:ext uri="{FF2B5EF4-FFF2-40B4-BE49-F238E27FC236}">
                  <a16:creationId xmlns:a16="http://schemas.microsoft.com/office/drawing/2014/main" id="{1CB739DC-044B-DC9D-40CF-C371B7B758A3}"/>
                </a:ext>
              </a:extLst>
            </p:cNvPr>
            <p:cNvCxnSpPr>
              <a:cxnSpLocks/>
              <a:stCxn id="16" idx="3"/>
              <a:endCxn id="59" idx="2"/>
            </p:cNvCxnSpPr>
            <p:nvPr/>
          </p:nvCxnSpPr>
          <p:spPr>
            <a:xfrm flipV="1">
              <a:off x="8458239" y="2288602"/>
              <a:ext cx="897456" cy="494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8" name="文本框 457">
              <a:extLst>
                <a:ext uri="{FF2B5EF4-FFF2-40B4-BE49-F238E27FC236}">
                  <a16:creationId xmlns:a16="http://schemas.microsoft.com/office/drawing/2014/main" id="{80236C99-7B3D-204B-38AB-0AC0D66297C8}"/>
                </a:ext>
              </a:extLst>
            </p:cNvPr>
            <p:cNvSpPr txBox="1"/>
            <p:nvPr/>
          </p:nvSpPr>
          <p:spPr>
            <a:xfrm>
              <a:off x="9359058" y="2491189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/>
                <a:t>…</a:t>
              </a:r>
              <a:endParaRPr kumimoji="1" lang="zh-CN" altLang="en-US" b="1" dirty="0"/>
            </a:p>
          </p:txBody>
        </p:sp>
      </p:grpSp>
      <p:graphicFrame>
        <p:nvGraphicFramePr>
          <p:cNvPr id="460" name="表格 459">
            <a:extLst>
              <a:ext uri="{FF2B5EF4-FFF2-40B4-BE49-F238E27FC236}">
                <a16:creationId xmlns:a16="http://schemas.microsoft.com/office/drawing/2014/main" id="{800C9BAF-CCF9-D994-852B-F3A37ED68BC2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332898229"/>
              </p:ext>
            </p:extLst>
          </p:nvPr>
        </p:nvGraphicFramePr>
        <p:xfrm>
          <a:off x="6051192" y="3649652"/>
          <a:ext cx="2141118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05118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463" name="表格 462">
            <a:extLst>
              <a:ext uri="{FF2B5EF4-FFF2-40B4-BE49-F238E27FC236}">
                <a16:creationId xmlns:a16="http://schemas.microsoft.com/office/drawing/2014/main" id="{7516CC77-33F5-C8A0-82DE-A1C982922BD5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647602354"/>
              </p:ext>
            </p:extLst>
          </p:nvPr>
        </p:nvGraphicFramePr>
        <p:xfrm>
          <a:off x="6344268" y="3907559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464" name="表格 463">
            <a:extLst>
              <a:ext uri="{FF2B5EF4-FFF2-40B4-BE49-F238E27FC236}">
                <a16:creationId xmlns:a16="http://schemas.microsoft.com/office/drawing/2014/main" id="{59514B54-C11E-5A81-7B26-14C230B25531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857203212"/>
              </p:ext>
            </p:extLst>
          </p:nvPr>
        </p:nvGraphicFramePr>
        <p:xfrm>
          <a:off x="6496668" y="4059959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465" name="表格 464">
            <a:extLst>
              <a:ext uri="{FF2B5EF4-FFF2-40B4-BE49-F238E27FC236}">
                <a16:creationId xmlns:a16="http://schemas.microsoft.com/office/drawing/2014/main" id="{D6921C12-596F-8A8B-6C02-98B84A03F1D7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992823725"/>
              </p:ext>
            </p:extLst>
          </p:nvPr>
        </p:nvGraphicFramePr>
        <p:xfrm>
          <a:off x="6649068" y="4212359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sp>
        <p:nvSpPr>
          <p:cNvPr id="466" name="右大括号 465">
            <a:extLst>
              <a:ext uri="{FF2B5EF4-FFF2-40B4-BE49-F238E27FC236}">
                <a16:creationId xmlns:a16="http://schemas.microsoft.com/office/drawing/2014/main" id="{28033D32-6FFE-8132-282F-28D89992FA63}"/>
              </a:ext>
            </a:extLst>
          </p:cNvPr>
          <p:cNvSpPr/>
          <p:nvPr/>
        </p:nvSpPr>
        <p:spPr>
          <a:xfrm rot="-2700000">
            <a:off x="8515743" y="3358028"/>
            <a:ext cx="299374" cy="885491"/>
          </a:xfrm>
          <a:prstGeom prst="rightBrac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67" name="文本框 466">
            <a:extLst>
              <a:ext uri="{FF2B5EF4-FFF2-40B4-BE49-F238E27FC236}">
                <a16:creationId xmlns:a16="http://schemas.microsoft.com/office/drawing/2014/main" id="{934063EF-CAB0-3BDF-C336-2E48A2209991}"/>
              </a:ext>
            </a:extLst>
          </p:cNvPr>
          <p:cNvSpPr txBox="1"/>
          <p:nvPr/>
        </p:nvSpPr>
        <p:spPr>
          <a:xfrm rot="2700000">
            <a:off x="8281906" y="3458741"/>
            <a:ext cx="1147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/>
              <a:t>128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channels</a:t>
            </a:r>
            <a:endParaRPr kumimoji="1" lang="zh-CN" altLang="en-US" sz="1200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308C91-CD37-4213-D557-40FC05F6E7FB}"/>
              </a:ext>
            </a:extLst>
          </p:cNvPr>
          <p:cNvSpPr txBox="1"/>
          <p:nvPr/>
        </p:nvSpPr>
        <p:spPr>
          <a:xfrm rot="2700000">
            <a:off x="8170529" y="3608303"/>
            <a:ext cx="378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…</a:t>
            </a:r>
            <a:endParaRPr kumimoji="1" lang="zh-CN" altLang="en-US" b="1" dirty="0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DC5E130-39C8-4BFF-B859-E7602D888852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992096923"/>
              </p:ext>
            </p:extLst>
          </p:nvPr>
        </p:nvGraphicFramePr>
        <p:xfrm>
          <a:off x="584567" y="2204570"/>
          <a:ext cx="2141118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05118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B81BB4CB-27A0-31E2-5635-6E3A90F64A3E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117288539"/>
              </p:ext>
            </p:extLst>
          </p:nvPr>
        </p:nvGraphicFramePr>
        <p:xfrm>
          <a:off x="877643" y="2462477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ABFDC626-A08E-0587-F632-736FCE20B6DC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996279983"/>
              </p:ext>
            </p:extLst>
          </p:nvPr>
        </p:nvGraphicFramePr>
        <p:xfrm>
          <a:off x="1030043" y="2614877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18393F49-BC95-F86F-0908-D188B36D8FD0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898811595"/>
              </p:ext>
            </p:extLst>
          </p:nvPr>
        </p:nvGraphicFramePr>
        <p:xfrm>
          <a:off x="1182443" y="2767277"/>
          <a:ext cx="2203200" cy="2203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2335926881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16694828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512481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44345382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95857777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858113692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6873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294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1112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13505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35768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681314"/>
                  </a:ext>
                </a:extLst>
              </a:tr>
            </a:tbl>
          </a:graphicData>
        </a:graphic>
      </p:graphicFrame>
      <p:sp>
        <p:nvSpPr>
          <p:cNvPr id="21" name="右大括号 20">
            <a:extLst>
              <a:ext uri="{FF2B5EF4-FFF2-40B4-BE49-F238E27FC236}">
                <a16:creationId xmlns:a16="http://schemas.microsoft.com/office/drawing/2014/main" id="{802E0828-7A46-C301-1EA8-6B150B0E468C}"/>
              </a:ext>
            </a:extLst>
          </p:cNvPr>
          <p:cNvSpPr/>
          <p:nvPr/>
        </p:nvSpPr>
        <p:spPr>
          <a:xfrm rot="-2700000">
            <a:off x="3049118" y="1912946"/>
            <a:ext cx="299374" cy="885491"/>
          </a:xfrm>
          <a:prstGeom prst="rightBrac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1D88F22-B036-E071-7EED-EA6E27C5D6AA}"/>
              </a:ext>
            </a:extLst>
          </p:cNvPr>
          <p:cNvSpPr txBox="1"/>
          <p:nvPr/>
        </p:nvSpPr>
        <p:spPr>
          <a:xfrm rot="2700000">
            <a:off x="2815281" y="2013659"/>
            <a:ext cx="1147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b="1" dirty="0"/>
              <a:t>64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channels</a:t>
            </a:r>
            <a:endParaRPr kumimoji="1" lang="zh-CN" altLang="en-US" sz="1200" b="1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C8E5A5F-2270-102F-F6CF-7FC92AE4C5E3}"/>
              </a:ext>
            </a:extLst>
          </p:cNvPr>
          <p:cNvSpPr txBox="1"/>
          <p:nvPr/>
        </p:nvSpPr>
        <p:spPr>
          <a:xfrm rot="2700000">
            <a:off x="2703904" y="2163221"/>
            <a:ext cx="378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…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74991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6EFDDB43-54A4-C7F3-8EF0-97791C5A4034}"/>
              </a:ext>
            </a:extLst>
          </p:cNvPr>
          <p:cNvCxnSpPr>
            <a:cxnSpLocks/>
          </p:cNvCxnSpPr>
          <p:nvPr/>
        </p:nvCxnSpPr>
        <p:spPr>
          <a:xfrm>
            <a:off x="4198861" y="4969590"/>
            <a:ext cx="459430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797E8EA0-2EA6-A504-AE41-D1AE111A1092}"/>
              </a:ext>
            </a:extLst>
          </p:cNvPr>
          <p:cNvCxnSpPr>
            <a:cxnSpLocks/>
          </p:cNvCxnSpPr>
          <p:nvPr/>
        </p:nvCxnSpPr>
        <p:spPr>
          <a:xfrm flipV="1">
            <a:off x="4351261" y="953323"/>
            <a:ext cx="0" cy="41686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5915C2A0-A9FB-3A27-BEA0-096A3D6B9A1E}"/>
              </a:ext>
            </a:extLst>
          </p:cNvPr>
          <p:cNvCxnSpPr>
            <a:cxnSpLocks/>
          </p:cNvCxnSpPr>
          <p:nvPr/>
        </p:nvCxnSpPr>
        <p:spPr>
          <a:xfrm flipV="1">
            <a:off x="5410871" y="2415959"/>
            <a:ext cx="1440000" cy="1440000"/>
          </a:xfrm>
          <a:prstGeom prst="straightConnector1">
            <a:avLst/>
          </a:prstGeom>
          <a:ln w="12700">
            <a:solidFill>
              <a:srgbClr val="C00000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E8934BE-7864-E602-577F-4D5171962B14}"/>
                  </a:ext>
                </a:extLst>
              </p:cNvPr>
              <p:cNvSpPr txBox="1"/>
              <p:nvPr/>
            </p:nvSpPr>
            <p:spPr>
              <a:xfrm>
                <a:off x="5565681" y="3710697"/>
                <a:ext cx="1795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E8934BE-7864-E602-577F-4D5171962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681" y="3710697"/>
                <a:ext cx="179536" cy="276999"/>
              </a:xfrm>
              <a:prstGeom prst="rect">
                <a:avLst/>
              </a:prstGeom>
              <a:blipFill>
                <a:blip r:embed="rId2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524C354-1A26-B910-E89F-B7827EED3EAF}"/>
                  </a:ext>
                </a:extLst>
              </p:cNvPr>
              <p:cNvSpPr txBox="1"/>
              <p:nvPr/>
            </p:nvSpPr>
            <p:spPr>
              <a:xfrm>
                <a:off x="6970912" y="2272708"/>
                <a:ext cx="1875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524C354-1A26-B910-E89F-B7827EED3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912" y="2272708"/>
                <a:ext cx="187551" cy="276999"/>
              </a:xfrm>
              <a:prstGeom prst="rect">
                <a:avLst/>
              </a:prstGeom>
              <a:blipFill>
                <a:blip r:embed="rId3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E82F73DF-3BE6-009C-D477-EC9F945EBBAA}"/>
              </a:ext>
            </a:extLst>
          </p:cNvPr>
          <p:cNvCxnSpPr>
            <a:cxnSpLocks/>
          </p:cNvCxnSpPr>
          <p:nvPr/>
        </p:nvCxnSpPr>
        <p:spPr>
          <a:xfrm flipV="1">
            <a:off x="5409266" y="2747923"/>
            <a:ext cx="230092" cy="1096249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E69F3397-4864-76B6-CB7D-421B2C73718D}"/>
              </a:ext>
            </a:extLst>
          </p:cNvPr>
          <p:cNvCxnSpPr>
            <a:cxnSpLocks/>
          </p:cNvCxnSpPr>
          <p:nvPr/>
        </p:nvCxnSpPr>
        <p:spPr>
          <a:xfrm flipV="1">
            <a:off x="5659909" y="2415959"/>
            <a:ext cx="1224898" cy="331964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30FCDB4-99E7-3885-274C-F727F702624C}"/>
                  </a:ext>
                </a:extLst>
              </p:cNvPr>
              <p:cNvSpPr txBox="1"/>
              <p:nvPr/>
            </p:nvSpPr>
            <p:spPr>
              <a:xfrm>
                <a:off x="5379363" y="2591249"/>
                <a:ext cx="1603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30FCDB4-99E7-3885-274C-F727F7026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363" y="2591249"/>
                <a:ext cx="160300" cy="276999"/>
              </a:xfrm>
              <a:prstGeom prst="rect">
                <a:avLst/>
              </a:prstGeom>
              <a:blipFill>
                <a:blip r:embed="rId4"/>
                <a:stretch>
                  <a:fillRect l="-21429" r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BA5AAB3-8454-95E2-5C51-E7A01B579DA0}"/>
                  </a:ext>
                </a:extLst>
              </p:cNvPr>
              <p:cNvSpPr txBox="1"/>
              <p:nvPr/>
            </p:nvSpPr>
            <p:spPr>
              <a:xfrm>
                <a:off x="8930747" y="4819934"/>
                <a:ext cx="1971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BA5AAB3-8454-95E2-5C51-E7A01B579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0747" y="4819934"/>
                <a:ext cx="197170" cy="276999"/>
              </a:xfrm>
              <a:prstGeom prst="rect">
                <a:avLst/>
              </a:prstGeom>
              <a:blipFill>
                <a:blip r:embed="rId5"/>
                <a:stretch>
                  <a:fillRect l="-12500" r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4012369-F7D1-EB27-2EF8-9ACDDA1A2CE1}"/>
                  </a:ext>
                </a:extLst>
              </p:cNvPr>
              <p:cNvSpPr txBox="1"/>
              <p:nvPr/>
            </p:nvSpPr>
            <p:spPr>
              <a:xfrm>
                <a:off x="4256313" y="625188"/>
                <a:ext cx="1963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4012369-F7D1-EB27-2EF8-9ACDDA1A2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313" y="625188"/>
                <a:ext cx="196336" cy="276999"/>
              </a:xfrm>
              <a:prstGeom prst="rect">
                <a:avLst/>
              </a:prstGeom>
              <a:blipFill>
                <a:blip r:embed="rId6"/>
                <a:stretch>
                  <a:fillRect l="-31250" r="-25000" b="-2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5DF6FC44-8C86-8B4F-7E40-4163DB9D1094}"/>
              </a:ext>
            </a:extLst>
          </p:cNvPr>
          <p:cNvCxnSpPr>
            <a:cxnSpLocks/>
          </p:cNvCxnSpPr>
          <p:nvPr/>
        </p:nvCxnSpPr>
        <p:spPr>
          <a:xfrm flipV="1">
            <a:off x="5409266" y="3904132"/>
            <a:ext cx="0" cy="106545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77E39252-75C4-B879-1040-BBBB4784BB3C}"/>
              </a:ext>
            </a:extLst>
          </p:cNvPr>
          <p:cNvCxnSpPr>
            <a:cxnSpLocks/>
          </p:cNvCxnSpPr>
          <p:nvPr/>
        </p:nvCxnSpPr>
        <p:spPr>
          <a:xfrm flipV="1">
            <a:off x="6845344" y="2438743"/>
            <a:ext cx="0" cy="252000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AEDCDB97-C59C-7CF7-AF94-6CF95D62CA09}"/>
              </a:ext>
            </a:extLst>
          </p:cNvPr>
          <p:cNvCxnSpPr>
            <a:cxnSpLocks/>
          </p:cNvCxnSpPr>
          <p:nvPr/>
        </p:nvCxnSpPr>
        <p:spPr>
          <a:xfrm rot="5400000" flipV="1">
            <a:off x="4886181" y="3310707"/>
            <a:ext cx="0" cy="108000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2FDCFFB-0326-7A27-2C17-3381F4F9DBCE}"/>
                  </a:ext>
                </a:extLst>
              </p:cNvPr>
              <p:cNvSpPr txBox="1"/>
              <p:nvPr/>
            </p:nvSpPr>
            <p:spPr>
              <a:xfrm>
                <a:off x="5683294" y="5067890"/>
                <a:ext cx="9540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2FDCFFB-0326-7A27-2C17-3381F4F9D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294" y="5067890"/>
                <a:ext cx="954044" cy="276999"/>
              </a:xfrm>
              <a:prstGeom prst="rect">
                <a:avLst/>
              </a:prstGeom>
              <a:blipFill>
                <a:blip r:embed="rId7"/>
                <a:stretch>
                  <a:fillRect l="-5263" r="-5263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EA4906D-5AD5-DE05-2C18-45D5B20803B7}"/>
                  </a:ext>
                </a:extLst>
              </p:cNvPr>
              <p:cNvSpPr txBox="1"/>
              <p:nvPr/>
            </p:nvSpPr>
            <p:spPr>
              <a:xfrm>
                <a:off x="2493621" y="2943979"/>
                <a:ext cx="18237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ℎ𝑖𝑔ℎ𝑡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EA4906D-5AD5-DE05-2C18-45D5B2080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621" y="2943979"/>
                <a:ext cx="1823704" cy="276999"/>
              </a:xfrm>
              <a:prstGeom prst="rect">
                <a:avLst/>
              </a:prstGeom>
              <a:blipFill>
                <a:blip r:embed="rId8"/>
                <a:stretch>
                  <a:fillRect l="-4167" r="-2778" b="-3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A95B2EB7-6B31-6180-E6A5-FCC7C903AAC3}"/>
              </a:ext>
            </a:extLst>
          </p:cNvPr>
          <p:cNvCxnSpPr>
            <a:cxnSpLocks/>
          </p:cNvCxnSpPr>
          <p:nvPr/>
        </p:nvCxnSpPr>
        <p:spPr>
          <a:xfrm rot="5400000" flipV="1">
            <a:off x="5602259" y="1142905"/>
            <a:ext cx="0" cy="252000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438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94EB60D-2EA5-3911-0A21-EF972F403673}"/>
              </a:ext>
            </a:extLst>
          </p:cNvPr>
          <p:cNvGrpSpPr/>
          <p:nvPr/>
        </p:nvGrpSpPr>
        <p:grpSpPr>
          <a:xfrm>
            <a:off x="2232275" y="5501158"/>
            <a:ext cx="360000" cy="720000"/>
            <a:chOff x="1232438" y="5926667"/>
            <a:chExt cx="720000" cy="7200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89F438B-DC1A-38E2-A82D-02F7023292F6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C9C6160-3B0D-5542-7256-8131C1AD08B3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C9C6160-3B0D-5542-7256-8131C1AD0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30435" r="-30435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54FDF18-11D8-C64B-19E4-E9F372B71AD1}"/>
              </a:ext>
            </a:extLst>
          </p:cNvPr>
          <p:cNvGrpSpPr/>
          <p:nvPr/>
        </p:nvGrpSpPr>
        <p:grpSpPr>
          <a:xfrm>
            <a:off x="4710187" y="5508297"/>
            <a:ext cx="360000" cy="720000"/>
            <a:chOff x="1232438" y="5926667"/>
            <a:chExt cx="720000" cy="7200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4F92FCF-7C11-4D0F-6563-584782F0275F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90B6F325-2F4C-13A5-3613-44BB88288C5B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90B6F325-2F4C-13A5-3613-44BB88288C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26087" r="-34783" b="-1290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24DD141-D656-CB94-6D09-99C7A399F866}"/>
              </a:ext>
            </a:extLst>
          </p:cNvPr>
          <p:cNvGrpSpPr/>
          <p:nvPr/>
        </p:nvGrpSpPr>
        <p:grpSpPr>
          <a:xfrm>
            <a:off x="7188099" y="5501158"/>
            <a:ext cx="360000" cy="720000"/>
            <a:chOff x="1232438" y="5926667"/>
            <a:chExt cx="720000" cy="7200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16AE631-537D-6FB5-AA3E-CC1B9B3B44DC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1B3A5D95-D30C-E302-4FFD-864646820719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1B3A5D95-D30C-E302-4FFD-864646820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6087" r="-34783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AA32FCB-6EEA-BE31-74E6-CE572E540E98}"/>
              </a:ext>
            </a:extLst>
          </p:cNvPr>
          <p:cNvGrpSpPr/>
          <p:nvPr/>
        </p:nvGrpSpPr>
        <p:grpSpPr>
          <a:xfrm>
            <a:off x="9666011" y="5498154"/>
            <a:ext cx="360000" cy="720000"/>
            <a:chOff x="1232438" y="5926667"/>
            <a:chExt cx="720000" cy="7200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3A29A54-2A50-942E-4807-9A9F3A888914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3F6A402C-921A-30BF-1ED5-E9381F39FCA9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3F6A402C-921A-30BF-1ED5-E9381F39FC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5000" r="-29167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A6F8D93-1F10-5D66-1CD4-B0F5F3FAA2B1}"/>
              </a:ext>
            </a:extLst>
          </p:cNvPr>
          <p:cNvGrpSpPr/>
          <p:nvPr/>
        </p:nvGrpSpPr>
        <p:grpSpPr>
          <a:xfrm>
            <a:off x="1512275" y="4612259"/>
            <a:ext cx="720000" cy="720000"/>
            <a:chOff x="1232438" y="5926667"/>
            <a:chExt cx="720000" cy="720000"/>
          </a:xfrm>
          <a:solidFill>
            <a:schemeClr val="accent2">
              <a:lumMod val="75000"/>
            </a:schemeClr>
          </a:solidFill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E9892A2-881B-8B13-0108-D67DD1B38514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A0D3D8E7-27B8-6DC1-3F20-7F68592B17B1}"/>
                    </a:ext>
                  </a:extLst>
                </p:cNvPr>
                <p:cNvSpPr txBox="1"/>
                <p:nvPr/>
              </p:nvSpPr>
              <p:spPr>
                <a:xfrm>
                  <a:off x="1318437" y="6138701"/>
                  <a:ext cx="576000" cy="30880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A0D3D8E7-27B8-6DC1-3F20-7F68592B17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8701"/>
                  <a:ext cx="576000" cy="308802"/>
                </a:xfrm>
                <a:prstGeom prst="rect">
                  <a:avLst/>
                </a:prstGeom>
                <a:blipFill>
                  <a:blip r:embed="rId6"/>
                  <a:stretch>
                    <a:fillRect b="-38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03B56D4-2D47-A2C2-A8C7-632EB98584E0}"/>
              </a:ext>
            </a:extLst>
          </p:cNvPr>
          <p:cNvGrpSpPr/>
          <p:nvPr/>
        </p:nvGrpSpPr>
        <p:grpSpPr>
          <a:xfrm>
            <a:off x="2589972" y="4612259"/>
            <a:ext cx="720000" cy="720000"/>
            <a:chOff x="1232438" y="5926667"/>
            <a:chExt cx="720000" cy="7200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F72C112-6D71-161F-B224-C8556A33E8CC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289E6C30-3BDC-C115-C205-06E77B44F980}"/>
                    </a:ext>
                  </a:extLst>
                </p:cNvPr>
                <p:cNvSpPr txBox="1"/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289E6C30-3BDC-C115-C205-06E77B44F9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38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3035D38-E08A-DD4E-5B37-1BBCB0D7E144}"/>
              </a:ext>
            </a:extLst>
          </p:cNvPr>
          <p:cNvGrpSpPr/>
          <p:nvPr/>
        </p:nvGrpSpPr>
        <p:grpSpPr>
          <a:xfrm>
            <a:off x="4530187" y="4592784"/>
            <a:ext cx="720000" cy="720000"/>
            <a:chOff x="1232438" y="5926667"/>
            <a:chExt cx="720000" cy="7200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D3BC338-741A-3CC8-AF5E-08F0BEB75C61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BFB57443-45F1-1805-2C43-B20E0EEA6A4F}"/>
                    </a:ext>
                  </a:extLst>
                </p:cNvPr>
                <p:cNvSpPr txBox="1"/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BFB57443-45F1-1805-2C43-B20E0EEA6A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8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DFB27D87-F180-6955-3D44-4B23BE293872}"/>
              </a:ext>
            </a:extLst>
          </p:cNvPr>
          <p:cNvGrpSpPr/>
          <p:nvPr/>
        </p:nvGrpSpPr>
        <p:grpSpPr>
          <a:xfrm>
            <a:off x="7003210" y="4592784"/>
            <a:ext cx="720000" cy="720000"/>
            <a:chOff x="1232438" y="5926667"/>
            <a:chExt cx="720000" cy="7200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7AC6D6A-F846-004B-BB7F-E194E58CAC59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9123A323-40F7-E379-0E30-CA87BEF95458}"/>
                    </a:ext>
                  </a:extLst>
                </p:cNvPr>
                <p:cNvSpPr txBox="1"/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9123A323-40F7-E379-0E30-CA87BEF954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blipFill>
                  <a:blip r:embed="rId9"/>
                  <a:stretch>
                    <a:fillRect b="-8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924B278-6B7C-6693-1CBC-D6191C050441}"/>
              </a:ext>
            </a:extLst>
          </p:cNvPr>
          <p:cNvGrpSpPr/>
          <p:nvPr/>
        </p:nvGrpSpPr>
        <p:grpSpPr>
          <a:xfrm>
            <a:off x="9486011" y="4599218"/>
            <a:ext cx="720000" cy="720000"/>
            <a:chOff x="1232438" y="5926667"/>
            <a:chExt cx="720000" cy="7200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B92FA1D3-B9FA-A908-765B-439F3A4621FC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01A0D58-9251-FA92-B2B1-0AF91DB32754}"/>
                    </a:ext>
                  </a:extLst>
                </p:cNvPr>
                <p:cNvSpPr txBox="1"/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01A0D58-9251-FA92-B2B1-0AF91DB327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38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806D5383-271D-5808-EE8F-52909B606392}"/>
              </a:ext>
            </a:extLst>
          </p:cNvPr>
          <p:cNvCxnSpPr>
            <a:cxnSpLocks/>
            <a:stCxn id="5" idx="0"/>
            <a:endCxn id="23" idx="2"/>
          </p:cNvCxnSpPr>
          <p:nvPr/>
        </p:nvCxnSpPr>
        <p:spPr>
          <a:xfrm flipH="1" flipV="1">
            <a:off x="1872275" y="5332259"/>
            <a:ext cx="540000" cy="1688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48870D30-F1AD-DBCB-AF03-85C5545A14B2}"/>
              </a:ext>
            </a:extLst>
          </p:cNvPr>
          <p:cNvCxnSpPr>
            <a:cxnSpLocks/>
            <a:stCxn id="5" idx="0"/>
            <a:endCxn id="26" idx="2"/>
          </p:cNvCxnSpPr>
          <p:nvPr/>
        </p:nvCxnSpPr>
        <p:spPr>
          <a:xfrm flipV="1">
            <a:off x="2412275" y="5332259"/>
            <a:ext cx="537697" cy="168899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73B116C2-E381-0C57-3107-2BA315748734}"/>
              </a:ext>
            </a:extLst>
          </p:cNvPr>
          <p:cNvCxnSpPr>
            <a:cxnSpLocks/>
            <a:stCxn id="8" idx="0"/>
            <a:endCxn id="29" idx="2"/>
          </p:cNvCxnSpPr>
          <p:nvPr/>
        </p:nvCxnSpPr>
        <p:spPr>
          <a:xfrm flipV="1">
            <a:off x="4890187" y="5312784"/>
            <a:ext cx="0" cy="195513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20E9B65A-21CD-AC1D-5C70-AB2905A760C3}"/>
              </a:ext>
            </a:extLst>
          </p:cNvPr>
          <p:cNvCxnSpPr>
            <a:cxnSpLocks/>
            <a:stCxn id="17" idx="0"/>
            <a:endCxn id="32" idx="2"/>
          </p:cNvCxnSpPr>
          <p:nvPr/>
        </p:nvCxnSpPr>
        <p:spPr>
          <a:xfrm flipH="1" flipV="1">
            <a:off x="7363210" y="5312784"/>
            <a:ext cx="4889" cy="18837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87F987D-74F0-BBDF-20F3-5DB8B04662F9}"/>
              </a:ext>
            </a:extLst>
          </p:cNvPr>
          <p:cNvCxnSpPr>
            <a:cxnSpLocks/>
            <a:stCxn id="20" idx="0"/>
            <a:endCxn id="35" idx="2"/>
          </p:cNvCxnSpPr>
          <p:nvPr/>
        </p:nvCxnSpPr>
        <p:spPr>
          <a:xfrm flipV="1">
            <a:off x="9846011" y="5319218"/>
            <a:ext cx="0" cy="17893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C41D650F-BFF4-CB9F-F21B-EE77F61ECB36}"/>
              </a:ext>
            </a:extLst>
          </p:cNvPr>
          <p:cNvGrpSpPr/>
          <p:nvPr/>
        </p:nvGrpSpPr>
        <p:grpSpPr>
          <a:xfrm>
            <a:off x="2769972" y="3648849"/>
            <a:ext cx="360000" cy="720000"/>
            <a:chOff x="1232438" y="5926667"/>
            <a:chExt cx="720000" cy="720000"/>
          </a:xfrm>
          <a:solidFill>
            <a:schemeClr val="accent6">
              <a:lumMod val="50000"/>
            </a:schemeClr>
          </a:solidFill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23F33DD8-956A-66C2-BA76-742DD3476766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30A57753-D68F-9E3D-53A3-BF32A696ED1D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30A57753-D68F-9E3D-53A3-BF32A696ED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37500" r="-33333" b="-1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B02803C0-7695-E06E-2AE7-58F2E2085CE3}"/>
              </a:ext>
            </a:extLst>
          </p:cNvPr>
          <p:cNvGrpSpPr/>
          <p:nvPr/>
        </p:nvGrpSpPr>
        <p:grpSpPr>
          <a:xfrm>
            <a:off x="4710187" y="3645845"/>
            <a:ext cx="360000" cy="720000"/>
            <a:chOff x="1232438" y="5926667"/>
            <a:chExt cx="720000" cy="720000"/>
          </a:xfrm>
          <a:solidFill>
            <a:schemeClr val="accent6">
              <a:lumMod val="50000"/>
            </a:schemeClr>
          </a:solidFill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0E818DD5-9C44-94DF-F6C4-1C0960DC1E4B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87874310-D2E5-EF00-EDAB-FDED440FACA8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87874310-D2E5-EF00-EDAB-FDED440FAC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39130" r="-39130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1926640C-E059-B12A-8735-23213950FC23}"/>
              </a:ext>
            </a:extLst>
          </p:cNvPr>
          <p:cNvGrpSpPr/>
          <p:nvPr/>
        </p:nvGrpSpPr>
        <p:grpSpPr>
          <a:xfrm>
            <a:off x="7183210" y="3652280"/>
            <a:ext cx="360000" cy="720000"/>
            <a:chOff x="1232438" y="5926667"/>
            <a:chExt cx="720000" cy="720000"/>
          </a:xfrm>
          <a:solidFill>
            <a:schemeClr val="accent6">
              <a:lumMod val="50000"/>
            </a:schemeClr>
          </a:solidFill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68F125F8-43DE-8B59-08DB-E826DC118835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B4F782A4-0DEB-9AE9-992D-9BE55DE149D8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B4F782A4-0DEB-9AE9-992D-9BE55DE149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33333" r="-37500" b="-1290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76CE744C-E53D-783E-EC0F-824E7ACBBDD3}"/>
              </a:ext>
            </a:extLst>
          </p:cNvPr>
          <p:cNvGrpSpPr/>
          <p:nvPr/>
        </p:nvGrpSpPr>
        <p:grpSpPr>
          <a:xfrm>
            <a:off x="9670685" y="3645845"/>
            <a:ext cx="360000" cy="720000"/>
            <a:chOff x="1232438" y="5926667"/>
            <a:chExt cx="720000" cy="720000"/>
          </a:xfrm>
          <a:solidFill>
            <a:schemeClr val="accent6">
              <a:lumMod val="50000"/>
            </a:schemeClr>
          </a:solidFill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FA4435E0-47F2-038F-DFE4-38BDF336252E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459C35CA-8681-22C7-5787-E734C4F1CC33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459C35CA-8681-22C7-5787-E734C4F1CC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14"/>
                  <a:stretch>
                    <a:fillRect l="-33333" r="-37500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6983FDA9-64B7-D064-B47D-65CB34EC06F8}"/>
              </a:ext>
            </a:extLst>
          </p:cNvPr>
          <p:cNvGrpSpPr/>
          <p:nvPr/>
        </p:nvGrpSpPr>
        <p:grpSpPr>
          <a:xfrm>
            <a:off x="1694399" y="3645845"/>
            <a:ext cx="360000" cy="720000"/>
            <a:chOff x="1232438" y="5926667"/>
            <a:chExt cx="720000" cy="720000"/>
          </a:xfrm>
          <a:solidFill>
            <a:schemeClr val="accent2">
              <a:lumMod val="50000"/>
            </a:schemeClr>
          </a:solidFill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5D95C287-C9EA-5152-167A-72333D63F83F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BECE1705-84E5-6D1D-B4A8-3C636122FDFA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BECE1705-84E5-6D1D-B4A8-3C636122FD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15"/>
                  <a:stretch>
                    <a:fillRect l="-33333" r="-33333" b="-2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FDE4A7C-F3C2-1C3F-F9D8-EBF6A25167E8}"/>
                  </a:ext>
                </a:extLst>
              </p:cNvPr>
              <p:cNvSpPr txBox="1"/>
              <p:nvPr/>
            </p:nvSpPr>
            <p:spPr>
              <a:xfrm>
                <a:off x="2674450" y="1895561"/>
                <a:ext cx="536400" cy="3708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FDE4A7C-F3C2-1C3F-F9D8-EBF6A2516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450" y="1895561"/>
                <a:ext cx="536400" cy="370800"/>
              </a:xfrm>
              <a:prstGeom prst="rect">
                <a:avLst/>
              </a:prstGeom>
              <a:blipFill>
                <a:blip r:embed="rId16"/>
                <a:stretch>
                  <a:fillRect l="-4651" r="-2326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884F822C-9BC3-12D9-5986-A1964D205ED2}"/>
                  </a:ext>
                </a:extLst>
              </p:cNvPr>
              <p:cNvSpPr txBox="1"/>
              <p:nvPr/>
            </p:nvSpPr>
            <p:spPr>
              <a:xfrm>
                <a:off x="4614437" y="1895656"/>
                <a:ext cx="5346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884F822C-9BC3-12D9-5986-A1964D205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437" y="1895656"/>
                <a:ext cx="534634" cy="369332"/>
              </a:xfrm>
              <a:prstGeom prst="rect">
                <a:avLst/>
              </a:prstGeom>
              <a:blipFill>
                <a:blip r:embed="rId17"/>
                <a:stretch>
                  <a:fillRect l="-6977" r="-2326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063187C4-3961-E624-48F8-EFDA8FEAFB19}"/>
                  </a:ext>
                </a:extLst>
              </p:cNvPr>
              <p:cNvSpPr txBox="1"/>
              <p:nvPr/>
            </p:nvSpPr>
            <p:spPr>
              <a:xfrm>
                <a:off x="7089584" y="1895656"/>
                <a:ext cx="5346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063187C4-3961-E624-48F8-EFDA8FEAF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584" y="1895656"/>
                <a:ext cx="534634" cy="369332"/>
              </a:xfrm>
              <a:prstGeom prst="rect">
                <a:avLst/>
              </a:prstGeom>
              <a:blipFill>
                <a:blip r:embed="rId18"/>
                <a:stretch>
                  <a:fillRect l="-6977" r="-2326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A5F31804-BA16-06DC-C5C1-2A22DDA6E795}"/>
                  </a:ext>
                </a:extLst>
              </p:cNvPr>
              <p:cNvSpPr txBox="1"/>
              <p:nvPr/>
            </p:nvSpPr>
            <p:spPr>
              <a:xfrm>
                <a:off x="9582136" y="1895656"/>
                <a:ext cx="5346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A5F31804-BA16-06DC-C5C1-2A22DDA6E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2136" y="1895656"/>
                <a:ext cx="534634" cy="369332"/>
              </a:xfrm>
              <a:prstGeom prst="rect">
                <a:avLst/>
              </a:prstGeom>
              <a:blipFill>
                <a:blip r:embed="rId19"/>
                <a:stretch>
                  <a:fillRect l="-4651" r="-2326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FABAA6AD-8BBD-9EE2-2584-7231A7515248}"/>
              </a:ext>
            </a:extLst>
          </p:cNvPr>
          <p:cNvCxnSpPr>
            <a:cxnSpLocks/>
            <a:stCxn id="23" idx="0"/>
            <a:endCxn id="67" idx="2"/>
          </p:cNvCxnSpPr>
          <p:nvPr/>
        </p:nvCxnSpPr>
        <p:spPr>
          <a:xfrm flipV="1">
            <a:off x="1872275" y="4365845"/>
            <a:ext cx="2124" cy="2464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3FA60C52-A3DE-38C9-8CC2-3087E9145DCA}"/>
              </a:ext>
            </a:extLst>
          </p:cNvPr>
          <p:cNvCxnSpPr>
            <a:cxnSpLocks/>
            <a:stCxn id="26" idx="0"/>
            <a:endCxn id="55" idx="2"/>
          </p:cNvCxnSpPr>
          <p:nvPr/>
        </p:nvCxnSpPr>
        <p:spPr>
          <a:xfrm flipV="1">
            <a:off x="2949972" y="4368849"/>
            <a:ext cx="0" cy="24341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93BB7853-D82D-3200-55F8-4AEEEE9EC0D0}"/>
              </a:ext>
            </a:extLst>
          </p:cNvPr>
          <p:cNvCxnSpPr>
            <a:cxnSpLocks/>
            <a:stCxn id="29" idx="0"/>
            <a:endCxn id="58" idx="2"/>
          </p:cNvCxnSpPr>
          <p:nvPr/>
        </p:nvCxnSpPr>
        <p:spPr>
          <a:xfrm flipV="1">
            <a:off x="4890187" y="4365845"/>
            <a:ext cx="0" cy="226939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1EBC902E-C7D0-23FA-DA39-7F9F7F8DB691}"/>
              </a:ext>
            </a:extLst>
          </p:cNvPr>
          <p:cNvCxnSpPr>
            <a:cxnSpLocks/>
            <a:stCxn id="32" idx="0"/>
            <a:endCxn id="61" idx="2"/>
          </p:cNvCxnSpPr>
          <p:nvPr/>
        </p:nvCxnSpPr>
        <p:spPr>
          <a:xfrm flipV="1">
            <a:off x="7363210" y="4372280"/>
            <a:ext cx="0" cy="22050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F7C27FB8-29EB-CC94-1FED-671BD537856A}"/>
              </a:ext>
            </a:extLst>
          </p:cNvPr>
          <p:cNvCxnSpPr>
            <a:cxnSpLocks/>
            <a:stCxn id="35" idx="0"/>
            <a:endCxn id="64" idx="2"/>
          </p:cNvCxnSpPr>
          <p:nvPr/>
        </p:nvCxnSpPr>
        <p:spPr>
          <a:xfrm flipV="1">
            <a:off x="9846011" y="4365845"/>
            <a:ext cx="4674" cy="233373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64547ABC-770B-917F-75CD-822FFB1B3ECF}"/>
              </a:ext>
            </a:extLst>
          </p:cNvPr>
          <p:cNvCxnSpPr>
            <a:cxnSpLocks/>
            <a:stCxn id="67" idx="0"/>
          </p:cNvCxnSpPr>
          <p:nvPr/>
        </p:nvCxnSpPr>
        <p:spPr>
          <a:xfrm flipV="1">
            <a:off x="1874399" y="3061722"/>
            <a:ext cx="948294" cy="5841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F7AA7056-ECDE-6BD2-177B-2E6E351E9201}"/>
              </a:ext>
            </a:extLst>
          </p:cNvPr>
          <p:cNvCxnSpPr>
            <a:cxnSpLocks/>
          </p:cNvCxnSpPr>
          <p:nvPr/>
        </p:nvCxnSpPr>
        <p:spPr>
          <a:xfrm flipV="1">
            <a:off x="2949972" y="3150068"/>
            <a:ext cx="0" cy="5344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1E7059E3-FE37-8716-4EB0-261BF63F1362}"/>
              </a:ext>
            </a:extLst>
          </p:cNvPr>
          <p:cNvCxnSpPr>
            <a:cxnSpLocks/>
            <a:stCxn id="67" idx="0"/>
          </p:cNvCxnSpPr>
          <p:nvPr/>
        </p:nvCxnSpPr>
        <p:spPr>
          <a:xfrm flipV="1">
            <a:off x="1874399" y="3060479"/>
            <a:ext cx="2888509" cy="585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56D077A4-EF79-C86A-8500-AB87D854621E}"/>
              </a:ext>
            </a:extLst>
          </p:cNvPr>
          <p:cNvCxnSpPr>
            <a:cxnSpLocks/>
            <a:stCxn id="67" idx="0"/>
          </p:cNvCxnSpPr>
          <p:nvPr/>
        </p:nvCxnSpPr>
        <p:spPr>
          <a:xfrm flipV="1">
            <a:off x="1874399" y="3060479"/>
            <a:ext cx="5355839" cy="585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8D6C337C-FE11-6279-348C-362FBA018CFA}"/>
              </a:ext>
            </a:extLst>
          </p:cNvPr>
          <p:cNvCxnSpPr>
            <a:cxnSpLocks/>
            <a:stCxn id="67" idx="0"/>
          </p:cNvCxnSpPr>
          <p:nvPr/>
        </p:nvCxnSpPr>
        <p:spPr>
          <a:xfrm flipV="1">
            <a:off x="1874399" y="3089279"/>
            <a:ext cx="7849007" cy="5565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2B7B5909-0B03-9D7B-4C37-39260D6706A3}"/>
              </a:ext>
            </a:extLst>
          </p:cNvPr>
          <p:cNvCxnSpPr>
            <a:cxnSpLocks/>
          </p:cNvCxnSpPr>
          <p:nvPr/>
        </p:nvCxnSpPr>
        <p:spPr>
          <a:xfrm flipV="1">
            <a:off x="4890187" y="3148825"/>
            <a:ext cx="0" cy="5326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线箭头连接符 109">
            <a:extLst>
              <a:ext uri="{FF2B5EF4-FFF2-40B4-BE49-F238E27FC236}">
                <a16:creationId xmlns:a16="http://schemas.microsoft.com/office/drawing/2014/main" id="{D58E44D8-49CA-6D31-58F9-66DEF0D775DF}"/>
              </a:ext>
            </a:extLst>
          </p:cNvPr>
          <p:cNvCxnSpPr>
            <a:cxnSpLocks/>
          </p:cNvCxnSpPr>
          <p:nvPr/>
        </p:nvCxnSpPr>
        <p:spPr>
          <a:xfrm flipH="1" flipV="1">
            <a:off x="7357517" y="3148825"/>
            <a:ext cx="5693" cy="539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箭头连接符 112">
            <a:extLst>
              <a:ext uri="{FF2B5EF4-FFF2-40B4-BE49-F238E27FC236}">
                <a16:creationId xmlns:a16="http://schemas.microsoft.com/office/drawing/2014/main" id="{E47D35CC-8650-0552-E3FC-550353F577C1}"/>
              </a:ext>
            </a:extLst>
          </p:cNvPr>
          <p:cNvCxnSpPr>
            <a:cxnSpLocks/>
            <a:endCxn id="199" idx="4"/>
          </p:cNvCxnSpPr>
          <p:nvPr/>
        </p:nvCxnSpPr>
        <p:spPr>
          <a:xfrm flipH="1" flipV="1">
            <a:off x="9846011" y="3149625"/>
            <a:ext cx="4674" cy="5318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F817BE9A-DDC1-BBB1-6733-E05F9D44E947}"/>
              </a:ext>
            </a:extLst>
          </p:cNvPr>
          <p:cNvCxnSpPr>
            <a:cxnSpLocks/>
          </p:cNvCxnSpPr>
          <p:nvPr/>
        </p:nvCxnSpPr>
        <p:spPr>
          <a:xfrm flipH="1" flipV="1">
            <a:off x="2942650" y="2325736"/>
            <a:ext cx="7322" cy="4880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3B4F2935-0D9F-361A-BC79-DE301CB50A2A}"/>
              </a:ext>
            </a:extLst>
          </p:cNvPr>
          <p:cNvCxnSpPr>
            <a:cxnSpLocks/>
          </p:cNvCxnSpPr>
          <p:nvPr/>
        </p:nvCxnSpPr>
        <p:spPr>
          <a:xfrm flipH="1" flipV="1">
            <a:off x="4881754" y="2324363"/>
            <a:ext cx="8433" cy="4882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15CC78F2-26EC-EBEF-E232-A1BC035292ED}"/>
              </a:ext>
            </a:extLst>
          </p:cNvPr>
          <p:cNvCxnSpPr>
            <a:cxnSpLocks/>
          </p:cNvCxnSpPr>
          <p:nvPr/>
        </p:nvCxnSpPr>
        <p:spPr>
          <a:xfrm flipH="1" flipV="1">
            <a:off x="7356901" y="2324363"/>
            <a:ext cx="616" cy="4882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EB8E46ED-F5C7-2D20-FDB1-239B2648F0C4}"/>
              </a:ext>
            </a:extLst>
          </p:cNvPr>
          <p:cNvCxnSpPr>
            <a:cxnSpLocks/>
          </p:cNvCxnSpPr>
          <p:nvPr/>
        </p:nvCxnSpPr>
        <p:spPr>
          <a:xfrm flipH="1" flipV="1">
            <a:off x="9849453" y="2300613"/>
            <a:ext cx="1232" cy="5170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EF9B723B-8DB7-335A-E32F-4E7A856766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56516" y="2345000"/>
                <a:ext cx="296363" cy="3890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kumimoji="1"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kumimoji="1"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sz="11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EF9B723B-8DB7-335A-E32F-4E7A85676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516" y="2345000"/>
                <a:ext cx="296363" cy="389081"/>
              </a:xfrm>
              <a:prstGeom prst="rect">
                <a:avLst/>
              </a:prstGeom>
              <a:blipFill>
                <a:blip r:embed="rId20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6E3CB4C0-497E-23FB-5DDF-819D9FD470B2}"/>
                  </a:ext>
                </a:extLst>
              </p:cNvPr>
              <p:cNvSpPr txBox="1"/>
              <p:nvPr/>
            </p:nvSpPr>
            <p:spPr>
              <a:xfrm>
                <a:off x="2954979" y="2343398"/>
                <a:ext cx="296363" cy="389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kumimoji="1"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kumimoji="1"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sz="1100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6E3CB4C0-497E-23FB-5DDF-819D9FD47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979" y="2343398"/>
                <a:ext cx="296363" cy="389081"/>
              </a:xfrm>
              <a:prstGeom prst="rect">
                <a:avLst/>
              </a:prstGeom>
              <a:blipFill>
                <a:blip r:embed="rId21"/>
                <a:stretch>
                  <a:fillRect r="-4167"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03E00DEE-069E-4171-82CD-A83CA9F53D4D}"/>
                  </a:ext>
                </a:extLst>
              </p:cNvPr>
              <p:cNvSpPr txBox="1"/>
              <p:nvPr/>
            </p:nvSpPr>
            <p:spPr>
              <a:xfrm>
                <a:off x="4890658" y="2345000"/>
                <a:ext cx="296363" cy="389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kumimoji="1"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kumimoji="1"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sz="1100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03E00DEE-069E-4171-82CD-A83CA9F53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658" y="2345000"/>
                <a:ext cx="296363" cy="389081"/>
              </a:xfrm>
              <a:prstGeom prst="rect">
                <a:avLst/>
              </a:prstGeom>
              <a:blipFill>
                <a:blip r:embed="rId22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ABE87F5D-95F2-EDDE-4D9A-27C0EB59F49F}"/>
                  </a:ext>
                </a:extLst>
              </p:cNvPr>
              <p:cNvSpPr txBox="1"/>
              <p:nvPr/>
            </p:nvSpPr>
            <p:spPr>
              <a:xfrm>
                <a:off x="7360728" y="2345000"/>
                <a:ext cx="296363" cy="389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kumimoji="1"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kumimoji="1"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sz="1100" dirty="0"/>
              </a:p>
            </p:txBody>
          </p:sp>
        </mc:Choice>
        <mc:Fallback xmlns="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ABE87F5D-95F2-EDDE-4D9A-27C0EB59F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728" y="2345000"/>
                <a:ext cx="296363" cy="389081"/>
              </a:xfrm>
              <a:prstGeom prst="rect">
                <a:avLst/>
              </a:prstGeom>
              <a:blipFill>
                <a:blip r:embed="rId23"/>
                <a:stretch>
                  <a:fillRect r="-4167"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圆角矩形 154">
            <a:extLst>
              <a:ext uri="{FF2B5EF4-FFF2-40B4-BE49-F238E27FC236}">
                <a16:creationId xmlns:a16="http://schemas.microsoft.com/office/drawing/2014/main" id="{CAAA538E-D1A0-EB5A-195E-73CB8CBBF3F8}"/>
              </a:ext>
            </a:extLst>
          </p:cNvPr>
          <p:cNvSpPr/>
          <p:nvPr/>
        </p:nvSpPr>
        <p:spPr>
          <a:xfrm>
            <a:off x="1512275" y="1056476"/>
            <a:ext cx="8693736" cy="5853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94CA42F3-4D43-449C-EA89-6084F544306F}"/>
                  </a:ext>
                </a:extLst>
              </p:cNvPr>
              <p:cNvSpPr txBox="1"/>
              <p:nvPr/>
            </p:nvSpPr>
            <p:spPr>
              <a:xfrm>
                <a:off x="5483719" y="1241437"/>
                <a:ext cx="75084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𝑠𝑜𝑓𝑡𝑚𝑎𝑥</m:t>
                      </m:r>
                    </m:oMath>
                  </m:oMathPara>
                </a14:m>
                <a:endParaRPr kumimoji="1" lang="zh-CN" alt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94CA42F3-4D43-449C-EA89-6084F5443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3719" y="1241437"/>
                <a:ext cx="750847" cy="215444"/>
              </a:xfrm>
              <a:prstGeom prst="rect">
                <a:avLst/>
              </a:prstGeom>
              <a:blipFill>
                <a:blip r:embed="rId24"/>
                <a:stretch>
                  <a:fillRect l="-8333" r="-5000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7" name="直线箭头连接符 156">
            <a:extLst>
              <a:ext uri="{FF2B5EF4-FFF2-40B4-BE49-F238E27FC236}">
                <a16:creationId xmlns:a16="http://schemas.microsoft.com/office/drawing/2014/main" id="{879CA111-E32A-7812-0242-922A667DAE6C}"/>
              </a:ext>
            </a:extLst>
          </p:cNvPr>
          <p:cNvCxnSpPr>
            <a:cxnSpLocks/>
            <a:stCxn id="69" idx="0"/>
          </p:cNvCxnSpPr>
          <p:nvPr/>
        </p:nvCxnSpPr>
        <p:spPr>
          <a:xfrm flipV="1">
            <a:off x="2942650" y="1641842"/>
            <a:ext cx="0" cy="2537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线箭头连接符 160">
            <a:extLst>
              <a:ext uri="{FF2B5EF4-FFF2-40B4-BE49-F238E27FC236}">
                <a16:creationId xmlns:a16="http://schemas.microsoft.com/office/drawing/2014/main" id="{D6B7EE26-4995-569A-DEFC-C0DF13B4F96E}"/>
              </a:ext>
            </a:extLst>
          </p:cNvPr>
          <p:cNvCxnSpPr>
            <a:cxnSpLocks/>
            <a:stCxn id="71" idx="0"/>
          </p:cNvCxnSpPr>
          <p:nvPr/>
        </p:nvCxnSpPr>
        <p:spPr>
          <a:xfrm flipV="1">
            <a:off x="4881754" y="1641843"/>
            <a:ext cx="0" cy="251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线箭头连接符 164">
            <a:extLst>
              <a:ext uri="{FF2B5EF4-FFF2-40B4-BE49-F238E27FC236}">
                <a16:creationId xmlns:a16="http://schemas.microsoft.com/office/drawing/2014/main" id="{1F7BE1BC-C7FB-10E2-D44C-B01D1E5BB2D7}"/>
              </a:ext>
            </a:extLst>
          </p:cNvPr>
          <p:cNvCxnSpPr>
            <a:cxnSpLocks/>
          </p:cNvCxnSpPr>
          <p:nvPr/>
        </p:nvCxnSpPr>
        <p:spPr>
          <a:xfrm flipH="1" flipV="1">
            <a:off x="7356900" y="1652091"/>
            <a:ext cx="1" cy="251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线箭头连接符 169">
            <a:extLst>
              <a:ext uri="{FF2B5EF4-FFF2-40B4-BE49-F238E27FC236}">
                <a16:creationId xmlns:a16="http://schemas.microsoft.com/office/drawing/2014/main" id="{3A42ECCA-715B-C908-24B9-6BC5254351D7}"/>
              </a:ext>
            </a:extLst>
          </p:cNvPr>
          <p:cNvCxnSpPr>
            <a:cxnSpLocks/>
            <a:stCxn id="73" idx="0"/>
          </p:cNvCxnSpPr>
          <p:nvPr/>
        </p:nvCxnSpPr>
        <p:spPr>
          <a:xfrm flipV="1">
            <a:off x="9849453" y="1652091"/>
            <a:ext cx="0" cy="251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线箭头连接符 174">
            <a:extLst>
              <a:ext uri="{FF2B5EF4-FFF2-40B4-BE49-F238E27FC236}">
                <a16:creationId xmlns:a16="http://schemas.microsoft.com/office/drawing/2014/main" id="{4C9B9967-8ADC-5BDA-F724-8CA6CF16BE44}"/>
              </a:ext>
            </a:extLst>
          </p:cNvPr>
          <p:cNvCxnSpPr>
            <a:cxnSpLocks/>
          </p:cNvCxnSpPr>
          <p:nvPr/>
        </p:nvCxnSpPr>
        <p:spPr>
          <a:xfrm flipV="1">
            <a:off x="2940671" y="784839"/>
            <a:ext cx="0" cy="2537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箭头连接符 175">
            <a:extLst>
              <a:ext uri="{FF2B5EF4-FFF2-40B4-BE49-F238E27FC236}">
                <a16:creationId xmlns:a16="http://schemas.microsoft.com/office/drawing/2014/main" id="{183D9876-8841-75DF-A8CD-E16CD997232C}"/>
              </a:ext>
            </a:extLst>
          </p:cNvPr>
          <p:cNvCxnSpPr>
            <a:cxnSpLocks/>
          </p:cNvCxnSpPr>
          <p:nvPr/>
        </p:nvCxnSpPr>
        <p:spPr>
          <a:xfrm flipV="1">
            <a:off x="4879775" y="784840"/>
            <a:ext cx="0" cy="251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线箭头连接符 176">
            <a:extLst>
              <a:ext uri="{FF2B5EF4-FFF2-40B4-BE49-F238E27FC236}">
                <a16:creationId xmlns:a16="http://schemas.microsoft.com/office/drawing/2014/main" id="{3B772DD3-EE6F-7EEE-C6CE-4DBB4CB1AE54}"/>
              </a:ext>
            </a:extLst>
          </p:cNvPr>
          <p:cNvCxnSpPr>
            <a:cxnSpLocks/>
          </p:cNvCxnSpPr>
          <p:nvPr/>
        </p:nvCxnSpPr>
        <p:spPr>
          <a:xfrm flipH="1" flipV="1">
            <a:off x="7354921" y="795088"/>
            <a:ext cx="1" cy="251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D3C14E00-F901-02C4-AD19-FFBBC56A2D92}"/>
              </a:ext>
            </a:extLst>
          </p:cNvPr>
          <p:cNvCxnSpPr>
            <a:cxnSpLocks/>
          </p:cNvCxnSpPr>
          <p:nvPr/>
        </p:nvCxnSpPr>
        <p:spPr>
          <a:xfrm flipV="1">
            <a:off x="9847474" y="795088"/>
            <a:ext cx="0" cy="251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D95DBD7D-57BA-C1B8-17FE-BF98CDD51407}"/>
                  </a:ext>
                </a:extLst>
              </p:cNvPr>
              <p:cNvSpPr txBox="1"/>
              <p:nvPr/>
            </p:nvSpPr>
            <p:spPr>
              <a:xfrm>
                <a:off x="2672473" y="349791"/>
                <a:ext cx="5677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D95DBD7D-57BA-C1B8-17FE-BF98CDD51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473" y="349791"/>
                <a:ext cx="567720" cy="369332"/>
              </a:xfrm>
              <a:prstGeom prst="rect">
                <a:avLst/>
              </a:prstGeom>
              <a:blipFill>
                <a:blip r:embed="rId25"/>
                <a:stretch>
                  <a:fillRect l="-4348" r="-2174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063F2885-A348-159B-3070-E20D734F9FCC}"/>
                  </a:ext>
                </a:extLst>
              </p:cNvPr>
              <p:cNvSpPr txBox="1"/>
              <p:nvPr/>
            </p:nvSpPr>
            <p:spPr>
              <a:xfrm>
                <a:off x="4612460" y="349886"/>
                <a:ext cx="5677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063F2885-A348-159B-3070-E20D734F9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460" y="349886"/>
                <a:ext cx="567720" cy="369332"/>
              </a:xfrm>
              <a:prstGeom prst="rect">
                <a:avLst/>
              </a:prstGeom>
              <a:blipFill>
                <a:blip r:embed="rId26"/>
                <a:stretch>
                  <a:fillRect l="-6522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C2E76FCB-145F-0AE4-1C5F-6998548D90B9}"/>
                  </a:ext>
                </a:extLst>
              </p:cNvPr>
              <p:cNvSpPr txBox="1"/>
              <p:nvPr/>
            </p:nvSpPr>
            <p:spPr>
              <a:xfrm>
                <a:off x="7087607" y="349886"/>
                <a:ext cx="5677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C2E76FCB-145F-0AE4-1C5F-6998548D9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607" y="349886"/>
                <a:ext cx="567720" cy="369332"/>
              </a:xfrm>
              <a:prstGeom prst="rect">
                <a:avLst/>
              </a:prstGeom>
              <a:blipFill>
                <a:blip r:embed="rId27"/>
                <a:stretch>
                  <a:fillRect l="-6667" r="-2222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A290695A-B64C-7553-74ED-936ADD4BD68C}"/>
                  </a:ext>
                </a:extLst>
              </p:cNvPr>
              <p:cNvSpPr txBox="1"/>
              <p:nvPr/>
            </p:nvSpPr>
            <p:spPr>
              <a:xfrm>
                <a:off x="9580159" y="349886"/>
                <a:ext cx="5677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A290695A-B64C-7553-74ED-936ADD4BD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0159" y="349886"/>
                <a:ext cx="567720" cy="369332"/>
              </a:xfrm>
              <a:prstGeom prst="rect">
                <a:avLst/>
              </a:prstGeom>
              <a:blipFill>
                <a:blip r:embed="rId28"/>
                <a:stretch>
                  <a:fillRect l="-4348" r="-2174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椭圆 189">
            <a:extLst>
              <a:ext uri="{FF2B5EF4-FFF2-40B4-BE49-F238E27FC236}">
                <a16:creationId xmlns:a16="http://schemas.microsoft.com/office/drawing/2014/main" id="{B628EC65-AC8B-3A47-5111-973A7351D2EF}"/>
              </a:ext>
            </a:extLst>
          </p:cNvPr>
          <p:cNvSpPr/>
          <p:nvPr/>
        </p:nvSpPr>
        <p:spPr>
          <a:xfrm>
            <a:off x="2760671" y="2788654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91" name="椭圆 190">
            <a:extLst>
              <a:ext uri="{FF2B5EF4-FFF2-40B4-BE49-F238E27FC236}">
                <a16:creationId xmlns:a16="http://schemas.microsoft.com/office/drawing/2014/main" id="{2554800D-BC92-3DCB-33A0-94D254431CC1}"/>
              </a:ext>
            </a:extLst>
          </p:cNvPr>
          <p:cNvSpPr/>
          <p:nvPr/>
        </p:nvSpPr>
        <p:spPr>
          <a:xfrm flipH="1" flipV="1">
            <a:off x="2886671" y="2914654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93" name="椭圆 192">
            <a:extLst>
              <a:ext uri="{FF2B5EF4-FFF2-40B4-BE49-F238E27FC236}">
                <a16:creationId xmlns:a16="http://schemas.microsoft.com/office/drawing/2014/main" id="{923454B4-346B-4338-3C36-6D2721D2D505}"/>
              </a:ext>
            </a:extLst>
          </p:cNvPr>
          <p:cNvSpPr/>
          <p:nvPr/>
        </p:nvSpPr>
        <p:spPr>
          <a:xfrm>
            <a:off x="4699775" y="2789625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94" name="椭圆 193">
            <a:extLst>
              <a:ext uri="{FF2B5EF4-FFF2-40B4-BE49-F238E27FC236}">
                <a16:creationId xmlns:a16="http://schemas.microsoft.com/office/drawing/2014/main" id="{055CE1D6-24BE-B33F-FCE7-F877C14C789C}"/>
              </a:ext>
            </a:extLst>
          </p:cNvPr>
          <p:cNvSpPr/>
          <p:nvPr/>
        </p:nvSpPr>
        <p:spPr>
          <a:xfrm flipH="1" flipV="1">
            <a:off x="4825775" y="2915625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96" name="椭圆 195">
            <a:extLst>
              <a:ext uri="{FF2B5EF4-FFF2-40B4-BE49-F238E27FC236}">
                <a16:creationId xmlns:a16="http://schemas.microsoft.com/office/drawing/2014/main" id="{A3141E0A-350E-01B1-0104-436FAF0CE953}"/>
              </a:ext>
            </a:extLst>
          </p:cNvPr>
          <p:cNvSpPr/>
          <p:nvPr/>
        </p:nvSpPr>
        <p:spPr>
          <a:xfrm>
            <a:off x="7191467" y="2789625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97" name="椭圆 196">
            <a:extLst>
              <a:ext uri="{FF2B5EF4-FFF2-40B4-BE49-F238E27FC236}">
                <a16:creationId xmlns:a16="http://schemas.microsoft.com/office/drawing/2014/main" id="{AC0CC738-D60C-D8F0-DE43-955F38A3565E}"/>
              </a:ext>
            </a:extLst>
          </p:cNvPr>
          <p:cNvSpPr/>
          <p:nvPr/>
        </p:nvSpPr>
        <p:spPr>
          <a:xfrm flipH="1" flipV="1">
            <a:off x="7317467" y="2915625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99" name="椭圆 198">
            <a:extLst>
              <a:ext uri="{FF2B5EF4-FFF2-40B4-BE49-F238E27FC236}">
                <a16:creationId xmlns:a16="http://schemas.microsoft.com/office/drawing/2014/main" id="{2B215A61-BA53-EDB7-C866-7FB78C432460}"/>
              </a:ext>
            </a:extLst>
          </p:cNvPr>
          <p:cNvSpPr/>
          <p:nvPr/>
        </p:nvSpPr>
        <p:spPr>
          <a:xfrm>
            <a:off x="9666011" y="2789625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200" name="椭圆 199">
            <a:extLst>
              <a:ext uri="{FF2B5EF4-FFF2-40B4-BE49-F238E27FC236}">
                <a16:creationId xmlns:a16="http://schemas.microsoft.com/office/drawing/2014/main" id="{273FA48A-EE2E-C51D-A391-50D4DFA950F1}"/>
              </a:ext>
            </a:extLst>
          </p:cNvPr>
          <p:cNvSpPr/>
          <p:nvPr/>
        </p:nvSpPr>
        <p:spPr>
          <a:xfrm flipH="1" flipV="1">
            <a:off x="9792011" y="2915625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79388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FE2FD-0D32-E20D-F5A7-DD72DDBE8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FEA4DEBC-69A1-50B6-5EBF-9F7476B54888}"/>
              </a:ext>
            </a:extLst>
          </p:cNvPr>
          <p:cNvGrpSpPr/>
          <p:nvPr/>
        </p:nvGrpSpPr>
        <p:grpSpPr>
          <a:xfrm>
            <a:off x="2232275" y="5752228"/>
            <a:ext cx="360000" cy="720000"/>
            <a:chOff x="1232438" y="5926667"/>
            <a:chExt cx="720000" cy="7200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C437429-1721-20D3-1917-776E13FE2BFC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37B87AC6-86D8-22B2-8580-C2E5495CAF08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C9C6160-3B0D-5542-7256-8131C1AD0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30435" r="-30435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363B5E8-0FCA-85B4-3FE3-67D866F3AEE6}"/>
              </a:ext>
            </a:extLst>
          </p:cNvPr>
          <p:cNvGrpSpPr/>
          <p:nvPr/>
        </p:nvGrpSpPr>
        <p:grpSpPr>
          <a:xfrm>
            <a:off x="4710187" y="5759367"/>
            <a:ext cx="360000" cy="720000"/>
            <a:chOff x="1232438" y="5926667"/>
            <a:chExt cx="720000" cy="7200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C422705-8476-78F6-D900-29473B2836C6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7E98B6CB-C259-9086-18E9-0A2F3CC27901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90B6F325-2F4C-13A5-3613-44BB88288C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26087" r="-34783" b="-1290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0DB9EF3-655A-50B8-AED3-48F5CFBEBE22}"/>
              </a:ext>
            </a:extLst>
          </p:cNvPr>
          <p:cNvGrpSpPr/>
          <p:nvPr/>
        </p:nvGrpSpPr>
        <p:grpSpPr>
          <a:xfrm>
            <a:off x="7188099" y="5752228"/>
            <a:ext cx="360000" cy="720000"/>
            <a:chOff x="1232438" y="5926667"/>
            <a:chExt cx="720000" cy="7200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AC12BD-F4C5-8071-F562-FD7EC181D6A2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B173FF63-B757-19E4-B02E-4FD8CDA4CB98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1B3A5D95-D30C-E302-4FFD-864646820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6087" r="-34783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942AEC0-EF21-C693-1003-21AECD6C4596}"/>
              </a:ext>
            </a:extLst>
          </p:cNvPr>
          <p:cNvGrpSpPr/>
          <p:nvPr/>
        </p:nvGrpSpPr>
        <p:grpSpPr>
          <a:xfrm>
            <a:off x="9666011" y="5749224"/>
            <a:ext cx="360000" cy="720000"/>
            <a:chOff x="1232438" y="5926667"/>
            <a:chExt cx="720000" cy="7200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F8B0AEC-3C14-B66D-9589-2A673C036236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096AC13-7EE7-8C6E-40F5-821F69311777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3F6A402C-921A-30BF-1ED5-E9381F39FC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5000" r="-29167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36065EE4-8CE4-6439-F6A1-3E257FC399E8}"/>
              </a:ext>
            </a:extLst>
          </p:cNvPr>
          <p:cNvGrpSpPr/>
          <p:nvPr/>
        </p:nvGrpSpPr>
        <p:grpSpPr>
          <a:xfrm>
            <a:off x="1512275" y="4863329"/>
            <a:ext cx="720000" cy="720000"/>
            <a:chOff x="1232438" y="5926667"/>
            <a:chExt cx="720000" cy="720000"/>
          </a:xfrm>
          <a:solidFill>
            <a:schemeClr val="accent2">
              <a:lumMod val="75000"/>
            </a:schemeClr>
          </a:solidFill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79498222-100E-AC5E-5CD2-D6C31616A7A5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16111892-7858-C7AA-8885-B2416E26432C}"/>
                    </a:ext>
                  </a:extLst>
                </p:cNvPr>
                <p:cNvSpPr txBox="1"/>
                <p:nvPr/>
              </p:nvSpPr>
              <p:spPr>
                <a:xfrm>
                  <a:off x="1318437" y="6138701"/>
                  <a:ext cx="576000" cy="30880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A0D3D8E7-27B8-6DC1-3F20-7F68592B17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8701"/>
                  <a:ext cx="576000" cy="308802"/>
                </a:xfrm>
                <a:prstGeom prst="rect">
                  <a:avLst/>
                </a:prstGeom>
                <a:blipFill>
                  <a:blip r:embed="rId6"/>
                  <a:stretch>
                    <a:fillRect b="-38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465FF2B-D6C2-31CF-CB3D-92175E0685DC}"/>
              </a:ext>
            </a:extLst>
          </p:cNvPr>
          <p:cNvGrpSpPr/>
          <p:nvPr/>
        </p:nvGrpSpPr>
        <p:grpSpPr>
          <a:xfrm>
            <a:off x="2589972" y="4863329"/>
            <a:ext cx="720000" cy="720000"/>
            <a:chOff x="1232438" y="5926667"/>
            <a:chExt cx="720000" cy="7200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AFB5700-AC55-92A8-1415-2B012034B1E9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AC6A2616-0576-71F5-A34D-C085427F3D11}"/>
                    </a:ext>
                  </a:extLst>
                </p:cNvPr>
                <p:cNvSpPr txBox="1"/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289E6C30-3BDC-C115-C205-06E77B44F9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38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7B2437E-9A0F-6052-21CF-40ECC6A5F998}"/>
              </a:ext>
            </a:extLst>
          </p:cNvPr>
          <p:cNvGrpSpPr/>
          <p:nvPr/>
        </p:nvGrpSpPr>
        <p:grpSpPr>
          <a:xfrm>
            <a:off x="4530187" y="4843854"/>
            <a:ext cx="720000" cy="720000"/>
            <a:chOff x="1232438" y="5926667"/>
            <a:chExt cx="720000" cy="7200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7C07F782-A929-692F-8E04-516F80CE1B41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D9851AB2-0B6B-8117-23A1-06DDF5C5350D}"/>
                    </a:ext>
                  </a:extLst>
                </p:cNvPr>
                <p:cNvSpPr txBox="1"/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BFB57443-45F1-1805-2C43-B20E0EEA6A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8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9297381-2667-3EE1-34EE-F8845D952FEF}"/>
              </a:ext>
            </a:extLst>
          </p:cNvPr>
          <p:cNvGrpSpPr/>
          <p:nvPr/>
        </p:nvGrpSpPr>
        <p:grpSpPr>
          <a:xfrm>
            <a:off x="7003210" y="4843854"/>
            <a:ext cx="720000" cy="720000"/>
            <a:chOff x="1232438" y="5926667"/>
            <a:chExt cx="720000" cy="7200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77B50EE-8849-FE2F-DEE7-B3CF7934262A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F609BA5-6E1A-4E62-4259-49EE0C8EFACC}"/>
                    </a:ext>
                  </a:extLst>
                </p:cNvPr>
                <p:cNvSpPr txBox="1"/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9123A323-40F7-E379-0E30-CA87BEF954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blipFill>
                  <a:blip r:embed="rId9"/>
                  <a:stretch>
                    <a:fillRect b="-8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A4B749BB-6B2D-AE6E-94EA-09C495508EBA}"/>
              </a:ext>
            </a:extLst>
          </p:cNvPr>
          <p:cNvGrpSpPr/>
          <p:nvPr/>
        </p:nvGrpSpPr>
        <p:grpSpPr>
          <a:xfrm>
            <a:off x="9486011" y="4850288"/>
            <a:ext cx="720000" cy="720000"/>
            <a:chOff x="1232438" y="5926667"/>
            <a:chExt cx="720000" cy="7200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A9F3F9FD-7C27-B8A9-7265-5C17684FD260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89909FD-515D-FBB9-76AA-440633601AEB}"/>
                    </a:ext>
                  </a:extLst>
                </p:cNvPr>
                <p:cNvSpPr txBox="1"/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01A0D58-9251-FA92-B2B1-0AF91DB327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38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70623EF2-9025-2E07-1CD7-A9BBAE3E0EDF}"/>
              </a:ext>
            </a:extLst>
          </p:cNvPr>
          <p:cNvCxnSpPr>
            <a:cxnSpLocks/>
            <a:stCxn id="5" idx="0"/>
            <a:endCxn id="23" idx="2"/>
          </p:cNvCxnSpPr>
          <p:nvPr/>
        </p:nvCxnSpPr>
        <p:spPr>
          <a:xfrm flipH="1" flipV="1">
            <a:off x="1872275" y="5583329"/>
            <a:ext cx="540000" cy="1688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9E6E3B16-9FFF-6180-4665-13CB7762BC7F}"/>
              </a:ext>
            </a:extLst>
          </p:cNvPr>
          <p:cNvCxnSpPr>
            <a:cxnSpLocks/>
            <a:stCxn id="5" idx="0"/>
            <a:endCxn id="26" idx="2"/>
          </p:cNvCxnSpPr>
          <p:nvPr/>
        </p:nvCxnSpPr>
        <p:spPr>
          <a:xfrm flipV="1">
            <a:off x="2412275" y="5583329"/>
            <a:ext cx="537697" cy="168899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6113DC36-0A60-B801-601C-13472322C7B2}"/>
              </a:ext>
            </a:extLst>
          </p:cNvPr>
          <p:cNvCxnSpPr>
            <a:cxnSpLocks/>
            <a:stCxn id="8" idx="0"/>
            <a:endCxn id="29" idx="2"/>
          </p:cNvCxnSpPr>
          <p:nvPr/>
        </p:nvCxnSpPr>
        <p:spPr>
          <a:xfrm flipV="1">
            <a:off x="4890187" y="5563854"/>
            <a:ext cx="0" cy="195513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D95270BC-6200-DB9E-CB4B-ACF4EE360C30}"/>
              </a:ext>
            </a:extLst>
          </p:cNvPr>
          <p:cNvCxnSpPr>
            <a:cxnSpLocks/>
            <a:stCxn id="17" idx="0"/>
            <a:endCxn id="32" idx="2"/>
          </p:cNvCxnSpPr>
          <p:nvPr/>
        </p:nvCxnSpPr>
        <p:spPr>
          <a:xfrm flipH="1" flipV="1">
            <a:off x="7363210" y="5563854"/>
            <a:ext cx="4889" cy="18837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445225A4-6342-6111-D476-B04C5623052E}"/>
              </a:ext>
            </a:extLst>
          </p:cNvPr>
          <p:cNvCxnSpPr>
            <a:cxnSpLocks/>
            <a:stCxn id="20" idx="0"/>
            <a:endCxn id="35" idx="2"/>
          </p:cNvCxnSpPr>
          <p:nvPr/>
        </p:nvCxnSpPr>
        <p:spPr>
          <a:xfrm flipV="1">
            <a:off x="9846011" y="5570288"/>
            <a:ext cx="0" cy="17893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FA61EE18-7AB4-BC22-1DF9-9BF2944F6734}"/>
              </a:ext>
            </a:extLst>
          </p:cNvPr>
          <p:cNvGrpSpPr/>
          <p:nvPr/>
        </p:nvGrpSpPr>
        <p:grpSpPr>
          <a:xfrm>
            <a:off x="2769972" y="3899919"/>
            <a:ext cx="360000" cy="720000"/>
            <a:chOff x="1232438" y="5926667"/>
            <a:chExt cx="720000" cy="720000"/>
          </a:xfrm>
          <a:solidFill>
            <a:schemeClr val="accent6">
              <a:lumMod val="50000"/>
            </a:schemeClr>
          </a:solidFill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959FAC54-3177-5A90-1E4F-44E0483C541C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56776CFC-C3A8-9627-71C7-6CB2D1839C2C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30A57753-D68F-9E3D-53A3-BF32A696ED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37500" r="-33333" b="-1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7641A956-D332-4EB3-A018-C46ACDCA5FEF}"/>
              </a:ext>
            </a:extLst>
          </p:cNvPr>
          <p:cNvGrpSpPr/>
          <p:nvPr/>
        </p:nvGrpSpPr>
        <p:grpSpPr>
          <a:xfrm>
            <a:off x="4710187" y="3896915"/>
            <a:ext cx="360000" cy="720000"/>
            <a:chOff x="1232438" y="5926667"/>
            <a:chExt cx="720000" cy="720000"/>
          </a:xfrm>
          <a:solidFill>
            <a:schemeClr val="accent6">
              <a:lumMod val="50000"/>
            </a:schemeClr>
          </a:solidFill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A4292B57-D613-C79D-17D2-FFC193BEF9A0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04D3131F-A7DE-2BED-5986-A9A793606CE6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87874310-D2E5-EF00-EDAB-FDED440FAC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39130" r="-39130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4BA5B6F4-2DA6-F6FB-5E5F-8DDC0478A0C4}"/>
              </a:ext>
            </a:extLst>
          </p:cNvPr>
          <p:cNvGrpSpPr/>
          <p:nvPr/>
        </p:nvGrpSpPr>
        <p:grpSpPr>
          <a:xfrm>
            <a:off x="7183210" y="3903350"/>
            <a:ext cx="360000" cy="720000"/>
            <a:chOff x="1232438" y="5926667"/>
            <a:chExt cx="720000" cy="720000"/>
          </a:xfrm>
          <a:solidFill>
            <a:schemeClr val="accent6">
              <a:lumMod val="50000"/>
            </a:schemeClr>
          </a:solidFill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833F4AFB-AE19-ED3C-DF2A-BB4ED900F29B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51E49AD6-BCE6-1EFC-C9FA-3F0FD9D81EB4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B4F782A4-0DEB-9AE9-992D-9BE55DE149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33333" r="-37500" b="-1290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2493A867-0BD0-90B7-E6B4-5911FB8D7D86}"/>
              </a:ext>
            </a:extLst>
          </p:cNvPr>
          <p:cNvGrpSpPr/>
          <p:nvPr/>
        </p:nvGrpSpPr>
        <p:grpSpPr>
          <a:xfrm>
            <a:off x="9670685" y="3896915"/>
            <a:ext cx="360000" cy="720000"/>
            <a:chOff x="1232438" y="5926667"/>
            <a:chExt cx="720000" cy="720000"/>
          </a:xfrm>
          <a:solidFill>
            <a:schemeClr val="accent6">
              <a:lumMod val="50000"/>
            </a:schemeClr>
          </a:solidFill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2D35F1F2-208A-A861-77DE-C8093CAB376A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1460F489-B601-F454-80A5-3CC6726D6A39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459C35CA-8681-22C7-5787-E734C4F1CC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14"/>
                  <a:stretch>
                    <a:fillRect l="-33333" r="-37500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3EF37C4A-7072-4700-C75A-653E721E9ECB}"/>
              </a:ext>
            </a:extLst>
          </p:cNvPr>
          <p:cNvGrpSpPr/>
          <p:nvPr/>
        </p:nvGrpSpPr>
        <p:grpSpPr>
          <a:xfrm>
            <a:off x="1694399" y="3896915"/>
            <a:ext cx="360000" cy="720000"/>
            <a:chOff x="1232438" y="5926667"/>
            <a:chExt cx="720000" cy="720000"/>
          </a:xfrm>
          <a:solidFill>
            <a:schemeClr val="accent2">
              <a:lumMod val="50000"/>
            </a:schemeClr>
          </a:solidFill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A5AE3C3C-CA10-BE32-CA67-C581B2D417AA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5A471F32-50C9-840D-15B7-D8A31DF782A4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BECE1705-84E5-6D1D-B4A8-3C636122FD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15"/>
                  <a:stretch>
                    <a:fillRect l="-33333" r="-33333" b="-2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989C9CE9-1E33-5E02-BDFE-EECD9DF9CFD2}"/>
                  </a:ext>
                </a:extLst>
              </p:cNvPr>
              <p:cNvSpPr txBox="1"/>
              <p:nvPr/>
            </p:nvSpPr>
            <p:spPr>
              <a:xfrm>
                <a:off x="2674450" y="2527084"/>
                <a:ext cx="536400" cy="3708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989C9CE9-1E33-5E02-BDFE-EECD9DF9C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450" y="2527084"/>
                <a:ext cx="536400" cy="370800"/>
              </a:xfrm>
              <a:prstGeom prst="rect">
                <a:avLst/>
              </a:prstGeom>
              <a:blipFill>
                <a:blip r:embed="rId16"/>
                <a:stretch>
                  <a:fillRect l="-4651" r="-2326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623348F3-3407-ECEF-B402-9C4BB7DDC07C}"/>
                  </a:ext>
                </a:extLst>
              </p:cNvPr>
              <p:cNvSpPr txBox="1"/>
              <p:nvPr/>
            </p:nvSpPr>
            <p:spPr>
              <a:xfrm>
                <a:off x="4614437" y="2527179"/>
                <a:ext cx="5346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623348F3-3407-ECEF-B402-9C4BB7DDC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437" y="2527179"/>
                <a:ext cx="534634" cy="369332"/>
              </a:xfrm>
              <a:prstGeom prst="rect">
                <a:avLst/>
              </a:prstGeom>
              <a:blipFill>
                <a:blip r:embed="rId17"/>
                <a:stretch>
                  <a:fillRect l="-6977" r="-2326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96221979-016D-4BDC-053A-64A16AF19334}"/>
                  </a:ext>
                </a:extLst>
              </p:cNvPr>
              <p:cNvSpPr txBox="1"/>
              <p:nvPr/>
            </p:nvSpPr>
            <p:spPr>
              <a:xfrm>
                <a:off x="7089584" y="2527179"/>
                <a:ext cx="5346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96221979-016D-4BDC-053A-64A16AF19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584" y="2527179"/>
                <a:ext cx="534634" cy="369332"/>
              </a:xfrm>
              <a:prstGeom prst="rect">
                <a:avLst/>
              </a:prstGeom>
              <a:blipFill>
                <a:blip r:embed="rId18"/>
                <a:stretch>
                  <a:fillRect l="-6977" r="-2326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5D7C2D8-72FE-2032-A91B-39FCCF9537A6}"/>
                  </a:ext>
                </a:extLst>
              </p:cNvPr>
              <p:cNvSpPr txBox="1"/>
              <p:nvPr/>
            </p:nvSpPr>
            <p:spPr>
              <a:xfrm>
                <a:off x="9582136" y="2527179"/>
                <a:ext cx="5346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15D7C2D8-72FE-2032-A91B-39FCCF953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2136" y="2527179"/>
                <a:ext cx="534634" cy="369332"/>
              </a:xfrm>
              <a:prstGeom prst="rect">
                <a:avLst/>
              </a:prstGeom>
              <a:blipFill>
                <a:blip r:embed="rId19"/>
                <a:stretch>
                  <a:fillRect l="-4651" r="-2326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07C28958-78B3-7A79-1D78-864690889A7E}"/>
              </a:ext>
            </a:extLst>
          </p:cNvPr>
          <p:cNvCxnSpPr>
            <a:cxnSpLocks/>
            <a:stCxn id="23" idx="0"/>
            <a:endCxn id="67" idx="2"/>
          </p:cNvCxnSpPr>
          <p:nvPr/>
        </p:nvCxnSpPr>
        <p:spPr>
          <a:xfrm flipV="1">
            <a:off x="1872275" y="4616915"/>
            <a:ext cx="2124" cy="2464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C29A7DB7-83F9-328E-AA13-8D60BFA7E9E6}"/>
              </a:ext>
            </a:extLst>
          </p:cNvPr>
          <p:cNvCxnSpPr>
            <a:cxnSpLocks/>
            <a:stCxn id="26" idx="0"/>
            <a:endCxn id="55" idx="2"/>
          </p:cNvCxnSpPr>
          <p:nvPr/>
        </p:nvCxnSpPr>
        <p:spPr>
          <a:xfrm flipV="1">
            <a:off x="2949972" y="4619919"/>
            <a:ext cx="0" cy="24341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E8FA84CB-2391-4255-C29C-68846400C43B}"/>
              </a:ext>
            </a:extLst>
          </p:cNvPr>
          <p:cNvCxnSpPr>
            <a:cxnSpLocks/>
            <a:stCxn id="29" idx="0"/>
            <a:endCxn id="58" idx="2"/>
          </p:cNvCxnSpPr>
          <p:nvPr/>
        </p:nvCxnSpPr>
        <p:spPr>
          <a:xfrm flipV="1">
            <a:off x="4890187" y="4616915"/>
            <a:ext cx="0" cy="226939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DC0E901A-62D3-6C6C-F21F-DB4B62CA1A29}"/>
              </a:ext>
            </a:extLst>
          </p:cNvPr>
          <p:cNvCxnSpPr>
            <a:cxnSpLocks/>
            <a:stCxn id="32" idx="0"/>
            <a:endCxn id="61" idx="2"/>
          </p:cNvCxnSpPr>
          <p:nvPr/>
        </p:nvCxnSpPr>
        <p:spPr>
          <a:xfrm flipV="1">
            <a:off x="7363210" y="4623350"/>
            <a:ext cx="0" cy="22050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058CA97C-2CE5-6C47-5602-41A3562513E0}"/>
              </a:ext>
            </a:extLst>
          </p:cNvPr>
          <p:cNvCxnSpPr>
            <a:cxnSpLocks/>
            <a:stCxn id="35" idx="0"/>
            <a:endCxn id="64" idx="2"/>
          </p:cNvCxnSpPr>
          <p:nvPr/>
        </p:nvCxnSpPr>
        <p:spPr>
          <a:xfrm flipV="1">
            <a:off x="9846011" y="4616915"/>
            <a:ext cx="4674" cy="233373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8454B62B-136F-63DC-2553-C0B3CFF31E00}"/>
              </a:ext>
            </a:extLst>
          </p:cNvPr>
          <p:cNvCxnSpPr>
            <a:cxnSpLocks/>
            <a:stCxn id="67" idx="0"/>
            <a:endCxn id="190" idx="2"/>
          </p:cNvCxnSpPr>
          <p:nvPr/>
        </p:nvCxnSpPr>
        <p:spPr>
          <a:xfrm flipV="1">
            <a:off x="1874399" y="3411637"/>
            <a:ext cx="886272" cy="4852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026E8FEF-0BC5-93FD-AED0-F7D620CFB04B}"/>
              </a:ext>
            </a:extLst>
          </p:cNvPr>
          <p:cNvCxnSpPr>
            <a:cxnSpLocks/>
            <a:stCxn id="55" idx="0"/>
            <a:endCxn id="190" idx="4"/>
          </p:cNvCxnSpPr>
          <p:nvPr/>
        </p:nvCxnSpPr>
        <p:spPr>
          <a:xfrm flipH="1" flipV="1">
            <a:off x="2940671" y="3591637"/>
            <a:ext cx="9301" cy="308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26036CA-D324-1C91-C43C-20D1ABDA1208}"/>
              </a:ext>
            </a:extLst>
          </p:cNvPr>
          <p:cNvCxnSpPr>
            <a:cxnSpLocks/>
            <a:stCxn id="67" idx="0"/>
            <a:endCxn id="193" idx="2"/>
          </p:cNvCxnSpPr>
          <p:nvPr/>
        </p:nvCxnSpPr>
        <p:spPr>
          <a:xfrm flipV="1">
            <a:off x="1874399" y="3412608"/>
            <a:ext cx="2825376" cy="4843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箭头连接符 100">
            <a:extLst>
              <a:ext uri="{FF2B5EF4-FFF2-40B4-BE49-F238E27FC236}">
                <a16:creationId xmlns:a16="http://schemas.microsoft.com/office/drawing/2014/main" id="{E8ED7386-4451-1740-CDC6-B7D2F654B869}"/>
              </a:ext>
            </a:extLst>
          </p:cNvPr>
          <p:cNvCxnSpPr>
            <a:cxnSpLocks/>
            <a:stCxn id="67" idx="0"/>
            <a:endCxn id="196" idx="2"/>
          </p:cNvCxnSpPr>
          <p:nvPr/>
        </p:nvCxnSpPr>
        <p:spPr>
          <a:xfrm flipV="1">
            <a:off x="1874399" y="3412608"/>
            <a:ext cx="5306558" cy="4843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7030F344-6962-4D66-2E5B-85635D83A022}"/>
              </a:ext>
            </a:extLst>
          </p:cNvPr>
          <p:cNvCxnSpPr>
            <a:cxnSpLocks/>
            <a:stCxn id="67" idx="0"/>
            <a:endCxn id="199" idx="2"/>
          </p:cNvCxnSpPr>
          <p:nvPr/>
        </p:nvCxnSpPr>
        <p:spPr>
          <a:xfrm flipV="1">
            <a:off x="1874399" y="3412608"/>
            <a:ext cx="7791612" cy="4843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E77840E2-2086-7921-32FB-10B3EC046A15}"/>
              </a:ext>
            </a:extLst>
          </p:cNvPr>
          <p:cNvCxnSpPr>
            <a:cxnSpLocks/>
            <a:stCxn id="58" idx="0"/>
            <a:endCxn id="193" idx="4"/>
          </p:cNvCxnSpPr>
          <p:nvPr/>
        </p:nvCxnSpPr>
        <p:spPr>
          <a:xfrm flipH="1" flipV="1">
            <a:off x="4879775" y="3592608"/>
            <a:ext cx="10412" cy="3043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线箭头连接符 109">
            <a:extLst>
              <a:ext uri="{FF2B5EF4-FFF2-40B4-BE49-F238E27FC236}">
                <a16:creationId xmlns:a16="http://schemas.microsoft.com/office/drawing/2014/main" id="{32383A4D-14DF-3254-F2C9-38215098EC31}"/>
              </a:ext>
            </a:extLst>
          </p:cNvPr>
          <p:cNvCxnSpPr>
            <a:cxnSpLocks/>
            <a:stCxn id="61" idx="0"/>
            <a:endCxn id="196" idx="4"/>
          </p:cNvCxnSpPr>
          <p:nvPr/>
        </p:nvCxnSpPr>
        <p:spPr>
          <a:xfrm flipH="1" flipV="1">
            <a:off x="7360957" y="3592608"/>
            <a:ext cx="2253" cy="3107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箭头连接符 112">
            <a:extLst>
              <a:ext uri="{FF2B5EF4-FFF2-40B4-BE49-F238E27FC236}">
                <a16:creationId xmlns:a16="http://schemas.microsoft.com/office/drawing/2014/main" id="{E14E40E9-9B75-FC3A-A1A9-D0EAB988CB71}"/>
              </a:ext>
            </a:extLst>
          </p:cNvPr>
          <p:cNvCxnSpPr>
            <a:cxnSpLocks/>
            <a:stCxn id="64" idx="0"/>
            <a:endCxn id="199" idx="4"/>
          </p:cNvCxnSpPr>
          <p:nvPr/>
        </p:nvCxnSpPr>
        <p:spPr>
          <a:xfrm flipH="1" flipV="1">
            <a:off x="9846011" y="3592608"/>
            <a:ext cx="4674" cy="3043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4B7D782C-2D1F-A2A5-24C8-3830D6B9723D}"/>
              </a:ext>
            </a:extLst>
          </p:cNvPr>
          <p:cNvCxnSpPr>
            <a:cxnSpLocks/>
          </p:cNvCxnSpPr>
          <p:nvPr/>
        </p:nvCxnSpPr>
        <p:spPr>
          <a:xfrm flipV="1">
            <a:off x="2940671" y="2945019"/>
            <a:ext cx="1979" cy="3903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E3EFC667-0A97-ACA4-D658-2B8CE5C7B3F9}"/>
              </a:ext>
            </a:extLst>
          </p:cNvPr>
          <p:cNvCxnSpPr>
            <a:cxnSpLocks/>
          </p:cNvCxnSpPr>
          <p:nvPr/>
        </p:nvCxnSpPr>
        <p:spPr>
          <a:xfrm flipV="1">
            <a:off x="4879775" y="2943646"/>
            <a:ext cx="1979" cy="3926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143EB81F-F4A8-C147-AE9F-F7D71BE07927}"/>
              </a:ext>
            </a:extLst>
          </p:cNvPr>
          <p:cNvCxnSpPr>
            <a:cxnSpLocks/>
          </p:cNvCxnSpPr>
          <p:nvPr/>
        </p:nvCxnSpPr>
        <p:spPr>
          <a:xfrm flipH="1" flipV="1">
            <a:off x="7356901" y="2943646"/>
            <a:ext cx="4056" cy="3926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36AED85-D945-BFE1-4343-18277A2B6064}"/>
              </a:ext>
            </a:extLst>
          </p:cNvPr>
          <p:cNvCxnSpPr>
            <a:cxnSpLocks/>
          </p:cNvCxnSpPr>
          <p:nvPr/>
        </p:nvCxnSpPr>
        <p:spPr>
          <a:xfrm flipV="1">
            <a:off x="9846011" y="2943646"/>
            <a:ext cx="3442" cy="3926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34126C4E-22E9-99BC-64B7-0B5F4546AA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56516" y="2891680"/>
                <a:ext cx="296363" cy="3184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9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kumimoji="1" lang="en-US" altLang="zh-CN" sz="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9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kumimoji="1" lang="en-US" altLang="zh-CN" sz="9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sz="9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34126C4E-22E9-99BC-64B7-0B5F4546A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516" y="2891680"/>
                <a:ext cx="296363" cy="318421"/>
              </a:xfrm>
              <a:prstGeom prst="rect">
                <a:avLst/>
              </a:prstGeom>
              <a:blipFill>
                <a:blip r:embed="rId20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D901660B-55A2-48B1-CC03-1B05C9BAEBF7}"/>
                  </a:ext>
                </a:extLst>
              </p:cNvPr>
              <p:cNvSpPr txBox="1"/>
              <p:nvPr/>
            </p:nvSpPr>
            <p:spPr>
              <a:xfrm>
                <a:off x="2954979" y="2890078"/>
                <a:ext cx="243656" cy="3184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9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kumimoji="1" lang="en-US" altLang="zh-CN" sz="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9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kumimoji="1" lang="en-US" altLang="zh-CN" sz="9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sz="900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D901660B-55A2-48B1-CC03-1B05C9BAE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979" y="2890078"/>
                <a:ext cx="243656" cy="318421"/>
              </a:xfrm>
              <a:prstGeom prst="rect">
                <a:avLst/>
              </a:prstGeom>
              <a:blipFill>
                <a:blip r:embed="rId21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E52E52D8-E02A-8CB9-1207-BD9CF054FA2F}"/>
                  </a:ext>
                </a:extLst>
              </p:cNvPr>
              <p:cNvSpPr txBox="1"/>
              <p:nvPr/>
            </p:nvSpPr>
            <p:spPr>
              <a:xfrm>
                <a:off x="4890658" y="2891680"/>
                <a:ext cx="243656" cy="3184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9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kumimoji="1" lang="en-US" altLang="zh-CN" sz="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9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kumimoji="1" lang="en-US" altLang="zh-CN" sz="9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sz="900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E52E52D8-E02A-8CB9-1207-BD9CF054F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658" y="2891680"/>
                <a:ext cx="243656" cy="318421"/>
              </a:xfrm>
              <a:prstGeom prst="rect">
                <a:avLst/>
              </a:prstGeom>
              <a:blipFill>
                <a:blip r:embed="rId22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F848FDAD-4C54-45A2-340C-8345055C7B28}"/>
                  </a:ext>
                </a:extLst>
              </p:cNvPr>
              <p:cNvSpPr txBox="1"/>
              <p:nvPr/>
            </p:nvSpPr>
            <p:spPr>
              <a:xfrm>
                <a:off x="7360728" y="2891680"/>
                <a:ext cx="243656" cy="3184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9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kumimoji="1" lang="en-US" altLang="zh-CN" sz="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9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kumimoji="1" lang="en-US" altLang="zh-CN" sz="9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sz="900" dirty="0"/>
              </a:p>
            </p:txBody>
          </p:sp>
        </mc:Choice>
        <mc:Fallback xmlns="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F848FDAD-4C54-45A2-340C-8345055C7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728" y="2891680"/>
                <a:ext cx="243656" cy="318421"/>
              </a:xfrm>
              <a:prstGeom prst="rect">
                <a:avLst/>
              </a:prstGeom>
              <a:blipFill>
                <a:blip r:embed="rId23"/>
                <a:stretch>
                  <a:fillRect r="-5000"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圆角矩形 154">
            <a:extLst>
              <a:ext uri="{FF2B5EF4-FFF2-40B4-BE49-F238E27FC236}">
                <a16:creationId xmlns:a16="http://schemas.microsoft.com/office/drawing/2014/main" id="{4EA5B837-3D87-A658-F014-9D1EF8FC626F}"/>
              </a:ext>
            </a:extLst>
          </p:cNvPr>
          <p:cNvSpPr/>
          <p:nvPr/>
        </p:nvSpPr>
        <p:spPr>
          <a:xfrm>
            <a:off x="1512275" y="1869771"/>
            <a:ext cx="8693736" cy="4790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8B55419F-C3E4-56A8-9259-83793A0D84D7}"/>
                  </a:ext>
                </a:extLst>
              </p:cNvPr>
              <p:cNvSpPr txBox="1"/>
              <p:nvPr/>
            </p:nvSpPr>
            <p:spPr>
              <a:xfrm>
                <a:off x="5483719" y="2001550"/>
                <a:ext cx="75084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𝑠𝑜𝑓𝑡𝑚𝑎𝑥</m:t>
                      </m:r>
                    </m:oMath>
                  </m:oMathPara>
                </a14:m>
                <a:endParaRPr kumimoji="1" lang="zh-CN" alt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8B55419F-C3E4-56A8-9259-83793A0D8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3719" y="2001550"/>
                <a:ext cx="750847" cy="215444"/>
              </a:xfrm>
              <a:prstGeom prst="rect">
                <a:avLst/>
              </a:prstGeom>
              <a:blipFill>
                <a:blip r:embed="rId24"/>
                <a:stretch>
                  <a:fillRect l="-8333" t="-5556" r="-5000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7" name="直线箭头连接符 156">
            <a:extLst>
              <a:ext uri="{FF2B5EF4-FFF2-40B4-BE49-F238E27FC236}">
                <a16:creationId xmlns:a16="http://schemas.microsoft.com/office/drawing/2014/main" id="{B6C577D7-A768-F985-E55C-F8424EDE7C9E}"/>
              </a:ext>
            </a:extLst>
          </p:cNvPr>
          <p:cNvCxnSpPr>
            <a:cxnSpLocks/>
          </p:cNvCxnSpPr>
          <p:nvPr/>
        </p:nvCxnSpPr>
        <p:spPr>
          <a:xfrm flipV="1">
            <a:off x="2942650" y="2367635"/>
            <a:ext cx="0" cy="2537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线箭头连接符 160">
            <a:extLst>
              <a:ext uri="{FF2B5EF4-FFF2-40B4-BE49-F238E27FC236}">
                <a16:creationId xmlns:a16="http://schemas.microsoft.com/office/drawing/2014/main" id="{3ACF73E8-8736-1565-2567-FD85CDFBA321}"/>
              </a:ext>
            </a:extLst>
          </p:cNvPr>
          <p:cNvCxnSpPr>
            <a:cxnSpLocks/>
          </p:cNvCxnSpPr>
          <p:nvPr/>
        </p:nvCxnSpPr>
        <p:spPr>
          <a:xfrm flipV="1">
            <a:off x="4881754" y="2367636"/>
            <a:ext cx="0" cy="251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线箭头连接符 164">
            <a:extLst>
              <a:ext uri="{FF2B5EF4-FFF2-40B4-BE49-F238E27FC236}">
                <a16:creationId xmlns:a16="http://schemas.microsoft.com/office/drawing/2014/main" id="{F1680B47-3917-8739-6A7B-139828AFE915}"/>
              </a:ext>
            </a:extLst>
          </p:cNvPr>
          <p:cNvCxnSpPr>
            <a:cxnSpLocks/>
          </p:cNvCxnSpPr>
          <p:nvPr/>
        </p:nvCxnSpPr>
        <p:spPr>
          <a:xfrm flipH="1" flipV="1">
            <a:off x="7356900" y="2368452"/>
            <a:ext cx="1" cy="251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线箭头连接符 169">
            <a:extLst>
              <a:ext uri="{FF2B5EF4-FFF2-40B4-BE49-F238E27FC236}">
                <a16:creationId xmlns:a16="http://schemas.microsoft.com/office/drawing/2014/main" id="{0D5E003C-C9C3-8138-228A-48F2F9B8ACB9}"/>
              </a:ext>
            </a:extLst>
          </p:cNvPr>
          <p:cNvCxnSpPr>
            <a:cxnSpLocks/>
          </p:cNvCxnSpPr>
          <p:nvPr/>
        </p:nvCxnSpPr>
        <p:spPr>
          <a:xfrm flipV="1">
            <a:off x="9849453" y="2377884"/>
            <a:ext cx="0" cy="251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线箭头连接符 174">
            <a:extLst>
              <a:ext uri="{FF2B5EF4-FFF2-40B4-BE49-F238E27FC236}">
                <a16:creationId xmlns:a16="http://schemas.microsoft.com/office/drawing/2014/main" id="{EDE488A6-F2F9-F524-2995-E592755E13C0}"/>
              </a:ext>
            </a:extLst>
          </p:cNvPr>
          <p:cNvCxnSpPr>
            <a:cxnSpLocks/>
          </p:cNvCxnSpPr>
          <p:nvPr/>
        </p:nvCxnSpPr>
        <p:spPr>
          <a:xfrm flipV="1">
            <a:off x="2940671" y="1613692"/>
            <a:ext cx="0" cy="2537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箭头连接符 175">
            <a:extLst>
              <a:ext uri="{FF2B5EF4-FFF2-40B4-BE49-F238E27FC236}">
                <a16:creationId xmlns:a16="http://schemas.microsoft.com/office/drawing/2014/main" id="{B53776A2-4D2F-F89D-E37C-BD2D43D839C4}"/>
              </a:ext>
            </a:extLst>
          </p:cNvPr>
          <p:cNvCxnSpPr>
            <a:cxnSpLocks/>
          </p:cNvCxnSpPr>
          <p:nvPr/>
        </p:nvCxnSpPr>
        <p:spPr>
          <a:xfrm flipV="1">
            <a:off x="4879775" y="1613693"/>
            <a:ext cx="0" cy="251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线箭头连接符 176">
            <a:extLst>
              <a:ext uri="{FF2B5EF4-FFF2-40B4-BE49-F238E27FC236}">
                <a16:creationId xmlns:a16="http://schemas.microsoft.com/office/drawing/2014/main" id="{DE52AEDD-A71B-D572-547C-8CB4DA6EBEB4}"/>
              </a:ext>
            </a:extLst>
          </p:cNvPr>
          <p:cNvCxnSpPr>
            <a:cxnSpLocks/>
          </p:cNvCxnSpPr>
          <p:nvPr/>
        </p:nvCxnSpPr>
        <p:spPr>
          <a:xfrm flipH="1" flipV="1">
            <a:off x="7354921" y="1623941"/>
            <a:ext cx="1" cy="251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AFEB9363-7878-EA25-0B74-84941B5E4C54}"/>
              </a:ext>
            </a:extLst>
          </p:cNvPr>
          <p:cNvCxnSpPr>
            <a:cxnSpLocks/>
          </p:cNvCxnSpPr>
          <p:nvPr/>
        </p:nvCxnSpPr>
        <p:spPr>
          <a:xfrm flipV="1">
            <a:off x="9847474" y="1623941"/>
            <a:ext cx="0" cy="251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52C94728-D051-7F1F-8B21-56403BDF2013}"/>
                  </a:ext>
                </a:extLst>
              </p:cNvPr>
              <p:cNvSpPr txBox="1"/>
              <p:nvPr/>
            </p:nvSpPr>
            <p:spPr>
              <a:xfrm>
                <a:off x="2672473" y="1178644"/>
                <a:ext cx="5677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52C94728-D051-7F1F-8B21-56403BDF2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473" y="1178644"/>
                <a:ext cx="567720" cy="369332"/>
              </a:xfrm>
              <a:prstGeom prst="rect">
                <a:avLst/>
              </a:prstGeom>
              <a:blipFill>
                <a:blip r:embed="rId25"/>
                <a:stretch>
                  <a:fillRect l="-4348" r="-2174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D3E3AB94-0BB6-807F-758B-B36DE8CAC7DA}"/>
                  </a:ext>
                </a:extLst>
              </p:cNvPr>
              <p:cNvSpPr txBox="1"/>
              <p:nvPr/>
            </p:nvSpPr>
            <p:spPr>
              <a:xfrm>
                <a:off x="4612460" y="1178739"/>
                <a:ext cx="5677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D3E3AB94-0BB6-807F-758B-B36DE8CAC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460" y="1178739"/>
                <a:ext cx="567720" cy="369332"/>
              </a:xfrm>
              <a:prstGeom prst="rect">
                <a:avLst/>
              </a:prstGeom>
              <a:blipFill>
                <a:blip r:embed="rId26"/>
                <a:stretch>
                  <a:fillRect l="-6522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A88B3DD5-6B4E-8FC0-8C05-24A1C749E0CA}"/>
                  </a:ext>
                </a:extLst>
              </p:cNvPr>
              <p:cNvSpPr txBox="1"/>
              <p:nvPr/>
            </p:nvSpPr>
            <p:spPr>
              <a:xfrm>
                <a:off x="7087607" y="1178739"/>
                <a:ext cx="5677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A88B3DD5-6B4E-8FC0-8C05-24A1C749E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607" y="1178739"/>
                <a:ext cx="567720" cy="369332"/>
              </a:xfrm>
              <a:prstGeom prst="rect">
                <a:avLst/>
              </a:prstGeom>
              <a:blipFill>
                <a:blip r:embed="rId27"/>
                <a:stretch>
                  <a:fillRect l="-6667" r="-2222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371F2363-68E5-AF4F-CEDA-0A61C921B7DB}"/>
                  </a:ext>
                </a:extLst>
              </p:cNvPr>
              <p:cNvSpPr txBox="1"/>
              <p:nvPr/>
            </p:nvSpPr>
            <p:spPr>
              <a:xfrm>
                <a:off x="9580159" y="1178739"/>
                <a:ext cx="5677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371F2363-68E5-AF4F-CEDA-0A61C921B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0159" y="1178739"/>
                <a:ext cx="567720" cy="369332"/>
              </a:xfrm>
              <a:prstGeom prst="rect">
                <a:avLst/>
              </a:prstGeom>
              <a:blipFill>
                <a:blip r:embed="rId28"/>
                <a:stretch>
                  <a:fillRect l="-4348" r="-2174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椭圆 189">
            <a:extLst>
              <a:ext uri="{FF2B5EF4-FFF2-40B4-BE49-F238E27FC236}">
                <a16:creationId xmlns:a16="http://schemas.microsoft.com/office/drawing/2014/main" id="{6C1205E5-44C9-D508-A62B-3011755BA9A5}"/>
              </a:ext>
            </a:extLst>
          </p:cNvPr>
          <p:cNvSpPr/>
          <p:nvPr/>
        </p:nvSpPr>
        <p:spPr>
          <a:xfrm>
            <a:off x="2760671" y="3231637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91" name="椭圆 190">
            <a:extLst>
              <a:ext uri="{FF2B5EF4-FFF2-40B4-BE49-F238E27FC236}">
                <a16:creationId xmlns:a16="http://schemas.microsoft.com/office/drawing/2014/main" id="{1655872C-E183-ECCD-8F0F-89AA6C39CEB3}"/>
              </a:ext>
            </a:extLst>
          </p:cNvPr>
          <p:cNvSpPr/>
          <p:nvPr/>
        </p:nvSpPr>
        <p:spPr>
          <a:xfrm flipH="1" flipV="1">
            <a:off x="2886671" y="3357637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93" name="椭圆 192">
            <a:extLst>
              <a:ext uri="{FF2B5EF4-FFF2-40B4-BE49-F238E27FC236}">
                <a16:creationId xmlns:a16="http://schemas.microsoft.com/office/drawing/2014/main" id="{D0A5B5ED-318D-24AF-8A6C-A9D62A4A9997}"/>
              </a:ext>
            </a:extLst>
          </p:cNvPr>
          <p:cNvSpPr/>
          <p:nvPr/>
        </p:nvSpPr>
        <p:spPr>
          <a:xfrm>
            <a:off x="4699775" y="3232608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94" name="椭圆 193">
            <a:extLst>
              <a:ext uri="{FF2B5EF4-FFF2-40B4-BE49-F238E27FC236}">
                <a16:creationId xmlns:a16="http://schemas.microsoft.com/office/drawing/2014/main" id="{A370B8C9-48B8-7DE7-4346-7F9D76EDB709}"/>
              </a:ext>
            </a:extLst>
          </p:cNvPr>
          <p:cNvSpPr/>
          <p:nvPr/>
        </p:nvSpPr>
        <p:spPr>
          <a:xfrm flipH="1" flipV="1">
            <a:off x="4825775" y="3358608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96" name="椭圆 195">
            <a:extLst>
              <a:ext uri="{FF2B5EF4-FFF2-40B4-BE49-F238E27FC236}">
                <a16:creationId xmlns:a16="http://schemas.microsoft.com/office/drawing/2014/main" id="{71B08EBB-7A9F-4192-7B93-1851A8FFD2A2}"/>
              </a:ext>
            </a:extLst>
          </p:cNvPr>
          <p:cNvSpPr/>
          <p:nvPr/>
        </p:nvSpPr>
        <p:spPr>
          <a:xfrm>
            <a:off x="7180957" y="3232608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97" name="椭圆 196">
            <a:extLst>
              <a:ext uri="{FF2B5EF4-FFF2-40B4-BE49-F238E27FC236}">
                <a16:creationId xmlns:a16="http://schemas.microsoft.com/office/drawing/2014/main" id="{833D4D32-85BB-2D54-3704-F2CE0B09DD89}"/>
              </a:ext>
            </a:extLst>
          </p:cNvPr>
          <p:cNvSpPr/>
          <p:nvPr/>
        </p:nvSpPr>
        <p:spPr>
          <a:xfrm flipH="1" flipV="1">
            <a:off x="7317467" y="3358608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99" name="椭圆 198">
            <a:extLst>
              <a:ext uri="{FF2B5EF4-FFF2-40B4-BE49-F238E27FC236}">
                <a16:creationId xmlns:a16="http://schemas.microsoft.com/office/drawing/2014/main" id="{E4216F24-7EE9-79D7-4373-A83ACD1FEE21}"/>
              </a:ext>
            </a:extLst>
          </p:cNvPr>
          <p:cNvSpPr/>
          <p:nvPr/>
        </p:nvSpPr>
        <p:spPr>
          <a:xfrm>
            <a:off x="9666011" y="3232608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200" name="椭圆 199">
            <a:extLst>
              <a:ext uri="{FF2B5EF4-FFF2-40B4-BE49-F238E27FC236}">
                <a16:creationId xmlns:a16="http://schemas.microsoft.com/office/drawing/2014/main" id="{6DB347D1-FF40-77CD-9245-FB55A4364418}"/>
              </a:ext>
            </a:extLst>
          </p:cNvPr>
          <p:cNvSpPr/>
          <p:nvPr/>
        </p:nvSpPr>
        <p:spPr>
          <a:xfrm flipH="1" flipV="1">
            <a:off x="9792011" y="3358608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05C987D2-B334-BC01-D4FB-E043FD316B3B}"/>
              </a:ext>
            </a:extLst>
          </p:cNvPr>
          <p:cNvGrpSpPr/>
          <p:nvPr/>
        </p:nvGrpSpPr>
        <p:grpSpPr>
          <a:xfrm>
            <a:off x="3361017" y="4863329"/>
            <a:ext cx="720000" cy="720000"/>
            <a:chOff x="1232438" y="5926667"/>
            <a:chExt cx="720000" cy="720000"/>
          </a:xfrm>
          <a:solidFill>
            <a:srgbClr val="D883FF"/>
          </a:solidFill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09698A0A-FA04-CC0F-C1AF-0EAC6CD0C759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66A1644C-382F-F598-8C59-BBF2120BB24A}"/>
                    </a:ext>
                  </a:extLst>
                </p:cNvPr>
                <p:cNvSpPr txBox="1"/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66A1644C-382F-F598-8C59-BBF2120BB2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blipFill>
                  <a:blip r:embed="rId29"/>
                  <a:stretch>
                    <a:fillRect b="-8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4DB2460B-7354-E174-BCFE-AF9BD0F47345}"/>
              </a:ext>
            </a:extLst>
          </p:cNvPr>
          <p:cNvGrpSpPr/>
          <p:nvPr/>
        </p:nvGrpSpPr>
        <p:grpSpPr>
          <a:xfrm>
            <a:off x="3538025" y="3896915"/>
            <a:ext cx="360000" cy="720000"/>
            <a:chOff x="1232438" y="5926667"/>
            <a:chExt cx="720000" cy="720000"/>
          </a:xfrm>
          <a:solidFill>
            <a:srgbClr val="521B93"/>
          </a:solidFill>
        </p:grpSpPr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50621E3A-CF35-9BD9-99BE-4789AD116153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5E2E72D4-8E5E-96EB-53EA-23D9B3523A01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5E2E72D4-8E5E-96EB-53EA-23D9B3523A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30"/>
                  <a:stretch>
                    <a:fillRect l="-25000" r="-33333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6374B9CF-0C1E-DCC4-B1FF-36BA9905C358}"/>
              </a:ext>
            </a:extLst>
          </p:cNvPr>
          <p:cNvCxnSpPr>
            <a:cxnSpLocks/>
            <a:stCxn id="70" idx="0"/>
            <a:endCxn id="77" idx="2"/>
          </p:cNvCxnSpPr>
          <p:nvPr/>
        </p:nvCxnSpPr>
        <p:spPr>
          <a:xfrm flipH="1" flipV="1">
            <a:off x="3718025" y="4616915"/>
            <a:ext cx="2992" cy="24641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EED4AB96-61B3-AFFA-9784-9409EE60273F}"/>
              </a:ext>
            </a:extLst>
          </p:cNvPr>
          <p:cNvGrpSpPr/>
          <p:nvPr/>
        </p:nvGrpSpPr>
        <p:grpSpPr>
          <a:xfrm>
            <a:off x="5304676" y="4843854"/>
            <a:ext cx="720000" cy="720000"/>
            <a:chOff x="1232438" y="5926667"/>
            <a:chExt cx="720000" cy="720000"/>
          </a:xfrm>
          <a:solidFill>
            <a:srgbClr val="D883FF"/>
          </a:solidFill>
        </p:grpSpPr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58BCAFB1-A05F-A974-6751-DCA7258D21FB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839B5826-38E2-DCEA-AD3A-66DBE3E109EB}"/>
                    </a:ext>
                  </a:extLst>
                </p:cNvPr>
                <p:cNvSpPr txBox="1"/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839B5826-38E2-DCEA-AD3A-66DBE3E10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blipFill>
                  <a:blip r:embed="rId31"/>
                  <a:stretch>
                    <a:fillRect b="-38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DC94E1C7-DB3B-D222-17A1-3FCFB49174EE}"/>
              </a:ext>
            </a:extLst>
          </p:cNvPr>
          <p:cNvGrpSpPr/>
          <p:nvPr/>
        </p:nvGrpSpPr>
        <p:grpSpPr>
          <a:xfrm>
            <a:off x="5481684" y="3877440"/>
            <a:ext cx="360000" cy="720000"/>
            <a:chOff x="1232438" y="5926667"/>
            <a:chExt cx="720000" cy="720000"/>
          </a:xfrm>
          <a:solidFill>
            <a:srgbClr val="521B93"/>
          </a:solidFill>
        </p:grpSpPr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709BF720-7D2B-018E-FBC3-60F43F386F82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90908CBD-C823-98A1-D490-AE6B14397DB9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90908CBD-C823-98A1-D490-AE6B14397D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32"/>
                  <a:stretch>
                    <a:fillRect l="-25000" r="-37500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3" name="直线箭头连接符 92">
            <a:extLst>
              <a:ext uri="{FF2B5EF4-FFF2-40B4-BE49-F238E27FC236}">
                <a16:creationId xmlns:a16="http://schemas.microsoft.com/office/drawing/2014/main" id="{E8A0EE1F-4AAC-DC60-7C10-5BC1226EBB49}"/>
              </a:ext>
            </a:extLst>
          </p:cNvPr>
          <p:cNvCxnSpPr>
            <a:cxnSpLocks/>
            <a:stCxn id="86" idx="0"/>
            <a:endCxn id="90" idx="2"/>
          </p:cNvCxnSpPr>
          <p:nvPr/>
        </p:nvCxnSpPr>
        <p:spPr>
          <a:xfrm flipH="1" flipV="1">
            <a:off x="5661684" y="4597440"/>
            <a:ext cx="2992" cy="24641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DB0E0AFD-AFF4-233F-863B-C654181FEE11}"/>
              </a:ext>
            </a:extLst>
          </p:cNvPr>
          <p:cNvGrpSpPr/>
          <p:nvPr/>
        </p:nvGrpSpPr>
        <p:grpSpPr>
          <a:xfrm>
            <a:off x="7772002" y="4843854"/>
            <a:ext cx="720000" cy="720000"/>
            <a:chOff x="1232438" y="5926667"/>
            <a:chExt cx="720000" cy="720000"/>
          </a:xfrm>
          <a:solidFill>
            <a:srgbClr val="D883FF"/>
          </a:solidFill>
        </p:grpSpPr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D2433078-2E43-2FB9-D4B3-15B68790C9DC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2D7658AB-5745-046A-D4D5-380FB37F4A21}"/>
                    </a:ext>
                  </a:extLst>
                </p:cNvPr>
                <p:cNvSpPr txBox="1"/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2D7658AB-5745-046A-D4D5-380FB37F4A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blipFill>
                  <a:blip r:embed="rId33"/>
                  <a:stretch>
                    <a:fillRect b="-38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7AC863F4-F9FC-8A7D-8A5C-0F7BD67A5DA4}"/>
              </a:ext>
            </a:extLst>
          </p:cNvPr>
          <p:cNvGrpSpPr/>
          <p:nvPr/>
        </p:nvGrpSpPr>
        <p:grpSpPr>
          <a:xfrm>
            <a:off x="7949010" y="3877440"/>
            <a:ext cx="360000" cy="720000"/>
            <a:chOff x="1232438" y="5926667"/>
            <a:chExt cx="720000" cy="720000"/>
          </a:xfrm>
          <a:solidFill>
            <a:srgbClr val="521B93"/>
          </a:solidFill>
        </p:grpSpPr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58838310-0E09-805B-CA1A-2DC52BC07E54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CBE0DF43-3CA5-84DA-2180-3203FC769AEB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CBE0DF43-3CA5-84DA-2180-3203FC769A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34"/>
                  <a:stretch>
                    <a:fillRect l="-26087" r="-39130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25D92DCF-F6C4-AC30-42E8-3F544A9649E6}"/>
              </a:ext>
            </a:extLst>
          </p:cNvPr>
          <p:cNvCxnSpPr>
            <a:cxnSpLocks/>
            <a:stCxn id="96" idx="0"/>
            <a:endCxn id="100" idx="2"/>
          </p:cNvCxnSpPr>
          <p:nvPr/>
        </p:nvCxnSpPr>
        <p:spPr>
          <a:xfrm flipH="1" flipV="1">
            <a:off x="8129010" y="4597440"/>
            <a:ext cx="2992" cy="24641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0F517185-698F-9C50-CB12-D7B965A76939}"/>
              </a:ext>
            </a:extLst>
          </p:cNvPr>
          <p:cNvGrpSpPr/>
          <p:nvPr/>
        </p:nvGrpSpPr>
        <p:grpSpPr>
          <a:xfrm>
            <a:off x="10264962" y="4843854"/>
            <a:ext cx="720000" cy="720000"/>
            <a:chOff x="1232438" y="5926667"/>
            <a:chExt cx="720000" cy="720000"/>
          </a:xfrm>
          <a:solidFill>
            <a:srgbClr val="D883FF"/>
          </a:solidFill>
        </p:grpSpPr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6B35EF19-6188-5D70-AC4B-F63BE248C79D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1D5F2514-6D9F-8831-2F76-9B58F8A9531C}"/>
                    </a:ext>
                  </a:extLst>
                </p:cNvPr>
                <p:cNvSpPr txBox="1"/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1D5F2514-6D9F-8831-2F76-9B58F8A953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7" y="6139213"/>
                  <a:ext cx="576000" cy="307777"/>
                </a:xfrm>
                <a:prstGeom prst="rect">
                  <a:avLst/>
                </a:prstGeom>
                <a:blipFill>
                  <a:blip r:embed="rId35"/>
                  <a:stretch>
                    <a:fillRect b="-38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E84E571F-1F74-A55E-542A-6D4078B54EE8}"/>
              </a:ext>
            </a:extLst>
          </p:cNvPr>
          <p:cNvGrpSpPr/>
          <p:nvPr/>
        </p:nvGrpSpPr>
        <p:grpSpPr>
          <a:xfrm>
            <a:off x="10441970" y="3877440"/>
            <a:ext cx="360000" cy="720000"/>
            <a:chOff x="1232438" y="5926667"/>
            <a:chExt cx="720000" cy="720000"/>
          </a:xfrm>
          <a:solidFill>
            <a:srgbClr val="521B93"/>
          </a:solidFill>
        </p:grpSpPr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EAE59634-A858-22A8-03F6-858249FEAF48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939D473B-9AD9-3DD8-BD89-346AC8DFF5CA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939D473B-9AD9-3DD8-BD89-346AC8DFF5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36"/>
                  <a:stretch>
                    <a:fillRect l="-25000" r="-33333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900B5BC0-8A96-2D0F-72EA-FFE6E1E3D529}"/>
              </a:ext>
            </a:extLst>
          </p:cNvPr>
          <p:cNvCxnSpPr>
            <a:cxnSpLocks/>
            <a:stCxn id="106" idx="0"/>
            <a:endCxn id="111" idx="2"/>
          </p:cNvCxnSpPr>
          <p:nvPr/>
        </p:nvCxnSpPr>
        <p:spPr>
          <a:xfrm flipH="1" flipV="1">
            <a:off x="10621970" y="4597440"/>
            <a:ext cx="2992" cy="24641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A522AB14-79B4-E772-22DE-954A459E209A}"/>
              </a:ext>
            </a:extLst>
          </p:cNvPr>
          <p:cNvGrpSpPr/>
          <p:nvPr/>
        </p:nvGrpSpPr>
        <p:grpSpPr>
          <a:xfrm>
            <a:off x="3538025" y="1182576"/>
            <a:ext cx="360000" cy="360000"/>
            <a:chOff x="3974565" y="822193"/>
            <a:chExt cx="360000" cy="3600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5B1B4B1D-FBF3-8FBC-F661-69E96EE68E3B}"/>
                </a:ext>
              </a:extLst>
            </p:cNvPr>
            <p:cNvSpPr/>
            <p:nvPr/>
          </p:nvSpPr>
          <p:spPr>
            <a:xfrm>
              <a:off x="3974565" y="822193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E5829B20-C5B9-8DA1-050F-F0DF5AC84D92}"/>
                    </a:ext>
                  </a:extLst>
                </p:cNvPr>
                <p:cNvSpPr txBox="1"/>
                <p:nvPr/>
              </p:nvSpPr>
              <p:spPr>
                <a:xfrm>
                  <a:off x="4041648" y="850317"/>
                  <a:ext cx="22762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zh-CN" altLang="en-US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E5829B20-C5B9-8DA1-050F-F0DF5AC84D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1648" y="850317"/>
                  <a:ext cx="227626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10526" r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F8A84932-6966-E3DF-B2FD-F2AFABA91325}"/>
              </a:ext>
            </a:extLst>
          </p:cNvPr>
          <p:cNvCxnSpPr>
            <a:cxnSpLocks/>
            <a:stCxn id="179" idx="3"/>
            <a:endCxn id="124" idx="2"/>
          </p:cNvCxnSpPr>
          <p:nvPr/>
        </p:nvCxnSpPr>
        <p:spPr>
          <a:xfrm flipV="1">
            <a:off x="3240193" y="1362576"/>
            <a:ext cx="297832" cy="7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线箭头连接符 128">
            <a:extLst>
              <a:ext uri="{FF2B5EF4-FFF2-40B4-BE49-F238E27FC236}">
                <a16:creationId xmlns:a16="http://schemas.microsoft.com/office/drawing/2014/main" id="{637F15D2-DF52-5024-F927-59923440FFFA}"/>
              </a:ext>
            </a:extLst>
          </p:cNvPr>
          <p:cNvCxnSpPr>
            <a:cxnSpLocks/>
            <a:stCxn id="77" idx="0"/>
            <a:endCxn id="124" idx="4"/>
          </p:cNvCxnSpPr>
          <p:nvPr/>
        </p:nvCxnSpPr>
        <p:spPr>
          <a:xfrm flipV="1">
            <a:off x="3718025" y="1542576"/>
            <a:ext cx="0" cy="235433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E2F89D47-E020-9F66-E420-18661E6709B7}"/>
              </a:ext>
            </a:extLst>
          </p:cNvPr>
          <p:cNvGrpSpPr/>
          <p:nvPr/>
        </p:nvGrpSpPr>
        <p:grpSpPr>
          <a:xfrm>
            <a:off x="5481740" y="1183405"/>
            <a:ext cx="360000" cy="360000"/>
            <a:chOff x="3974565" y="822193"/>
            <a:chExt cx="360000" cy="360000"/>
          </a:xfrm>
        </p:grpSpPr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38F6CA05-4C30-1A88-6C0F-AC3C31481EFF}"/>
                </a:ext>
              </a:extLst>
            </p:cNvPr>
            <p:cNvSpPr/>
            <p:nvPr/>
          </p:nvSpPr>
          <p:spPr>
            <a:xfrm>
              <a:off x="3974565" y="822193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9D87C21A-EC91-9720-1504-94C8DA96DAED}"/>
                    </a:ext>
                  </a:extLst>
                </p:cNvPr>
                <p:cNvSpPr txBox="1"/>
                <p:nvPr/>
              </p:nvSpPr>
              <p:spPr>
                <a:xfrm>
                  <a:off x="4041648" y="850317"/>
                  <a:ext cx="22762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zh-CN" altLang="en-US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9D87C21A-EC91-9720-1504-94C8DA96DA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1648" y="850317"/>
                  <a:ext cx="227626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10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7" name="直线箭头连接符 136">
            <a:extLst>
              <a:ext uri="{FF2B5EF4-FFF2-40B4-BE49-F238E27FC236}">
                <a16:creationId xmlns:a16="http://schemas.microsoft.com/office/drawing/2014/main" id="{59E24F1E-D725-9F22-1A24-62AD0AC4461C}"/>
              </a:ext>
            </a:extLst>
          </p:cNvPr>
          <p:cNvCxnSpPr>
            <a:cxnSpLocks/>
            <a:stCxn id="90" idx="0"/>
            <a:endCxn id="135" idx="4"/>
          </p:cNvCxnSpPr>
          <p:nvPr/>
        </p:nvCxnSpPr>
        <p:spPr>
          <a:xfrm flipV="1">
            <a:off x="5661684" y="1543405"/>
            <a:ext cx="56" cy="233403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箭头连接符 141">
            <a:extLst>
              <a:ext uri="{FF2B5EF4-FFF2-40B4-BE49-F238E27FC236}">
                <a16:creationId xmlns:a16="http://schemas.microsoft.com/office/drawing/2014/main" id="{518AF4D2-58CB-C678-3D41-A86E89918F80}"/>
              </a:ext>
            </a:extLst>
          </p:cNvPr>
          <p:cNvCxnSpPr>
            <a:cxnSpLocks/>
            <a:stCxn id="180" idx="3"/>
            <a:endCxn id="135" idx="2"/>
          </p:cNvCxnSpPr>
          <p:nvPr/>
        </p:nvCxnSpPr>
        <p:spPr>
          <a:xfrm>
            <a:off x="5180180" y="1363405"/>
            <a:ext cx="3015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AEA96BE5-2625-D25D-605D-91A4210176A0}"/>
              </a:ext>
            </a:extLst>
          </p:cNvPr>
          <p:cNvGrpSpPr/>
          <p:nvPr/>
        </p:nvGrpSpPr>
        <p:grpSpPr>
          <a:xfrm>
            <a:off x="7949010" y="1182576"/>
            <a:ext cx="360000" cy="360000"/>
            <a:chOff x="3974565" y="822193"/>
            <a:chExt cx="360000" cy="360000"/>
          </a:xfrm>
        </p:grpSpPr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29A9FED8-829A-0C47-C2FA-68BE5F623D47}"/>
                </a:ext>
              </a:extLst>
            </p:cNvPr>
            <p:cNvSpPr/>
            <p:nvPr/>
          </p:nvSpPr>
          <p:spPr>
            <a:xfrm>
              <a:off x="3974565" y="822193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77BACDE3-D495-4F99-8372-BF46BEE9C65E}"/>
                    </a:ext>
                  </a:extLst>
                </p:cNvPr>
                <p:cNvSpPr txBox="1"/>
                <p:nvPr/>
              </p:nvSpPr>
              <p:spPr>
                <a:xfrm>
                  <a:off x="4041648" y="850317"/>
                  <a:ext cx="22762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zh-CN" altLang="en-US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77BACDE3-D495-4F99-8372-BF46BEE9C6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1648" y="850317"/>
                  <a:ext cx="227626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16667" r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4" name="直线箭头连接符 153">
            <a:extLst>
              <a:ext uri="{FF2B5EF4-FFF2-40B4-BE49-F238E27FC236}">
                <a16:creationId xmlns:a16="http://schemas.microsoft.com/office/drawing/2014/main" id="{A8C68105-BA76-E4BA-976F-BA586D07FE30}"/>
              </a:ext>
            </a:extLst>
          </p:cNvPr>
          <p:cNvCxnSpPr>
            <a:cxnSpLocks/>
            <a:stCxn id="100" idx="0"/>
            <a:endCxn id="148" idx="4"/>
          </p:cNvCxnSpPr>
          <p:nvPr/>
        </p:nvCxnSpPr>
        <p:spPr>
          <a:xfrm flipV="1">
            <a:off x="8129010" y="1542576"/>
            <a:ext cx="0" cy="233486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线箭头连接符 159">
            <a:extLst>
              <a:ext uri="{FF2B5EF4-FFF2-40B4-BE49-F238E27FC236}">
                <a16:creationId xmlns:a16="http://schemas.microsoft.com/office/drawing/2014/main" id="{33D43B63-8515-A938-AA9F-7F80BC60833C}"/>
              </a:ext>
            </a:extLst>
          </p:cNvPr>
          <p:cNvCxnSpPr>
            <a:cxnSpLocks/>
            <a:stCxn id="181" idx="3"/>
            <a:endCxn id="148" idx="2"/>
          </p:cNvCxnSpPr>
          <p:nvPr/>
        </p:nvCxnSpPr>
        <p:spPr>
          <a:xfrm flipV="1">
            <a:off x="7655327" y="1362576"/>
            <a:ext cx="293683" cy="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9929B87C-007F-77BA-B99E-2B1AD3E88001}"/>
              </a:ext>
            </a:extLst>
          </p:cNvPr>
          <p:cNvGrpSpPr/>
          <p:nvPr/>
        </p:nvGrpSpPr>
        <p:grpSpPr>
          <a:xfrm>
            <a:off x="10441970" y="1182576"/>
            <a:ext cx="360000" cy="360000"/>
            <a:chOff x="3974565" y="822193"/>
            <a:chExt cx="360000" cy="360000"/>
          </a:xfrm>
        </p:grpSpPr>
        <p:sp>
          <p:nvSpPr>
            <p:cNvPr id="166" name="椭圆 165">
              <a:extLst>
                <a:ext uri="{FF2B5EF4-FFF2-40B4-BE49-F238E27FC236}">
                  <a16:creationId xmlns:a16="http://schemas.microsoft.com/office/drawing/2014/main" id="{FF370A03-B67C-F4AD-5484-9062F6BB5288}"/>
                </a:ext>
              </a:extLst>
            </p:cNvPr>
            <p:cNvSpPr/>
            <p:nvPr/>
          </p:nvSpPr>
          <p:spPr>
            <a:xfrm>
              <a:off x="3974565" y="822193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EED6FECD-0D85-D705-9ABF-4342890D6AD4}"/>
                    </a:ext>
                  </a:extLst>
                </p:cNvPr>
                <p:cNvSpPr txBox="1"/>
                <p:nvPr/>
              </p:nvSpPr>
              <p:spPr>
                <a:xfrm>
                  <a:off x="4041648" y="850317"/>
                  <a:ext cx="22762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zh-CN" altLang="en-US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EED6FECD-0D85-D705-9ABF-4342890D6A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1648" y="850317"/>
                  <a:ext cx="227626" cy="276999"/>
                </a:xfrm>
                <a:prstGeom prst="rect">
                  <a:avLst/>
                </a:prstGeom>
                <a:blipFill>
                  <a:blip r:embed="rId38"/>
                  <a:stretch>
                    <a:fillRect l="-15789" r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68" name="直线箭头连接符 167">
            <a:extLst>
              <a:ext uri="{FF2B5EF4-FFF2-40B4-BE49-F238E27FC236}">
                <a16:creationId xmlns:a16="http://schemas.microsoft.com/office/drawing/2014/main" id="{CC2F3FCD-17FE-B569-7237-EFEDC9D1EA35}"/>
              </a:ext>
            </a:extLst>
          </p:cNvPr>
          <p:cNvCxnSpPr>
            <a:cxnSpLocks/>
            <a:stCxn id="111" idx="0"/>
            <a:endCxn id="166" idx="4"/>
          </p:cNvCxnSpPr>
          <p:nvPr/>
        </p:nvCxnSpPr>
        <p:spPr>
          <a:xfrm flipV="1">
            <a:off x="10621970" y="1542576"/>
            <a:ext cx="0" cy="233486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5E92EE2C-8371-BE52-50BC-8782697BFBBD}"/>
              </a:ext>
            </a:extLst>
          </p:cNvPr>
          <p:cNvCxnSpPr>
            <a:cxnSpLocks/>
            <a:stCxn id="182" idx="3"/>
            <a:endCxn id="166" idx="2"/>
          </p:cNvCxnSpPr>
          <p:nvPr/>
        </p:nvCxnSpPr>
        <p:spPr>
          <a:xfrm flipV="1">
            <a:off x="10147879" y="1362576"/>
            <a:ext cx="294091" cy="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" name="组合 182">
            <a:extLst>
              <a:ext uri="{FF2B5EF4-FFF2-40B4-BE49-F238E27FC236}">
                <a16:creationId xmlns:a16="http://schemas.microsoft.com/office/drawing/2014/main" id="{50852733-039A-E96A-0A64-7D6F403AC212}"/>
              </a:ext>
            </a:extLst>
          </p:cNvPr>
          <p:cNvGrpSpPr/>
          <p:nvPr/>
        </p:nvGrpSpPr>
        <p:grpSpPr>
          <a:xfrm>
            <a:off x="1692275" y="275748"/>
            <a:ext cx="360000" cy="720000"/>
            <a:chOff x="1232438" y="5926667"/>
            <a:chExt cx="720000" cy="720000"/>
          </a:xfrm>
          <a:solidFill>
            <a:srgbClr val="C00000"/>
          </a:solidFill>
        </p:grpSpPr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891F68E7-292E-74EC-9DD9-F70FCCC9A84E}"/>
                </a:ext>
              </a:extLst>
            </p:cNvPr>
            <p:cNvSpPr/>
            <p:nvPr/>
          </p:nvSpPr>
          <p:spPr>
            <a:xfrm>
              <a:off x="1232438" y="5926667"/>
              <a:ext cx="720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07B814C9-495E-EF58-96B4-7A318B0BD4BD}"/>
                    </a:ext>
                  </a:extLst>
                </p:cNvPr>
                <p:cNvSpPr txBox="1"/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𝒐</m:t>
                            </m:r>
                          </m:e>
                          <m:sub>
                            <m:r>
                              <a:rPr kumimoji="1" lang="en-US" altLang="zh-CN" sz="2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1" dirty="0"/>
                </a:p>
              </p:txBody>
            </p:sp>
          </mc:Choice>
          <mc:Fallback xmlns=""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07B814C9-495E-EF58-96B4-7A318B0BD4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8438" y="6108436"/>
                  <a:ext cx="576000" cy="369332"/>
                </a:xfrm>
                <a:prstGeom prst="rect">
                  <a:avLst/>
                </a:prstGeom>
                <a:blipFill>
                  <a:blip r:embed="rId39"/>
                  <a:stretch>
                    <a:fillRect l="-25000" r="-33333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7" name="肘形连接符 186">
            <a:extLst>
              <a:ext uri="{FF2B5EF4-FFF2-40B4-BE49-F238E27FC236}">
                <a16:creationId xmlns:a16="http://schemas.microsoft.com/office/drawing/2014/main" id="{F2767A25-C98C-2842-AA61-D0E588265A48}"/>
              </a:ext>
            </a:extLst>
          </p:cNvPr>
          <p:cNvCxnSpPr>
            <a:cxnSpLocks/>
            <a:stCxn id="124" idx="0"/>
            <a:endCxn id="185" idx="3"/>
          </p:cNvCxnSpPr>
          <p:nvPr/>
        </p:nvCxnSpPr>
        <p:spPr>
          <a:xfrm rot="16200000" flipV="1">
            <a:off x="2600454" y="65005"/>
            <a:ext cx="540393" cy="1694750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肘形连接符 194">
            <a:extLst>
              <a:ext uri="{FF2B5EF4-FFF2-40B4-BE49-F238E27FC236}">
                <a16:creationId xmlns:a16="http://schemas.microsoft.com/office/drawing/2014/main" id="{97D583F5-D900-100F-DA8A-10231ACB6DA2}"/>
              </a:ext>
            </a:extLst>
          </p:cNvPr>
          <p:cNvCxnSpPr>
            <a:cxnSpLocks/>
            <a:stCxn id="135" idx="0"/>
            <a:endCxn id="185" idx="3"/>
          </p:cNvCxnSpPr>
          <p:nvPr/>
        </p:nvCxnSpPr>
        <p:spPr>
          <a:xfrm rot="16200000" flipV="1">
            <a:off x="3571897" y="-906439"/>
            <a:ext cx="541222" cy="3638465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肘形连接符 201">
            <a:extLst>
              <a:ext uri="{FF2B5EF4-FFF2-40B4-BE49-F238E27FC236}">
                <a16:creationId xmlns:a16="http://schemas.microsoft.com/office/drawing/2014/main" id="{2C12D178-50B1-AA8F-220B-012585CF5C2E}"/>
              </a:ext>
            </a:extLst>
          </p:cNvPr>
          <p:cNvCxnSpPr>
            <a:cxnSpLocks/>
            <a:stCxn id="148" idx="0"/>
            <a:endCxn id="185" idx="3"/>
          </p:cNvCxnSpPr>
          <p:nvPr/>
        </p:nvCxnSpPr>
        <p:spPr>
          <a:xfrm rot="16200000" flipV="1">
            <a:off x="4805947" y="-2140488"/>
            <a:ext cx="540393" cy="6105735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肘形连接符 204">
            <a:extLst>
              <a:ext uri="{FF2B5EF4-FFF2-40B4-BE49-F238E27FC236}">
                <a16:creationId xmlns:a16="http://schemas.microsoft.com/office/drawing/2014/main" id="{B763360A-3C90-C529-2938-73B56B0B044C}"/>
              </a:ext>
            </a:extLst>
          </p:cNvPr>
          <p:cNvCxnSpPr>
            <a:cxnSpLocks/>
            <a:stCxn id="166" idx="0"/>
            <a:endCxn id="185" idx="3"/>
          </p:cNvCxnSpPr>
          <p:nvPr/>
        </p:nvCxnSpPr>
        <p:spPr>
          <a:xfrm rot="16200000" flipV="1">
            <a:off x="6052427" y="-3386968"/>
            <a:ext cx="540393" cy="8598695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2767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FDF03951-2572-A9BB-3583-6B59EDAB87E0}"/>
              </a:ext>
            </a:extLst>
          </p:cNvPr>
          <p:cNvSpPr/>
          <p:nvPr/>
        </p:nvSpPr>
        <p:spPr>
          <a:xfrm>
            <a:off x="1758689" y="664398"/>
            <a:ext cx="6699510" cy="2416622"/>
          </a:xfrm>
          <a:prstGeom prst="rect">
            <a:avLst/>
          </a:prstGeom>
          <a:solidFill>
            <a:srgbClr val="7030A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75CE0B09-5815-2031-9F33-D9A3EBE20CB2}"/>
              </a:ext>
            </a:extLst>
          </p:cNvPr>
          <p:cNvSpPr/>
          <p:nvPr/>
        </p:nvSpPr>
        <p:spPr>
          <a:xfrm>
            <a:off x="1758688" y="3461054"/>
            <a:ext cx="6699511" cy="3291440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211F31C-84B1-65D1-A47D-F1BE34D5E16C}"/>
                  </a:ext>
                </a:extLst>
              </p:cNvPr>
              <p:cNvSpPr txBox="1"/>
              <p:nvPr/>
            </p:nvSpPr>
            <p:spPr>
              <a:xfrm>
                <a:off x="2377438" y="984439"/>
                <a:ext cx="3851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211F31C-84B1-65D1-A47D-F1BE34D5E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38" y="984439"/>
                <a:ext cx="385105" cy="276999"/>
              </a:xfrm>
              <a:prstGeom prst="rect">
                <a:avLst/>
              </a:prstGeom>
              <a:blipFill>
                <a:blip r:embed="rId2"/>
                <a:stretch>
                  <a:fillRect l="-9677" r="-3226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3C43004-D47F-DB92-0149-848929D6B17B}"/>
                  </a:ext>
                </a:extLst>
              </p:cNvPr>
              <p:cNvSpPr txBox="1"/>
              <p:nvPr/>
            </p:nvSpPr>
            <p:spPr>
              <a:xfrm>
                <a:off x="3914505" y="984438"/>
                <a:ext cx="3851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3C43004-D47F-DB92-0149-848929D6B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505" y="984438"/>
                <a:ext cx="385105" cy="276999"/>
              </a:xfrm>
              <a:prstGeom prst="rect">
                <a:avLst/>
              </a:prstGeom>
              <a:blipFill>
                <a:blip r:embed="rId3"/>
                <a:stretch>
                  <a:fillRect l="-6452" r="-3226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9C2745C-D369-6A08-8D2B-6C5466139DD0}"/>
                  </a:ext>
                </a:extLst>
              </p:cNvPr>
              <p:cNvSpPr txBox="1"/>
              <p:nvPr/>
            </p:nvSpPr>
            <p:spPr>
              <a:xfrm>
                <a:off x="5490758" y="984437"/>
                <a:ext cx="3851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9C2745C-D369-6A08-8D2B-6C5466139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758" y="984437"/>
                <a:ext cx="385105" cy="276999"/>
              </a:xfrm>
              <a:prstGeom prst="rect">
                <a:avLst/>
              </a:prstGeom>
              <a:blipFill>
                <a:blip r:embed="rId4"/>
                <a:stretch>
                  <a:fillRect l="-6452" r="-3226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733D5F6-5F34-D6C4-A0AE-0141276D7210}"/>
                  </a:ext>
                </a:extLst>
              </p:cNvPr>
              <p:cNvSpPr txBox="1"/>
              <p:nvPr/>
            </p:nvSpPr>
            <p:spPr>
              <a:xfrm>
                <a:off x="6505307" y="985774"/>
                <a:ext cx="2596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733D5F6-5F34-D6C4-A0AE-0141276D7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307" y="985774"/>
                <a:ext cx="259686" cy="276999"/>
              </a:xfrm>
              <a:prstGeom prst="rect">
                <a:avLst/>
              </a:prstGeom>
              <a:blipFill>
                <a:blip r:embed="rId5"/>
                <a:stretch>
                  <a:fillRect l="-4762"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2A465DA-1037-9D86-01B5-1D01287686A3}"/>
                  </a:ext>
                </a:extLst>
              </p:cNvPr>
              <p:cNvSpPr txBox="1"/>
              <p:nvPr/>
            </p:nvSpPr>
            <p:spPr>
              <a:xfrm>
                <a:off x="7263807" y="984436"/>
                <a:ext cx="481863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2A465DA-1037-9D86-01B5-1D0128768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3807" y="984436"/>
                <a:ext cx="481863" cy="301878"/>
              </a:xfrm>
              <a:prstGeom prst="rect">
                <a:avLst/>
              </a:prstGeom>
              <a:blipFill>
                <a:blip r:embed="rId6"/>
                <a:stretch>
                  <a:fillRect l="-7692"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C2CC827-CBE7-9B79-B608-911380B78B02}"/>
                  </a:ext>
                </a:extLst>
              </p:cNvPr>
              <p:cNvSpPr txBox="1"/>
              <p:nvPr/>
            </p:nvSpPr>
            <p:spPr>
              <a:xfrm>
                <a:off x="2377438" y="1358904"/>
                <a:ext cx="3904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C2CC827-CBE7-9B79-B608-911380B78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38" y="1358904"/>
                <a:ext cx="390428" cy="276999"/>
              </a:xfrm>
              <a:prstGeom prst="rect">
                <a:avLst/>
              </a:prstGeom>
              <a:blipFill>
                <a:blip r:embed="rId7"/>
                <a:stretch>
                  <a:fillRect l="-9677" r="-3226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F096D74-DFBF-D9E4-FC54-7F5E7F4F7968}"/>
                  </a:ext>
                </a:extLst>
              </p:cNvPr>
              <p:cNvSpPr txBox="1"/>
              <p:nvPr/>
            </p:nvSpPr>
            <p:spPr>
              <a:xfrm>
                <a:off x="3914505" y="1358903"/>
                <a:ext cx="3904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F096D74-DFBF-D9E4-FC54-7F5E7F4F7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505" y="1358903"/>
                <a:ext cx="390428" cy="276999"/>
              </a:xfrm>
              <a:prstGeom prst="rect">
                <a:avLst/>
              </a:prstGeom>
              <a:blipFill>
                <a:blip r:embed="rId8"/>
                <a:stretch>
                  <a:fillRect l="-6452" r="-3226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7117DF5-5AA8-6B8E-A243-F65BF10E295C}"/>
                  </a:ext>
                </a:extLst>
              </p:cNvPr>
              <p:cNvSpPr txBox="1"/>
              <p:nvPr/>
            </p:nvSpPr>
            <p:spPr>
              <a:xfrm>
                <a:off x="5490758" y="1358902"/>
                <a:ext cx="3904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7117DF5-5AA8-6B8E-A243-F65BF10E2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758" y="1358902"/>
                <a:ext cx="390428" cy="276999"/>
              </a:xfrm>
              <a:prstGeom prst="rect">
                <a:avLst/>
              </a:prstGeom>
              <a:blipFill>
                <a:blip r:embed="rId9"/>
                <a:stretch>
                  <a:fillRect l="-6250" r="-3125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82E2C44-E068-1B18-3355-276AD5DF48CE}"/>
                  </a:ext>
                </a:extLst>
              </p:cNvPr>
              <p:cNvSpPr txBox="1"/>
              <p:nvPr/>
            </p:nvSpPr>
            <p:spPr>
              <a:xfrm>
                <a:off x="6505307" y="1360239"/>
                <a:ext cx="2596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82E2C44-E068-1B18-3355-276AD5DF4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307" y="1360239"/>
                <a:ext cx="259686" cy="276999"/>
              </a:xfrm>
              <a:prstGeom prst="rect">
                <a:avLst/>
              </a:prstGeom>
              <a:blipFill>
                <a:blip r:embed="rId10"/>
                <a:stretch>
                  <a:fillRect l="-4762"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1093A8E-8467-ECB3-CAA9-C5BE5B7FBE04}"/>
                  </a:ext>
                </a:extLst>
              </p:cNvPr>
              <p:cNvSpPr txBox="1"/>
              <p:nvPr/>
            </p:nvSpPr>
            <p:spPr>
              <a:xfrm>
                <a:off x="7263807" y="1358901"/>
                <a:ext cx="487185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1093A8E-8467-ECB3-CAA9-C5BE5B7FB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3807" y="1358901"/>
                <a:ext cx="487185" cy="301878"/>
              </a:xfrm>
              <a:prstGeom prst="rect">
                <a:avLst/>
              </a:prstGeom>
              <a:blipFill>
                <a:blip r:embed="rId11"/>
                <a:stretch>
                  <a:fillRect l="-7692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9FC16BF-CC88-271A-5A05-7E4599F32A66}"/>
                  </a:ext>
                </a:extLst>
              </p:cNvPr>
              <p:cNvSpPr txBox="1"/>
              <p:nvPr/>
            </p:nvSpPr>
            <p:spPr>
              <a:xfrm>
                <a:off x="2377438" y="1733344"/>
                <a:ext cx="3904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9FC16BF-CC88-271A-5A05-7E4599F32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38" y="1733344"/>
                <a:ext cx="390428" cy="276999"/>
              </a:xfrm>
              <a:prstGeom prst="rect">
                <a:avLst/>
              </a:prstGeom>
              <a:blipFill>
                <a:blip r:embed="rId12"/>
                <a:stretch>
                  <a:fillRect l="-9677" r="-3226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75070D8-E456-EF2B-13E4-B3FDF46EA426}"/>
                  </a:ext>
                </a:extLst>
              </p:cNvPr>
              <p:cNvSpPr txBox="1"/>
              <p:nvPr/>
            </p:nvSpPr>
            <p:spPr>
              <a:xfrm>
                <a:off x="3914505" y="1733343"/>
                <a:ext cx="3904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75070D8-E456-EF2B-13E4-B3FDF46EA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505" y="1733343"/>
                <a:ext cx="390428" cy="276999"/>
              </a:xfrm>
              <a:prstGeom prst="rect">
                <a:avLst/>
              </a:prstGeom>
              <a:blipFill>
                <a:blip r:embed="rId13"/>
                <a:stretch>
                  <a:fillRect l="-6452" r="-3226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656D936-4CB8-664E-BEFC-2E70B5987707}"/>
                  </a:ext>
                </a:extLst>
              </p:cNvPr>
              <p:cNvSpPr txBox="1"/>
              <p:nvPr/>
            </p:nvSpPr>
            <p:spPr>
              <a:xfrm>
                <a:off x="5490758" y="1733342"/>
                <a:ext cx="3904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656D936-4CB8-664E-BEFC-2E70B5987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758" y="1733342"/>
                <a:ext cx="390428" cy="276999"/>
              </a:xfrm>
              <a:prstGeom prst="rect">
                <a:avLst/>
              </a:prstGeom>
              <a:blipFill>
                <a:blip r:embed="rId14"/>
                <a:stretch>
                  <a:fillRect l="-6250" r="-3125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01DC2DE-C76A-DF10-03EB-7495CB01F5C2}"/>
                  </a:ext>
                </a:extLst>
              </p:cNvPr>
              <p:cNvSpPr txBox="1"/>
              <p:nvPr/>
            </p:nvSpPr>
            <p:spPr>
              <a:xfrm>
                <a:off x="6505307" y="1734679"/>
                <a:ext cx="2596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01DC2DE-C76A-DF10-03EB-7495CB01F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307" y="1734679"/>
                <a:ext cx="259686" cy="276999"/>
              </a:xfrm>
              <a:prstGeom prst="rect">
                <a:avLst/>
              </a:prstGeom>
              <a:blipFill>
                <a:blip r:embed="rId5"/>
                <a:stretch>
                  <a:fillRect l="-4762"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7CB6EFC-27EF-57E4-5B56-CCD30F7E2B85}"/>
                  </a:ext>
                </a:extLst>
              </p:cNvPr>
              <p:cNvSpPr txBox="1"/>
              <p:nvPr/>
            </p:nvSpPr>
            <p:spPr>
              <a:xfrm>
                <a:off x="7263807" y="1733341"/>
                <a:ext cx="487185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7CB6EFC-27EF-57E4-5B56-CCD30F7E2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3807" y="1733341"/>
                <a:ext cx="487185" cy="301878"/>
              </a:xfrm>
              <a:prstGeom prst="rect">
                <a:avLst/>
              </a:prstGeom>
              <a:blipFill>
                <a:blip r:embed="rId15"/>
                <a:stretch>
                  <a:fillRect l="-7692"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F5EA021-631F-B8FD-63E3-A0DDE22B8E32}"/>
                  </a:ext>
                </a:extLst>
              </p:cNvPr>
              <p:cNvSpPr txBox="1"/>
              <p:nvPr/>
            </p:nvSpPr>
            <p:spPr>
              <a:xfrm>
                <a:off x="2502664" y="2105105"/>
                <a:ext cx="1346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F5EA021-631F-B8FD-63E3-A0DDE22B8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664" y="2105105"/>
                <a:ext cx="134652" cy="276999"/>
              </a:xfrm>
              <a:prstGeom prst="rect">
                <a:avLst/>
              </a:prstGeom>
              <a:blipFill>
                <a:blip r:embed="rId16"/>
                <a:stretch>
                  <a:fillRect l="-36364" r="-27273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67768FC-1770-595C-4380-D38CEA7DA280}"/>
                  </a:ext>
                </a:extLst>
              </p:cNvPr>
              <p:cNvSpPr txBox="1"/>
              <p:nvPr/>
            </p:nvSpPr>
            <p:spPr>
              <a:xfrm>
                <a:off x="4023205" y="2105104"/>
                <a:ext cx="1346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67768FC-1770-595C-4380-D38CEA7DA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205" y="2105104"/>
                <a:ext cx="134652" cy="276999"/>
              </a:xfrm>
              <a:prstGeom prst="rect">
                <a:avLst/>
              </a:prstGeom>
              <a:blipFill>
                <a:blip r:embed="rId17"/>
                <a:stretch>
                  <a:fillRect l="-25000" r="-25000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A754BEC-CBE9-0B87-259D-36AFAFC01E81}"/>
                  </a:ext>
                </a:extLst>
              </p:cNvPr>
              <p:cNvSpPr txBox="1"/>
              <p:nvPr/>
            </p:nvSpPr>
            <p:spPr>
              <a:xfrm>
                <a:off x="5615984" y="2105103"/>
                <a:ext cx="1346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A754BEC-CBE9-0B87-259D-36AFAFC01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5984" y="2105103"/>
                <a:ext cx="134652" cy="276999"/>
              </a:xfrm>
              <a:prstGeom prst="rect">
                <a:avLst/>
              </a:prstGeom>
              <a:blipFill>
                <a:blip r:embed="rId18"/>
                <a:stretch>
                  <a:fillRect l="-36364" r="-36364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A848C82-0E57-D8B6-F413-581CB3C78AA5}"/>
                  </a:ext>
                </a:extLst>
              </p:cNvPr>
              <p:cNvSpPr txBox="1"/>
              <p:nvPr/>
            </p:nvSpPr>
            <p:spPr>
              <a:xfrm>
                <a:off x="7374895" y="2105102"/>
                <a:ext cx="1346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A848C82-0E57-D8B6-F413-581CB3C78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895" y="2105102"/>
                <a:ext cx="134652" cy="276999"/>
              </a:xfrm>
              <a:prstGeom prst="rect">
                <a:avLst/>
              </a:prstGeom>
              <a:blipFill>
                <a:blip r:embed="rId17"/>
                <a:stretch>
                  <a:fillRect l="-25000" r="-25000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668B74C-8BFE-E302-C2E3-10D8387620FC}"/>
                  </a:ext>
                </a:extLst>
              </p:cNvPr>
              <p:cNvSpPr txBox="1"/>
              <p:nvPr/>
            </p:nvSpPr>
            <p:spPr>
              <a:xfrm>
                <a:off x="6532558" y="2105101"/>
                <a:ext cx="205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⋱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668B74C-8BFE-E302-C2E3-10D838762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558" y="2105101"/>
                <a:ext cx="205184" cy="276999"/>
              </a:xfrm>
              <a:prstGeom prst="rect">
                <a:avLst/>
              </a:prstGeom>
              <a:blipFill>
                <a:blip r:embed="rId19"/>
                <a:stretch>
                  <a:fillRect l="-17647" r="-17647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BD23B4A-8F28-55EF-4D5E-012060455C05}"/>
                  </a:ext>
                </a:extLst>
              </p:cNvPr>
              <p:cNvSpPr txBox="1"/>
              <p:nvPr/>
            </p:nvSpPr>
            <p:spPr>
              <a:xfrm>
                <a:off x="2372115" y="2442147"/>
                <a:ext cx="4016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BD23B4A-8F28-55EF-4D5E-012060455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115" y="2442147"/>
                <a:ext cx="401648" cy="276999"/>
              </a:xfrm>
              <a:prstGeom prst="rect">
                <a:avLst/>
              </a:prstGeom>
              <a:blipFill>
                <a:blip r:embed="rId20"/>
                <a:stretch>
                  <a:fillRect l="-6061" r="-3030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120371A2-C6A8-C04C-6A4F-4DF662C1C3DC}"/>
                  </a:ext>
                </a:extLst>
              </p:cNvPr>
              <p:cNvSpPr txBox="1"/>
              <p:nvPr/>
            </p:nvSpPr>
            <p:spPr>
              <a:xfrm>
                <a:off x="3909182" y="2442146"/>
                <a:ext cx="4016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120371A2-C6A8-C04C-6A4F-4DF662C1C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182" y="2442146"/>
                <a:ext cx="401648" cy="276999"/>
              </a:xfrm>
              <a:prstGeom prst="rect">
                <a:avLst/>
              </a:prstGeom>
              <a:blipFill>
                <a:blip r:embed="rId21"/>
                <a:stretch>
                  <a:fillRect l="-6061" r="-3030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4B20EC2-3BCE-A84E-4138-050B1033CEE5}"/>
                  </a:ext>
                </a:extLst>
              </p:cNvPr>
              <p:cNvSpPr txBox="1"/>
              <p:nvPr/>
            </p:nvSpPr>
            <p:spPr>
              <a:xfrm>
                <a:off x="5485435" y="2442145"/>
                <a:ext cx="4016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4B20EC2-3BCE-A84E-4138-050B1033C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5435" y="2442145"/>
                <a:ext cx="401648" cy="276999"/>
              </a:xfrm>
              <a:prstGeom prst="rect">
                <a:avLst/>
              </a:prstGeom>
              <a:blipFill>
                <a:blip r:embed="rId22"/>
                <a:stretch>
                  <a:fillRect l="-9375" r="-3125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0EEAF43-85D3-DB32-A4EE-152BFAFADBB3}"/>
                  </a:ext>
                </a:extLst>
              </p:cNvPr>
              <p:cNvSpPr txBox="1"/>
              <p:nvPr/>
            </p:nvSpPr>
            <p:spPr>
              <a:xfrm>
                <a:off x="6499984" y="2443482"/>
                <a:ext cx="2596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0EEAF43-85D3-DB32-A4EE-152BFAFAD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984" y="2443482"/>
                <a:ext cx="259686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C86F1D5-B5D5-69C9-0661-6F9D2AB36F0F}"/>
                  </a:ext>
                </a:extLst>
              </p:cNvPr>
              <p:cNvSpPr txBox="1"/>
              <p:nvPr/>
            </p:nvSpPr>
            <p:spPr>
              <a:xfrm>
                <a:off x="7258484" y="2442144"/>
                <a:ext cx="501291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C86F1D5-B5D5-69C9-0661-6F9D2AB36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484" y="2442144"/>
                <a:ext cx="501291" cy="301878"/>
              </a:xfrm>
              <a:prstGeom prst="rect">
                <a:avLst/>
              </a:prstGeom>
              <a:blipFill>
                <a:blip r:embed="rId24"/>
                <a:stretch>
                  <a:fillRect l="-4878"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AB076F0A-743D-A0D3-45BB-221CE90525FE}"/>
              </a:ext>
            </a:extLst>
          </p:cNvPr>
          <p:cNvSpPr txBox="1"/>
          <p:nvPr/>
        </p:nvSpPr>
        <p:spPr>
          <a:xfrm>
            <a:off x="8476110" y="984436"/>
            <a:ext cx="2268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第 </a:t>
            </a:r>
            <a:r>
              <a:rPr kumimoji="1" lang="en-US" altLang="zh-CN" sz="1400" dirty="0"/>
              <a:t>1</a:t>
            </a:r>
            <a:r>
              <a:rPr kumimoji="1" lang="zh-CN" altLang="en-US" sz="1400" dirty="0"/>
              <a:t> 个</a:t>
            </a:r>
            <a:r>
              <a:rPr kumimoji="1" lang="en-US" altLang="zh-CN" sz="1400" dirty="0"/>
              <a:t>token</a:t>
            </a:r>
            <a:r>
              <a:rPr kumimoji="1" lang="zh-CN" altLang="en-US" sz="1400" dirty="0"/>
              <a:t> 的 </a:t>
            </a:r>
            <a:r>
              <a:rPr kumimoji="1" lang="en-US" altLang="zh-CN" sz="1400" dirty="0"/>
              <a:t>value</a:t>
            </a:r>
            <a:r>
              <a:rPr kumimoji="1" lang="zh-CN" altLang="en-US" sz="1400" dirty="0"/>
              <a:t> 向量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184E64E-2A0B-4D8E-D700-A1995E46E1C8}"/>
              </a:ext>
            </a:extLst>
          </p:cNvPr>
          <p:cNvSpPr txBox="1"/>
          <p:nvPr/>
        </p:nvSpPr>
        <p:spPr>
          <a:xfrm>
            <a:off x="8470787" y="1358886"/>
            <a:ext cx="2268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第 </a:t>
            </a:r>
            <a:r>
              <a:rPr kumimoji="1" lang="en-US" altLang="zh-CN" sz="1400" dirty="0"/>
              <a:t>2</a:t>
            </a:r>
            <a:r>
              <a:rPr kumimoji="1" lang="zh-CN" altLang="en-US" sz="1400" dirty="0"/>
              <a:t> 个</a:t>
            </a:r>
            <a:r>
              <a:rPr kumimoji="1" lang="en-US" altLang="zh-CN" sz="1400" dirty="0"/>
              <a:t>token</a:t>
            </a:r>
            <a:r>
              <a:rPr kumimoji="1" lang="zh-CN" altLang="en-US" sz="1400" dirty="0"/>
              <a:t> 的 </a:t>
            </a:r>
            <a:r>
              <a:rPr kumimoji="1" lang="en-US" altLang="zh-CN" sz="1400" dirty="0"/>
              <a:t>value</a:t>
            </a:r>
            <a:r>
              <a:rPr kumimoji="1" lang="zh-CN" altLang="en-US" sz="1400" dirty="0"/>
              <a:t> 向量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66C22C8-3A2C-848B-94E4-6AC0F8C03246}"/>
              </a:ext>
            </a:extLst>
          </p:cNvPr>
          <p:cNvSpPr txBox="1"/>
          <p:nvPr/>
        </p:nvSpPr>
        <p:spPr>
          <a:xfrm>
            <a:off x="8470787" y="1733341"/>
            <a:ext cx="2268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第 </a:t>
            </a:r>
            <a:r>
              <a:rPr kumimoji="1" lang="en-US" altLang="zh-CN" sz="1400" dirty="0"/>
              <a:t>3</a:t>
            </a:r>
            <a:r>
              <a:rPr kumimoji="1" lang="zh-CN" altLang="en-US" sz="1400" dirty="0"/>
              <a:t> 个</a:t>
            </a:r>
            <a:r>
              <a:rPr kumimoji="1" lang="en-US" altLang="zh-CN" sz="1400" dirty="0"/>
              <a:t>token</a:t>
            </a:r>
            <a:r>
              <a:rPr kumimoji="1" lang="zh-CN" altLang="en-US" sz="1400" dirty="0"/>
              <a:t> 的 </a:t>
            </a:r>
            <a:r>
              <a:rPr kumimoji="1" lang="en-US" altLang="zh-CN" sz="1400" dirty="0"/>
              <a:t>value</a:t>
            </a:r>
            <a:r>
              <a:rPr kumimoji="1" lang="zh-CN" altLang="en-US" sz="1400" dirty="0"/>
              <a:t> 向量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810B93D-18A9-E08F-2C7F-A2C2960ABB7A}"/>
              </a:ext>
            </a:extLst>
          </p:cNvPr>
          <p:cNvSpPr txBox="1"/>
          <p:nvPr/>
        </p:nvSpPr>
        <p:spPr>
          <a:xfrm>
            <a:off x="8470787" y="2437463"/>
            <a:ext cx="22733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第 </a:t>
            </a:r>
            <a:r>
              <a:rPr kumimoji="1" lang="en-US" altLang="zh-CN" sz="1400" dirty="0"/>
              <a:t>n</a:t>
            </a:r>
            <a:r>
              <a:rPr kumimoji="1" lang="zh-CN" altLang="en-US" sz="1400" dirty="0"/>
              <a:t> 个</a:t>
            </a:r>
            <a:r>
              <a:rPr kumimoji="1" lang="en-US" altLang="zh-CN" sz="1400" dirty="0"/>
              <a:t>token</a:t>
            </a:r>
            <a:r>
              <a:rPr kumimoji="1" lang="zh-CN" altLang="en-US" sz="1400" dirty="0"/>
              <a:t> 的 </a:t>
            </a:r>
            <a:r>
              <a:rPr kumimoji="1" lang="en-US" altLang="zh-CN" sz="1400" dirty="0"/>
              <a:t>value</a:t>
            </a:r>
            <a:r>
              <a:rPr kumimoji="1" lang="zh-CN" altLang="en-US" sz="1400" dirty="0"/>
              <a:t> 向量</a:t>
            </a: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EA04AA06-D119-6914-E2FE-5728DD00CD39}"/>
              </a:ext>
            </a:extLst>
          </p:cNvPr>
          <p:cNvSpPr/>
          <p:nvPr/>
        </p:nvSpPr>
        <p:spPr>
          <a:xfrm>
            <a:off x="2246816" y="860338"/>
            <a:ext cx="627017" cy="202473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77B8E4DE-289A-6065-7529-4F64064382B4}"/>
              </a:ext>
            </a:extLst>
          </p:cNvPr>
          <p:cNvSpPr/>
          <p:nvPr/>
        </p:nvSpPr>
        <p:spPr>
          <a:xfrm>
            <a:off x="3796424" y="860338"/>
            <a:ext cx="627017" cy="202473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8C63C9E4-7297-6326-2527-99ACC18969EC}"/>
              </a:ext>
            </a:extLst>
          </p:cNvPr>
          <p:cNvSpPr/>
          <p:nvPr/>
        </p:nvSpPr>
        <p:spPr>
          <a:xfrm>
            <a:off x="5364439" y="860338"/>
            <a:ext cx="627017" cy="202473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42678782-6A9B-D839-61F9-B88A35EE1B9A}"/>
              </a:ext>
            </a:extLst>
          </p:cNvPr>
          <p:cNvSpPr/>
          <p:nvPr/>
        </p:nvSpPr>
        <p:spPr>
          <a:xfrm>
            <a:off x="7192097" y="860338"/>
            <a:ext cx="627017" cy="202473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244EDA8-3065-69D9-C4DF-BDD0F0463596}"/>
              </a:ext>
            </a:extLst>
          </p:cNvPr>
          <p:cNvSpPr txBox="1"/>
          <p:nvPr/>
        </p:nvSpPr>
        <p:spPr>
          <a:xfrm>
            <a:off x="2191473" y="105506"/>
            <a:ext cx="737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第 </a:t>
            </a:r>
            <a:r>
              <a:rPr kumimoji="1" lang="en-US" altLang="zh-CN" sz="1400" dirty="0"/>
              <a:t>1</a:t>
            </a:r>
            <a:r>
              <a:rPr kumimoji="1" lang="zh-CN" altLang="en-US" sz="1400" dirty="0"/>
              <a:t> 个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分量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4BC6A1C-BD62-E594-1BC9-10DACA20D794}"/>
              </a:ext>
            </a:extLst>
          </p:cNvPr>
          <p:cNvSpPr txBox="1"/>
          <p:nvPr/>
        </p:nvSpPr>
        <p:spPr>
          <a:xfrm>
            <a:off x="3738206" y="101989"/>
            <a:ext cx="737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第 </a:t>
            </a:r>
            <a:r>
              <a:rPr kumimoji="1" lang="en-US" altLang="zh-CN" sz="1400" dirty="0"/>
              <a:t>2</a:t>
            </a:r>
            <a:r>
              <a:rPr kumimoji="1" lang="zh-CN" altLang="en-US" sz="1400" dirty="0"/>
              <a:t> 个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分量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C966EE8-FA80-C40D-CC2A-213A0221B9C8}"/>
              </a:ext>
            </a:extLst>
          </p:cNvPr>
          <p:cNvSpPr txBox="1"/>
          <p:nvPr/>
        </p:nvSpPr>
        <p:spPr>
          <a:xfrm>
            <a:off x="5309096" y="105504"/>
            <a:ext cx="737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第 </a:t>
            </a:r>
            <a:r>
              <a:rPr kumimoji="1" lang="en-US" altLang="zh-CN" sz="1400" dirty="0"/>
              <a:t>3</a:t>
            </a:r>
            <a:r>
              <a:rPr kumimoji="1" lang="zh-CN" altLang="en-US" sz="1400" dirty="0"/>
              <a:t> 个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分量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639D507-5732-9E86-36C5-BAAE46F92B35}"/>
                  </a:ext>
                </a:extLst>
              </p:cNvPr>
              <p:cNvSpPr txBox="1"/>
              <p:nvPr/>
            </p:nvSpPr>
            <p:spPr>
              <a:xfrm>
                <a:off x="7089689" y="101989"/>
                <a:ext cx="8318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CN" altLang="en-US" sz="1400" dirty="0"/>
                  <a:t>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kumimoji="1" lang="en-US" altLang="zh-CN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kumimoji="1" lang="zh-CN" altLang="en-US" sz="1400" dirty="0"/>
                  <a:t> 个</a:t>
                </a:r>
                <a:endParaRPr kumimoji="1" lang="en-US" altLang="zh-CN" sz="1400" dirty="0"/>
              </a:p>
              <a:p>
                <a:pPr algn="ctr"/>
                <a:r>
                  <a:rPr kumimoji="1" lang="zh-CN" altLang="en-US" sz="1400" dirty="0"/>
                  <a:t>分量</a:t>
                </a: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639D507-5732-9E86-36C5-BAAE46F92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689" y="101989"/>
                <a:ext cx="831830" cy="523220"/>
              </a:xfrm>
              <a:prstGeom prst="rect">
                <a:avLst/>
              </a:prstGeom>
              <a:blipFill>
                <a:blip r:embed="rId25"/>
                <a:stretch>
                  <a:fillRect l="-3030" t="-2381" r="-1515" b="-1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5C9215D-DBCF-8BA1-FCA8-89EECD1180AD}"/>
                  </a:ext>
                </a:extLst>
              </p:cNvPr>
              <p:cNvSpPr txBox="1"/>
              <p:nvPr/>
            </p:nvSpPr>
            <p:spPr>
              <a:xfrm>
                <a:off x="2233739" y="3602081"/>
                <a:ext cx="618567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5C9215D-DBCF-8BA1-FCA8-89EECD118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739" y="3602081"/>
                <a:ext cx="618567" cy="700063"/>
              </a:xfrm>
              <a:prstGeom prst="rect">
                <a:avLst/>
              </a:prstGeom>
              <a:blipFill>
                <a:blip r:embed="rId26"/>
                <a:stretch>
                  <a:fillRect l="-124000" t="-116071" r="-54000" b="-17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063FB4D7-11E9-8112-9FA5-528E01665BD0}"/>
                  </a:ext>
                </a:extLst>
              </p:cNvPr>
              <p:cNvSpPr txBox="1"/>
              <p:nvPr/>
            </p:nvSpPr>
            <p:spPr>
              <a:xfrm>
                <a:off x="3841775" y="3602081"/>
                <a:ext cx="618567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063FB4D7-11E9-8112-9FA5-528E01665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75" y="3602081"/>
                <a:ext cx="618567" cy="700063"/>
              </a:xfrm>
              <a:prstGeom prst="rect">
                <a:avLst/>
              </a:prstGeom>
              <a:blipFill>
                <a:blip r:embed="rId27"/>
                <a:stretch>
                  <a:fillRect l="-124000" t="-116071" r="-52000" b="-17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A4624BB8-410E-CAEB-BA0A-F0C2E665E414}"/>
                  </a:ext>
                </a:extLst>
              </p:cNvPr>
              <p:cNvSpPr txBox="1"/>
              <p:nvPr/>
            </p:nvSpPr>
            <p:spPr>
              <a:xfrm>
                <a:off x="5391902" y="3597725"/>
                <a:ext cx="618567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A4624BB8-410E-CAEB-BA0A-F0C2E665E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902" y="3597725"/>
                <a:ext cx="618567" cy="700063"/>
              </a:xfrm>
              <a:prstGeom prst="rect">
                <a:avLst/>
              </a:prstGeom>
              <a:blipFill>
                <a:blip r:embed="rId28"/>
                <a:stretch>
                  <a:fillRect l="-124000" t="-117857" r="-54000" b="-17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0A8FD1A1-DF7C-04AA-C0BD-09D49DFA8CA7}"/>
                  </a:ext>
                </a:extLst>
              </p:cNvPr>
              <p:cNvSpPr txBox="1"/>
              <p:nvPr/>
            </p:nvSpPr>
            <p:spPr>
              <a:xfrm>
                <a:off x="7229413" y="3593369"/>
                <a:ext cx="618567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kumimoji="1" lang="zh-CN" alt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zh-CN" alt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kumimoji="1" lang="zh-CN" alt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zh-CN" alt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0A8FD1A1-DF7C-04AA-C0BD-09D49DFA8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413" y="3593369"/>
                <a:ext cx="618567" cy="700063"/>
              </a:xfrm>
              <a:prstGeom prst="rect">
                <a:avLst/>
              </a:prstGeom>
              <a:blipFill>
                <a:blip r:embed="rId29"/>
                <a:stretch>
                  <a:fillRect l="-128571" t="-116071" r="-63265" b="-17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EDBC1645-F5D4-6F3C-5F78-6B5985C2DB04}"/>
                  </a:ext>
                </a:extLst>
              </p:cNvPr>
              <p:cNvSpPr txBox="1"/>
              <p:nvPr/>
            </p:nvSpPr>
            <p:spPr>
              <a:xfrm>
                <a:off x="6560943" y="3828872"/>
                <a:ext cx="2596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EDBC1645-F5D4-6F3C-5F78-6B5985C2D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943" y="3828872"/>
                <a:ext cx="259686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6D01A202-C6C6-7C7B-D270-B1E667CC9ECB}"/>
                  </a:ext>
                </a:extLst>
              </p:cNvPr>
              <p:cNvSpPr txBox="1"/>
              <p:nvPr/>
            </p:nvSpPr>
            <p:spPr>
              <a:xfrm>
                <a:off x="309858" y="3723389"/>
                <a:ext cx="14622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CN" altLang="en-US" sz="1200" dirty="0"/>
                  <a:t>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kumimoji="1" lang="zh-CN" altLang="en-US" sz="1200" dirty="0"/>
                  <a:t>的注意力权重</a:t>
                </a:r>
                <a:endParaRPr kumimoji="1" lang="en-US" altLang="zh-CN" sz="1200" dirty="0"/>
              </a:p>
              <a:p>
                <a:pPr algn="ctr"/>
                <a:r>
                  <a:rPr kumimoji="1" lang="zh-CN" altLang="en-US" sz="1200" dirty="0"/>
                  <a:t>组合</a:t>
                </a:r>
                <a:endParaRPr kumimoji="1" lang="en-US" altLang="zh-CN" sz="1200" dirty="0"/>
              </a:p>
            </p:txBody>
          </p:sp>
        </mc:Choice>
        <mc:Fallback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6D01A202-C6C6-7C7B-D270-B1E667CC9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58" y="3723389"/>
                <a:ext cx="1462260" cy="461665"/>
              </a:xfrm>
              <a:prstGeom prst="rect">
                <a:avLst/>
              </a:prstGeom>
              <a:blipFill>
                <a:blip r:embed="rId30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EA2CB1E9-E672-7889-D138-2FB60E4F8E12}"/>
                  </a:ext>
                </a:extLst>
              </p:cNvPr>
              <p:cNvSpPr txBox="1"/>
              <p:nvPr/>
            </p:nvSpPr>
            <p:spPr>
              <a:xfrm>
                <a:off x="2230939" y="4527733"/>
                <a:ext cx="618567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EA2CB1E9-E672-7889-D138-2FB60E4F8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939" y="4527733"/>
                <a:ext cx="618567" cy="700063"/>
              </a:xfrm>
              <a:prstGeom prst="rect">
                <a:avLst/>
              </a:prstGeom>
              <a:blipFill>
                <a:blip r:embed="rId31"/>
                <a:stretch>
                  <a:fillRect l="-124000" t="-116071" r="-54000" b="-17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FE0EA127-C1EB-DD80-CDE2-E4C1F7FE6574}"/>
                  </a:ext>
                </a:extLst>
              </p:cNvPr>
              <p:cNvSpPr txBox="1"/>
              <p:nvPr/>
            </p:nvSpPr>
            <p:spPr>
              <a:xfrm>
                <a:off x="3838975" y="4527733"/>
                <a:ext cx="618567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FE0EA127-C1EB-DD80-CDE2-E4C1F7FE6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975" y="4527733"/>
                <a:ext cx="618567" cy="700063"/>
              </a:xfrm>
              <a:prstGeom prst="rect">
                <a:avLst/>
              </a:prstGeom>
              <a:blipFill>
                <a:blip r:embed="rId32"/>
                <a:stretch>
                  <a:fillRect l="-126531" t="-116071" r="-57143" b="-17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DB615F27-FC03-EBD7-3326-8FAD685CFE8A}"/>
                  </a:ext>
                </a:extLst>
              </p:cNvPr>
              <p:cNvSpPr txBox="1"/>
              <p:nvPr/>
            </p:nvSpPr>
            <p:spPr>
              <a:xfrm>
                <a:off x="5389102" y="4523377"/>
                <a:ext cx="618567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DB615F27-FC03-EBD7-3326-8FAD685CF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102" y="4523377"/>
                <a:ext cx="618567" cy="700063"/>
              </a:xfrm>
              <a:prstGeom prst="rect">
                <a:avLst/>
              </a:prstGeom>
              <a:blipFill>
                <a:blip r:embed="rId33"/>
                <a:stretch>
                  <a:fillRect l="-126000" t="-117857" r="-54000" b="-17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3493C898-0E96-7412-F920-CF6894C041AC}"/>
                  </a:ext>
                </a:extLst>
              </p:cNvPr>
              <p:cNvSpPr txBox="1"/>
              <p:nvPr/>
            </p:nvSpPr>
            <p:spPr>
              <a:xfrm>
                <a:off x="7226613" y="4519021"/>
                <a:ext cx="618567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kumimoji="1" lang="zh-CN" alt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zh-CN" alt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kumimoji="1" lang="zh-CN" alt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zh-CN" alt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3493C898-0E96-7412-F920-CF6894C04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613" y="4519021"/>
                <a:ext cx="618567" cy="700063"/>
              </a:xfrm>
              <a:prstGeom prst="rect">
                <a:avLst/>
              </a:prstGeom>
              <a:blipFill>
                <a:blip r:embed="rId34"/>
                <a:stretch>
                  <a:fillRect l="-124000" t="-116071" r="-62000" b="-17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3932D6CF-CCC7-322E-D206-81DC07F881F6}"/>
                  </a:ext>
                </a:extLst>
              </p:cNvPr>
              <p:cNvSpPr txBox="1"/>
              <p:nvPr/>
            </p:nvSpPr>
            <p:spPr>
              <a:xfrm>
                <a:off x="6558143" y="4754524"/>
                <a:ext cx="2596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3932D6CF-CCC7-322E-D206-81DC07F88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143" y="4754524"/>
                <a:ext cx="259686" cy="276999"/>
              </a:xfrm>
              <a:prstGeom prst="rect">
                <a:avLst/>
              </a:prstGeom>
              <a:blipFill>
                <a:blip r:embed="rId35"/>
                <a:stretch>
                  <a:fillRect l="-4762"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肘形连接符 82">
            <a:extLst>
              <a:ext uri="{FF2B5EF4-FFF2-40B4-BE49-F238E27FC236}">
                <a16:creationId xmlns:a16="http://schemas.microsoft.com/office/drawing/2014/main" id="{18645CDA-FD22-464E-EB31-2E7E95839522}"/>
              </a:ext>
            </a:extLst>
          </p:cNvPr>
          <p:cNvCxnSpPr>
            <a:cxnSpLocks/>
            <a:stCxn id="39" idx="2"/>
            <a:endCxn id="109" idx="1"/>
          </p:cNvCxnSpPr>
          <p:nvPr/>
        </p:nvCxnSpPr>
        <p:spPr>
          <a:xfrm rot="5400000">
            <a:off x="712908" y="4403108"/>
            <a:ext cx="3365449" cy="329386"/>
          </a:xfrm>
          <a:prstGeom prst="bentConnector4">
            <a:avLst>
              <a:gd name="adj1" fmla="val 11592"/>
              <a:gd name="adj2" fmla="val 1694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肘形连接符 90">
            <a:extLst>
              <a:ext uri="{FF2B5EF4-FFF2-40B4-BE49-F238E27FC236}">
                <a16:creationId xmlns:a16="http://schemas.microsoft.com/office/drawing/2014/main" id="{C307E0D2-71EC-329E-B9F7-05E3764F6583}"/>
              </a:ext>
            </a:extLst>
          </p:cNvPr>
          <p:cNvCxnSpPr>
            <a:cxnSpLocks/>
            <a:stCxn id="40" idx="2"/>
            <a:endCxn id="110" idx="1"/>
          </p:cNvCxnSpPr>
          <p:nvPr/>
        </p:nvCxnSpPr>
        <p:spPr>
          <a:xfrm rot="5400000">
            <a:off x="2291730" y="4432322"/>
            <a:ext cx="3365449" cy="270958"/>
          </a:xfrm>
          <a:prstGeom prst="bentConnector4">
            <a:avLst>
              <a:gd name="adj1" fmla="val 11592"/>
              <a:gd name="adj2" fmla="val 1843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肘形连接符 95">
            <a:extLst>
              <a:ext uri="{FF2B5EF4-FFF2-40B4-BE49-F238E27FC236}">
                <a16:creationId xmlns:a16="http://schemas.microsoft.com/office/drawing/2014/main" id="{736CBEDE-9EFD-C842-823A-66EAC20DD504}"/>
              </a:ext>
            </a:extLst>
          </p:cNvPr>
          <p:cNvCxnSpPr>
            <a:cxnSpLocks/>
            <a:stCxn id="41" idx="2"/>
            <a:endCxn id="111" idx="1"/>
          </p:cNvCxnSpPr>
          <p:nvPr/>
        </p:nvCxnSpPr>
        <p:spPr>
          <a:xfrm rot="5400000">
            <a:off x="3852979" y="4421200"/>
            <a:ext cx="3361093" cy="288846"/>
          </a:xfrm>
          <a:prstGeom prst="bentConnector4">
            <a:avLst>
              <a:gd name="adj1" fmla="val 11542"/>
              <a:gd name="adj2" fmla="val 1791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肘形连接符 99">
            <a:extLst>
              <a:ext uri="{FF2B5EF4-FFF2-40B4-BE49-F238E27FC236}">
                <a16:creationId xmlns:a16="http://schemas.microsoft.com/office/drawing/2014/main" id="{D57133A3-06CB-C3E6-35ED-D4E5395551E8}"/>
              </a:ext>
            </a:extLst>
          </p:cNvPr>
          <p:cNvCxnSpPr>
            <a:cxnSpLocks/>
            <a:endCxn id="112" idx="1"/>
          </p:cNvCxnSpPr>
          <p:nvPr/>
        </p:nvCxnSpPr>
        <p:spPr>
          <a:xfrm rot="5400000">
            <a:off x="5596668" y="4333739"/>
            <a:ext cx="3538021" cy="278129"/>
          </a:xfrm>
          <a:prstGeom prst="bentConnector4">
            <a:avLst>
              <a:gd name="adj1" fmla="val 15977"/>
              <a:gd name="adj2" fmla="val 1821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10B40348-F063-034E-E033-40BE0F00E538}"/>
                  </a:ext>
                </a:extLst>
              </p:cNvPr>
              <p:cNvSpPr txBox="1"/>
              <p:nvPr/>
            </p:nvSpPr>
            <p:spPr>
              <a:xfrm>
                <a:off x="2299464" y="5445205"/>
                <a:ext cx="1346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10B40348-F063-034E-E033-40BE0F00E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464" y="5445205"/>
                <a:ext cx="134652" cy="276999"/>
              </a:xfrm>
              <a:prstGeom prst="rect">
                <a:avLst/>
              </a:prstGeom>
              <a:blipFill>
                <a:blip r:embed="rId16"/>
                <a:stretch>
                  <a:fillRect l="-25000" r="-25000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35BA7F3E-FBE2-AD3E-A72D-E747CAF2883B}"/>
                  </a:ext>
                </a:extLst>
              </p:cNvPr>
              <p:cNvSpPr txBox="1"/>
              <p:nvPr/>
            </p:nvSpPr>
            <p:spPr>
              <a:xfrm>
                <a:off x="3908905" y="5445204"/>
                <a:ext cx="1346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35BA7F3E-FBE2-AD3E-A72D-E747CAF28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905" y="5445204"/>
                <a:ext cx="134652" cy="276999"/>
              </a:xfrm>
              <a:prstGeom prst="rect">
                <a:avLst/>
              </a:prstGeom>
              <a:blipFill>
                <a:blip r:embed="rId17"/>
                <a:stretch>
                  <a:fillRect l="-25000" r="-25000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84D8148B-337C-F721-D886-83F121440F69}"/>
                  </a:ext>
                </a:extLst>
              </p:cNvPr>
              <p:cNvSpPr txBox="1"/>
              <p:nvPr/>
            </p:nvSpPr>
            <p:spPr>
              <a:xfrm>
                <a:off x="5412784" y="5445203"/>
                <a:ext cx="1346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84D8148B-337C-F721-D886-83F121440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784" y="5445203"/>
                <a:ext cx="134652" cy="276999"/>
              </a:xfrm>
              <a:prstGeom prst="rect">
                <a:avLst/>
              </a:prstGeom>
              <a:blipFill>
                <a:blip r:embed="rId18"/>
                <a:stretch>
                  <a:fillRect l="-36364" r="-36364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00C15B54-9006-83DF-E7FB-B2DF43718ACE}"/>
                  </a:ext>
                </a:extLst>
              </p:cNvPr>
              <p:cNvSpPr txBox="1"/>
              <p:nvPr/>
            </p:nvSpPr>
            <p:spPr>
              <a:xfrm>
                <a:off x="7298695" y="5445202"/>
                <a:ext cx="1346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00C15B54-9006-83DF-E7FB-B2DF43718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695" y="5445202"/>
                <a:ext cx="134652" cy="276999"/>
              </a:xfrm>
              <a:prstGeom prst="rect">
                <a:avLst/>
              </a:prstGeom>
              <a:blipFill>
                <a:blip r:embed="rId17"/>
                <a:stretch>
                  <a:fillRect l="-25000" r="-25000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2D768B56-337D-430E-0F61-0FC85AB5F409}"/>
                  </a:ext>
                </a:extLst>
              </p:cNvPr>
              <p:cNvSpPr txBox="1"/>
              <p:nvPr/>
            </p:nvSpPr>
            <p:spPr>
              <a:xfrm>
                <a:off x="6570658" y="5445201"/>
                <a:ext cx="205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⋱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2D768B56-337D-430E-0F61-0FC85AB5F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0658" y="5445201"/>
                <a:ext cx="205184" cy="276999"/>
              </a:xfrm>
              <a:prstGeom prst="rect">
                <a:avLst/>
              </a:prstGeom>
              <a:blipFill>
                <a:blip r:embed="rId19"/>
                <a:stretch>
                  <a:fillRect l="-17647" r="-17647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DEDD2A62-7ED6-0E8C-609C-CE650CC811EB}"/>
                  </a:ext>
                </a:extLst>
              </p:cNvPr>
              <p:cNvSpPr txBox="1"/>
              <p:nvPr/>
            </p:nvSpPr>
            <p:spPr>
              <a:xfrm>
                <a:off x="2230939" y="5900494"/>
                <a:ext cx="618567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𝑛𝑗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DEDD2A62-7ED6-0E8C-609C-CE650CC81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939" y="5900494"/>
                <a:ext cx="618567" cy="700063"/>
              </a:xfrm>
              <a:prstGeom prst="rect">
                <a:avLst/>
              </a:prstGeom>
              <a:blipFill>
                <a:blip r:embed="rId36"/>
                <a:stretch>
                  <a:fillRect l="-124000" t="-116071" r="-56000" b="-17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22E42A0-75D7-2578-9CDF-12A938C2D3EE}"/>
                  </a:ext>
                </a:extLst>
              </p:cNvPr>
              <p:cNvSpPr txBox="1"/>
              <p:nvPr/>
            </p:nvSpPr>
            <p:spPr>
              <a:xfrm>
                <a:off x="3838975" y="5900494"/>
                <a:ext cx="618567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𝑛𝑗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22E42A0-75D7-2578-9CDF-12A938C2D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975" y="5900494"/>
                <a:ext cx="618567" cy="700063"/>
              </a:xfrm>
              <a:prstGeom prst="rect">
                <a:avLst/>
              </a:prstGeom>
              <a:blipFill>
                <a:blip r:embed="rId37"/>
                <a:stretch>
                  <a:fillRect l="-126531" t="-116071" r="-59184" b="-17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4D90B75C-576D-6B05-DF57-E8E812DFE1A4}"/>
                  </a:ext>
                </a:extLst>
              </p:cNvPr>
              <p:cNvSpPr txBox="1"/>
              <p:nvPr/>
            </p:nvSpPr>
            <p:spPr>
              <a:xfrm>
                <a:off x="5389102" y="5896138"/>
                <a:ext cx="618567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𝑛𝑗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4D90B75C-576D-6B05-DF57-E8E812DFE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102" y="5896138"/>
                <a:ext cx="618567" cy="700063"/>
              </a:xfrm>
              <a:prstGeom prst="rect">
                <a:avLst/>
              </a:prstGeom>
              <a:blipFill>
                <a:blip r:embed="rId38"/>
                <a:stretch>
                  <a:fillRect l="-126000" t="-117857" r="-56000" b="-17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160847AB-D686-5F24-7653-4951F1D497EF}"/>
                  </a:ext>
                </a:extLst>
              </p:cNvPr>
              <p:cNvSpPr txBox="1"/>
              <p:nvPr/>
            </p:nvSpPr>
            <p:spPr>
              <a:xfrm>
                <a:off x="7226613" y="5891782"/>
                <a:ext cx="618567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kumimoji="1" lang="zh-CN" alt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zh-CN" alt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𝑛𝑗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kumimoji="1" lang="zh-CN" alt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zh-CN" alt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160847AB-D686-5F24-7653-4951F1D49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613" y="5891782"/>
                <a:ext cx="618567" cy="700063"/>
              </a:xfrm>
              <a:prstGeom prst="rect">
                <a:avLst/>
              </a:prstGeom>
              <a:blipFill>
                <a:blip r:embed="rId39"/>
                <a:stretch>
                  <a:fillRect l="-124000" t="-116071" r="-64000" b="-17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4D1829FD-1CF5-8EDB-A3AA-53903F52C8FF}"/>
                  </a:ext>
                </a:extLst>
              </p:cNvPr>
              <p:cNvSpPr txBox="1"/>
              <p:nvPr/>
            </p:nvSpPr>
            <p:spPr>
              <a:xfrm>
                <a:off x="6558143" y="6127285"/>
                <a:ext cx="2596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4D1829FD-1CF5-8EDB-A3AA-53903F52C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143" y="6127285"/>
                <a:ext cx="259686" cy="276999"/>
              </a:xfrm>
              <a:prstGeom prst="rect">
                <a:avLst/>
              </a:prstGeom>
              <a:blipFill>
                <a:blip r:embed="rId40"/>
                <a:stretch>
                  <a:fillRect l="-4762"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F19D6F06-07EE-90EA-EDF0-E22055F3D108}"/>
                  </a:ext>
                </a:extLst>
              </p:cNvPr>
              <p:cNvSpPr txBox="1"/>
              <p:nvPr/>
            </p:nvSpPr>
            <p:spPr>
              <a:xfrm>
                <a:off x="269178" y="4645508"/>
                <a:ext cx="14895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CN" altLang="en-US" sz="1200" dirty="0"/>
                  <a:t>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kumimoji="1" lang="zh-CN" altLang="en-US" sz="1200" dirty="0"/>
                  <a:t>的注意力权重</a:t>
                </a:r>
                <a:endParaRPr kumimoji="1" lang="en-US" altLang="zh-CN" sz="1200" dirty="0"/>
              </a:p>
              <a:p>
                <a:pPr algn="ctr"/>
                <a:r>
                  <a:rPr kumimoji="1" lang="zh-CN" altLang="en-US" sz="1200" dirty="0"/>
                  <a:t>组合</a:t>
                </a:r>
                <a:endParaRPr kumimoji="1" lang="en-US" altLang="zh-CN" sz="1200" dirty="0"/>
              </a:p>
            </p:txBody>
          </p:sp>
        </mc:Choice>
        <mc:Fallback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F19D6F06-07EE-90EA-EDF0-E22055F3D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78" y="4645508"/>
                <a:ext cx="1489510" cy="461665"/>
              </a:xfrm>
              <a:prstGeom prst="rect">
                <a:avLst/>
              </a:prstGeom>
              <a:blipFill>
                <a:blip r:embed="rId41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845BB933-AA29-6039-14D8-8BE1586BD673}"/>
                  </a:ext>
                </a:extLst>
              </p:cNvPr>
              <p:cNvSpPr txBox="1"/>
              <p:nvPr/>
            </p:nvSpPr>
            <p:spPr>
              <a:xfrm>
                <a:off x="269178" y="6063785"/>
                <a:ext cx="14895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CN" altLang="en-US" sz="1200" dirty="0"/>
                  <a:t>按</a:t>
                </a:r>
                <a:r>
                  <a:rPr kumimoji="1" lang="zh-CN" altLang="en-US" sz="12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kumimoji="1" lang="en-US" altLang="zh-CN" sz="12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kumimoji="1" lang="zh-CN" altLang="en-US" sz="1200" dirty="0"/>
                  <a:t>的注意力权重</a:t>
                </a:r>
                <a:endParaRPr kumimoji="1" lang="en-US" altLang="zh-CN" sz="1200" dirty="0"/>
              </a:p>
              <a:p>
                <a:pPr algn="ctr"/>
                <a:r>
                  <a:rPr kumimoji="1" lang="zh-CN" altLang="en-US" sz="1200" dirty="0"/>
                  <a:t>组合</a:t>
                </a:r>
                <a:endParaRPr kumimoji="1" lang="en-US" altLang="zh-CN" sz="1200" dirty="0"/>
              </a:p>
            </p:txBody>
          </p:sp>
        </mc:Choice>
        <mc:Fallback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845BB933-AA29-6039-14D8-8BE1586BD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78" y="6063785"/>
                <a:ext cx="1489510" cy="461665"/>
              </a:xfrm>
              <a:prstGeom prst="rect">
                <a:avLst/>
              </a:prstGeom>
              <a:blipFill>
                <a:blip r:embed="rId42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2201E510-79A8-89C5-520F-E14DE54C8514}"/>
                  </a:ext>
                </a:extLst>
              </p:cNvPr>
              <p:cNvSpPr txBox="1"/>
              <p:nvPr/>
            </p:nvSpPr>
            <p:spPr>
              <a:xfrm>
                <a:off x="507625" y="5446105"/>
                <a:ext cx="1346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2201E510-79A8-89C5-520F-E14DE54C8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25" y="5446105"/>
                <a:ext cx="134652" cy="276999"/>
              </a:xfrm>
              <a:prstGeom prst="rect">
                <a:avLst/>
              </a:prstGeom>
              <a:blipFill>
                <a:blip r:embed="rId16"/>
                <a:stretch>
                  <a:fillRect l="-25000" r="-25000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5A326FD3-7C20-0B0C-B6AA-62630AA30836}"/>
              </a:ext>
            </a:extLst>
          </p:cNvPr>
          <p:cNvCxnSpPr>
            <a:cxnSpLocks/>
          </p:cNvCxnSpPr>
          <p:nvPr/>
        </p:nvCxnSpPr>
        <p:spPr>
          <a:xfrm>
            <a:off x="3605588" y="3952113"/>
            <a:ext cx="25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A4E087BB-941C-4FC4-351B-F158D713092D}"/>
              </a:ext>
            </a:extLst>
          </p:cNvPr>
          <p:cNvCxnSpPr>
            <a:cxnSpLocks/>
          </p:cNvCxnSpPr>
          <p:nvPr/>
        </p:nvCxnSpPr>
        <p:spPr>
          <a:xfrm>
            <a:off x="3605587" y="4893023"/>
            <a:ext cx="25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BABD19D6-46E2-81BD-E77F-1DF09BBBD4AF}"/>
              </a:ext>
            </a:extLst>
          </p:cNvPr>
          <p:cNvCxnSpPr>
            <a:cxnSpLocks/>
          </p:cNvCxnSpPr>
          <p:nvPr/>
        </p:nvCxnSpPr>
        <p:spPr>
          <a:xfrm>
            <a:off x="2006272" y="3954808"/>
            <a:ext cx="25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线箭头连接符 136">
            <a:extLst>
              <a:ext uri="{FF2B5EF4-FFF2-40B4-BE49-F238E27FC236}">
                <a16:creationId xmlns:a16="http://schemas.microsoft.com/office/drawing/2014/main" id="{1999844F-E9D3-D96A-A059-CAB43BCA122B}"/>
              </a:ext>
            </a:extLst>
          </p:cNvPr>
          <p:cNvCxnSpPr>
            <a:cxnSpLocks/>
          </p:cNvCxnSpPr>
          <p:nvPr/>
        </p:nvCxnSpPr>
        <p:spPr>
          <a:xfrm>
            <a:off x="1999988" y="4882275"/>
            <a:ext cx="25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7A8985FB-AF59-6744-1B57-085406126DBD}"/>
              </a:ext>
            </a:extLst>
          </p:cNvPr>
          <p:cNvCxnSpPr>
            <a:cxnSpLocks/>
          </p:cNvCxnSpPr>
          <p:nvPr/>
        </p:nvCxnSpPr>
        <p:spPr>
          <a:xfrm>
            <a:off x="5160594" y="3941229"/>
            <a:ext cx="25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线箭头连接符 138">
            <a:extLst>
              <a:ext uri="{FF2B5EF4-FFF2-40B4-BE49-F238E27FC236}">
                <a16:creationId xmlns:a16="http://schemas.microsoft.com/office/drawing/2014/main" id="{B13C0BCF-FCD5-2A39-35B2-6ED6B463A6F9}"/>
              </a:ext>
            </a:extLst>
          </p:cNvPr>
          <p:cNvCxnSpPr>
            <a:cxnSpLocks/>
          </p:cNvCxnSpPr>
          <p:nvPr/>
        </p:nvCxnSpPr>
        <p:spPr>
          <a:xfrm>
            <a:off x="5160594" y="4890789"/>
            <a:ext cx="25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线箭头连接符 139">
            <a:extLst>
              <a:ext uri="{FF2B5EF4-FFF2-40B4-BE49-F238E27FC236}">
                <a16:creationId xmlns:a16="http://schemas.microsoft.com/office/drawing/2014/main" id="{4DD389CD-E825-F6BD-9D50-7B2493120662}"/>
              </a:ext>
            </a:extLst>
          </p:cNvPr>
          <p:cNvCxnSpPr>
            <a:cxnSpLocks/>
          </p:cNvCxnSpPr>
          <p:nvPr/>
        </p:nvCxnSpPr>
        <p:spPr>
          <a:xfrm>
            <a:off x="6997048" y="3947756"/>
            <a:ext cx="25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7A9C141D-1C80-AD66-E77E-3C767587081E}"/>
              </a:ext>
            </a:extLst>
          </p:cNvPr>
          <p:cNvCxnSpPr>
            <a:cxnSpLocks/>
          </p:cNvCxnSpPr>
          <p:nvPr/>
        </p:nvCxnSpPr>
        <p:spPr>
          <a:xfrm>
            <a:off x="6995154" y="4869052"/>
            <a:ext cx="25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本框 142">
            <a:extLst>
              <a:ext uri="{FF2B5EF4-FFF2-40B4-BE49-F238E27FC236}">
                <a16:creationId xmlns:a16="http://schemas.microsoft.com/office/drawing/2014/main" id="{36934C5B-5213-8B0D-E693-7B31FE29C17D}"/>
              </a:ext>
            </a:extLst>
          </p:cNvPr>
          <p:cNvSpPr txBox="1"/>
          <p:nvPr/>
        </p:nvSpPr>
        <p:spPr>
          <a:xfrm>
            <a:off x="8470787" y="3787340"/>
            <a:ext cx="2691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第 </a:t>
            </a:r>
            <a:r>
              <a:rPr kumimoji="1" lang="en-US" altLang="zh-CN" sz="1400" dirty="0"/>
              <a:t>1</a:t>
            </a:r>
            <a:r>
              <a:rPr kumimoji="1" lang="zh-CN" altLang="en-US" sz="1400" dirty="0"/>
              <a:t> 个</a:t>
            </a:r>
            <a:r>
              <a:rPr kumimoji="1" lang="en-US" altLang="zh-CN" sz="1400" dirty="0"/>
              <a:t>token</a:t>
            </a:r>
            <a:r>
              <a:rPr kumimoji="1" lang="zh-CN" altLang="en-US" sz="1400" dirty="0"/>
              <a:t> 的自注意力 </a:t>
            </a:r>
            <a:r>
              <a:rPr kumimoji="1" lang="en-US" altLang="zh-CN" sz="1400" dirty="0"/>
              <a:t>output</a:t>
            </a:r>
            <a:endParaRPr kumimoji="1" lang="zh-CN" altLang="en-US" sz="1400" dirty="0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902859CB-69DF-D3F6-605A-525E247FB4D3}"/>
              </a:ext>
            </a:extLst>
          </p:cNvPr>
          <p:cNvSpPr txBox="1"/>
          <p:nvPr/>
        </p:nvSpPr>
        <p:spPr>
          <a:xfrm>
            <a:off x="8470787" y="4715163"/>
            <a:ext cx="2691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第 </a:t>
            </a:r>
            <a:r>
              <a:rPr kumimoji="1" lang="en-US" altLang="zh-CN" sz="1400" dirty="0"/>
              <a:t>2</a:t>
            </a:r>
            <a:r>
              <a:rPr kumimoji="1" lang="zh-CN" altLang="en-US" sz="1400" dirty="0"/>
              <a:t> 个</a:t>
            </a:r>
            <a:r>
              <a:rPr kumimoji="1" lang="en-US" altLang="zh-CN" sz="1400" dirty="0"/>
              <a:t>token</a:t>
            </a:r>
            <a:r>
              <a:rPr kumimoji="1" lang="zh-CN" altLang="en-US" sz="1400" dirty="0"/>
              <a:t> 的自注意力 </a:t>
            </a:r>
            <a:r>
              <a:rPr kumimoji="1" lang="en-US" altLang="zh-CN" sz="1400" dirty="0"/>
              <a:t>output</a:t>
            </a:r>
            <a:endParaRPr kumimoji="1" lang="zh-CN" altLang="en-US" sz="1400" dirty="0"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87D1DF93-FBC9-CCA3-161D-08078B7F4842}"/>
              </a:ext>
            </a:extLst>
          </p:cNvPr>
          <p:cNvSpPr txBox="1"/>
          <p:nvPr/>
        </p:nvSpPr>
        <p:spPr>
          <a:xfrm>
            <a:off x="8470787" y="6096636"/>
            <a:ext cx="2691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第 </a:t>
            </a:r>
            <a:r>
              <a:rPr kumimoji="1" lang="en-US" altLang="zh-CN" sz="1400" dirty="0"/>
              <a:t>n</a:t>
            </a:r>
            <a:r>
              <a:rPr kumimoji="1" lang="zh-CN" altLang="en-US" sz="1400" dirty="0"/>
              <a:t> 个</a:t>
            </a:r>
            <a:r>
              <a:rPr kumimoji="1" lang="en-US" altLang="zh-CN" sz="1400" dirty="0"/>
              <a:t>token</a:t>
            </a:r>
            <a:r>
              <a:rPr kumimoji="1" lang="zh-CN" altLang="en-US" sz="1400" dirty="0"/>
              <a:t> 的自注意力 </a:t>
            </a:r>
            <a:r>
              <a:rPr kumimoji="1" lang="en-US" altLang="zh-CN" sz="1400" dirty="0"/>
              <a:t>output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78112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 sz="1400"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7909</TotalTime>
  <Words>2606</Words>
  <Application>Microsoft Macintosh PowerPoint</Application>
  <PresentationFormat>宽屏</PresentationFormat>
  <Paragraphs>1968</Paragraphs>
  <Slides>27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yuanguo</dc:creator>
  <cp:lastModifiedBy>yuanguo</cp:lastModifiedBy>
  <cp:revision>78</cp:revision>
  <dcterms:created xsi:type="dcterms:W3CDTF">2026-03-16T06:15:56Z</dcterms:created>
  <dcterms:modified xsi:type="dcterms:W3CDTF">2026-10-18T16:46:47Z</dcterms:modified>
</cp:coreProperties>
</file>